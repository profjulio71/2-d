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4"/>
  </p:sldMasterIdLst>
  <p:notesMasterIdLst>
    <p:notesMasterId r:id="rId22"/>
  </p:notesMasterIdLst>
  <p:handoutMasterIdLst>
    <p:handoutMasterId r:id="rId23"/>
  </p:handoutMasterIdLst>
  <p:sldIdLst>
    <p:sldId id="1273" r:id="rId5"/>
    <p:sldId id="1461" r:id="rId6"/>
    <p:sldId id="1462" r:id="rId7"/>
    <p:sldId id="1463" r:id="rId8"/>
    <p:sldId id="1464" r:id="rId9"/>
    <p:sldId id="1400" r:id="rId10"/>
    <p:sldId id="1410" r:id="rId11"/>
    <p:sldId id="1290" r:id="rId12"/>
    <p:sldId id="1465" r:id="rId13"/>
    <p:sldId id="1293" r:id="rId14"/>
    <p:sldId id="1294" r:id="rId15"/>
    <p:sldId id="1485" r:id="rId16"/>
    <p:sldId id="1296" r:id="rId17"/>
    <p:sldId id="1479" r:id="rId18"/>
    <p:sldId id="1480" r:id="rId19"/>
    <p:sldId id="1481" r:id="rId20"/>
    <p:sldId id="1302" r:id="rId21"/>
  </p:sldIdLst>
  <p:sldSz cx="12192000" cy="6858000"/>
  <p:notesSz cx="6858000" cy="9144000"/>
  <p:embeddedFontLs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Poppins Bold" panose="00000800000000000000" pitchFamily="2" charset="0"/>
      <p:regular r:id="rId28"/>
      <p:bold r:id="rId29"/>
      <p:italic r:id="rId30"/>
      <p:boldItalic r:id="rId31"/>
    </p:embeddedFont>
    <p:embeddedFont>
      <p:font typeface="Poppins Light" panose="00000400000000000000" pitchFamily="2" charset="0"/>
      <p:regular r:id="rId32"/>
      <p:bold r:id="rId33"/>
      <p:italic r:id="rId34"/>
      <p:boldItalic r:id="rId35"/>
    </p:embeddedFont>
    <p:embeddedFont>
      <p:font typeface="Poppins Medium" panose="00000600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66" userDrawn="1">
          <p15:clr>
            <a:srgbClr val="A4A3A4"/>
          </p15:clr>
        </p15:guide>
        <p15:guide id="2" pos="657" userDrawn="1">
          <p15:clr>
            <a:srgbClr val="A4A3A4"/>
          </p15:clr>
        </p15:guide>
        <p15:guide id="3" orient="horz" pos="406" userDrawn="1">
          <p15:clr>
            <a:srgbClr val="A4A3A4"/>
          </p15:clr>
        </p15:guide>
        <p15:guide id="4" orient="horz" pos="7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B5AF908-30E5-6776-98DA-924C49E373C5}" name="Luiza " initials="LEL" userId="Luiza " providerId="None"/>
  <p188:author id="{36E6B411-79F2-2BA9-D2E5-195CC60EC4EB}" name="Vanessa Leite Rios" initials="VL" userId="S::vrios@vanzolini-ead.org.br::0d7f6d10-7524-4913-bb54-b4a9cca6091b" providerId="AD"/>
  <p188:author id="{98B10514-320B-D9F8-DBA8-7EDDE8F7059D}" name="Surya Bueno" initials="SB" userId="6e21e9d7a184f473" providerId="Windows Live"/>
  <p188:author id="{5D93F123-A5E2-A62B-D9E3-D9303D1BB86B}" name="Gustavo Cruz dos Reis" initials="GC" userId="S::greis@vanzolini-ead.org.br::837664e1-438f-44d7-9e01-7f6012fe004f" providerId="AD"/>
  <p188:author id="{C6975768-E079-2129-EF66-8C7D8D20589C}" name="Usuário Convidado" initials="UC" userId="S::urn:spo:anon#9c1a6640c4cf430e37b8e52984f4ed92aa1896e2c9d3b1637fd5ce4c8fd5c9d5::" providerId="AD"/>
  <p188:author id="{AD57CE6A-2AF0-F017-E589-0472A9DBE06A}" name="Amanda Barbosa" initials="AB" userId="6c5fbaa3aabbfad2" providerId="Windows Live"/>
  <p188:author id="{8DD8E787-7B43-E508-6891-C6122D24A71C}" name="Douglas José Mendonça" initials="DM" userId="4153c5f748151241" providerId="Windows Live"/>
  <p188:author id="{359923D3-91D8-2A84-C320-E37824E7A0A2}" name="Sandra Alves Menezes" initials="SAM" userId="c70d3e3594991db2" providerId="Windows Live"/>
  <p188:author id="{E0388DF7-5B9F-86E5-E6C5-3F344187204B}" name="Eloisa Dalbem" initials="ED" userId="S::eldalbem@vanzolini-ead.org.br::9ae0c03a-8642-493e-97df-c9fd93e6c398" providerId="AD"/>
  <p188:author id="{E06AE5F7-C4FB-8FC1-0379-16158CB16B4E}" name="Michelle Mirabile Barbosa" initials="MM" userId="S::michelle_barbosa@vanzolini-ead.org.br::514663f0-91cb-4e5c-876a-7189c1f1989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EE0000"/>
    <a:srgbClr val="FF0000"/>
    <a:srgbClr val="3E3593"/>
    <a:srgbClr val="AAA6D3"/>
    <a:srgbClr val="312F67"/>
    <a:srgbClr val="EC4E58"/>
    <a:srgbClr val="E83D68"/>
    <a:srgbClr val="FB932D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82047E-25BC-428C-9057-10A3AD141B58}" v="17" dt="2025-11-10T15:17:35.474"/>
  </p1510:revLst>
</p1510:revInfo>
</file>

<file path=ppt/tableStyles.xml><?xml version="1.0" encoding="utf-8"?>
<a:tblStyleLst xmlns:a="http://schemas.openxmlformats.org/drawingml/2006/main" def="{58B62AC2-CBFF-4FEF-A790-FB120B6FE34D}">
  <a:tblStyle styleId="{58B62AC2-CBFF-4FEF-A790-FB120B6FE3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0" autoAdjust="0"/>
    <p:restoredTop sz="94310" autoAdjust="0"/>
  </p:normalViewPr>
  <p:slideViewPr>
    <p:cSldViewPr snapToGrid="0">
      <p:cViewPr varScale="1">
        <p:scale>
          <a:sx n="77" d="100"/>
          <a:sy n="77" d="100"/>
        </p:scale>
        <p:origin x="864" y="62"/>
      </p:cViewPr>
      <p:guideLst>
        <p:guide orient="horz" pos="466"/>
        <p:guide pos="657"/>
        <p:guide orient="horz" pos="406"/>
        <p:guide orient="horz" pos="71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17.xml"/><Relationship Id="rId34" Type="http://schemas.openxmlformats.org/officeDocument/2006/relationships/font" Target="fonts/font11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8.fntdata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essa Leite Rios" userId="0d7f6d10-7524-4913-bb54-b4a9cca6091b" providerId="ADAL" clId="{16792154-C152-49A1-AFFA-21A3961E06EB}"/>
    <pc:docChg chg="undo custSel addSld delSld modSld modSection">
      <pc:chgData name="Vanessa Leite Rios" userId="0d7f6d10-7524-4913-bb54-b4a9cca6091b" providerId="ADAL" clId="{16792154-C152-49A1-AFFA-21A3961E06EB}" dt="2025-11-10T15:17:35.474" v="69"/>
      <pc:docMkLst>
        <pc:docMk/>
      </pc:docMkLst>
      <pc:sldChg chg="modSp mod">
        <pc:chgData name="Vanessa Leite Rios" userId="0d7f6d10-7524-4913-bb54-b4a9cca6091b" providerId="ADAL" clId="{16792154-C152-49A1-AFFA-21A3961E06EB}" dt="2025-11-10T12:50:12.228" v="22" actId="6549"/>
        <pc:sldMkLst>
          <pc:docMk/>
          <pc:sldMk cId="0" sldId="266"/>
        </pc:sldMkLst>
        <pc:spChg chg="mod">
          <ac:chgData name="Vanessa Leite Rios" userId="0d7f6d10-7524-4913-bb54-b4a9cca6091b" providerId="ADAL" clId="{16792154-C152-49A1-AFFA-21A3961E06EB}" dt="2025-11-10T12:50:12.228" v="22" actId="6549"/>
          <ac:spMkLst>
            <pc:docMk/>
            <pc:sldMk cId="0" sldId="266"/>
            <ac:spMk id="3" creationId="{622C50B5-A2EB-20D7-6B76-58DB77432541}"/>
          </ac:spMkLst>
        </pc:spChg>
      </pc:sldChg>
      <pc:sldChg chg="addSp delSp modSp mod">
        <pc:chgData name="Vanessa Leite Rios" userId="0d7f6d10-7524-4913-bb54-b4a9cca6091b" providerId="ADAL" clId="{16792154-C152-49A1-AFFA-21A3961E06EB}" dt="2025-11-10T12:59:03.895" v="29" actId="20577"/>
        <pc:sldMkLst>
          <pc:docMk/>
          <pc:sldMk cId="221399493" sldId="519"/>
        </pc:sldMkLst>
        <pc:spChg chg="add del mod">
          <ac:chgData name="Vanessa Leite Rios" userId="0d7f6d10-7524-4913-bb54-b4a9cca6091b" providerId="ADAL" clId="{16792154-C152-49A1-AFFA-21A3961E06EB}" dt="2025-11-10T12:59:03.895" v="29" actId="20577"/>
          <ac:spMkLst>
            <pc:docMk/>
            <pc:sldMk cId="221399493" sldId="519"/>
            <ac:spMk id="8" creationId="{C5D4326C-167C-DCC1-4730-4C91D2F1219F}"/>
          </ac:spMkLst>
        </pc:spChg>
      </pc:sldChg>
      <pc:sldChg chg="addSp delSp modSp mod">
        <pc:chgData name="Vanessa Leite Rios" userId="0d7f6d10-7524-4913-bb54-b4a9cca6091b" providerId="ADAL" clId="{16792154-C152-49A1-AFFA-21A3961E06EB}" dt="2025-11-10T13:51:43.630" v="53" actId="14100"/>
        <pc:sldMkLst>
          <pc:docMk/>
          <pc:sldMk cId="1936638484" sldId="530"/>
        </pc:sldMkLst>
        <pc:spChg chg="add del mod">
          <ac:chgData name="Vanessa Leite Rios" userId="0d7f6d10-7524-4913-bb54-b4a9cca6091b" providerId="ADAL" clId="{16792154-C152-49A1-AFFA-21A3961E06EB}" dt="2025-11-10T12:30:44.113" v="15" actId="478"/>
          <ac:spMkLst>
            <pc:docMk/>
            <pc:sldMk cId="1936638484" sldId="530"/>
            <ac:spMk id="3" creationId="{CF6A2086-F44A-16D3-4B87-8767A827FC5D}"/>
          </ac:spMkLst>
        </pc:spChg>
        <pc:spChg chg="add mod">
          <ac:chgData name="Vanessa Leite Rios" userId="0d7f6d10-7524-4913-bb54-b4a9cca6091b" providerId="ADAL" clId="{16792154-C152-49A1-AFFA-21A3961E06EB}" dt="2025-11-10T13:51:43.630" v="53" actId="14100"/>
          <ac:spMkLst>
            <pc:docMk/>
            <pc:sldMk cId="1936638484" sldId="530"/>
            <ac:spMk id="6" creationId="{972825FC-92CB-BE16-02D5-EF34880D9898}"/>
          </ac:spMkLst>
        </pc:spChg>
        <pc:spChg chg="mod">
          <ac:chgData name="Vanessa Leite Rios" userId="0d7f6d10-7524-4913-bb54-b4a9cca6091b" providerId="ADAL" clId="{16792154-C152-49A1-AFFA-21A3961E06EB}" dt="2025-11-10T12:30:26.956" v="14" actId="1076"/>
          <ac:spMkLst>
            <pc:docMk/>
            <pc:sldMk cId="1936638484" sldId="530"/>
            <ac:spMk id="8" creationId="{6E45175C-A1AE-4EDF-3589-55F381CF19BB}"/>
          </ac:spMkLst>
        </pc:spChg>
      </pc:sldChg>
      <pc:sldChg chg="addSp modSp mod">
        <pc:chgData name="Vanessa Leite Rios" userId="0d7f6d10-7524-4913-bb54-b4a9cca6091b" providerId="ADAL" clId="{16792154-C152-49A1-AFFA-21A3961E06EB}" dt="2025-11-10T12:25:15.963" v="10" actId="1076"/>
        <pc:sldMkLst>
          <pc:docMk/>
          <pc:sldMk cId="2187882637" sldId="696"/>
        </pc:sldMkLst>
        <pc:spChg chg="mod">
          <ac:chgData name="Vanessa Leite Rios" userId="0d7f6d10-7524-4913-bb54-b4a9cca6091b" providerId="ADAL" clId="{16792154-C152-49A1-AFFA-21A3961E06EB}" dt="2025-11-10T12:25:15.963" v="10" actId="1076"/>
          <ac:spMkLst>
            <pc:docMk/>
            <pc:sldMk cId="2187882637" sldId="696"/>
            <ac:spMk id="22" creationId="{A65ACCE6-642A-56F7-334F-EC5D7D52A37B}"/>
          </ac:spMkLst>
        </pc:spChg>
        <pc:spChg chg="add mod">
          <ac:chgData name="Vanessa Leite Rios" userId="0d7f6d10-7524-4913-bb54-b4a9cca6091b" providerId="ADAL" clId="{16792154-C152-49A1-AFFA-21A3961E06EB}" dt="2025-11-10T12:21:55.382" v="2" actId="14100"/>
          <ac:spMkLst>
            <pc:docMk/>
            <pc:sldMk cId="2187882637" sldId="696"/>
            <ac:spMk id="23" creationId="{E5EC2C3C-8E70-29BD-017B-4B5F1D2BADE2}"/>
          </ac:spMkLst>
        </pc:spChg>
      </pc:sldChg>
      <pc:sldChg chg="modSp mod">
        <pc:chgData name="Vanessa Leite Rios" userId="0d7f6d10-7524-4913-bb54-b4a9cca6091b" providerId="ADAL" clId="{16792154-C152-49A1-AFFA-21A3961E06EB}" dt="2025-11-10T13:05:21.396" v="39" actId="6549"/>
        <pc:sldMkLst>
          <pc:docMk/>
          <pc:sldMk cId="3819781713" sldId="1294"/>
        </pc:sldMkLst>
        <pc:spChg chg="mod">
          <ac:chgData name="Vanessa Leite Rios" userId="0d7f6d10-7524-4913-bb54-b4a9cca6091b" providerId="ADAL" clId="{16792154-C152-49A1-AFFA-21A3961E06EB}" dt="2025-11-10T13:05:21.396" v="39" actId="6549"/>
          <ac:spMkLst>
            <pc:docMk/>
            <pc:sldMk cId="3819781713" sldId="1294"/>
            <ac:spMk id="6" creationId="{B51E058D-B19B-D172-8A98-6EC612DD97E9}"/>
          </ac:spMkLst>
        </pc:spChg>
      </pc:sldChg>
      <pc:sldChg chg="addSp modSp mod">
        <pc:chgData name="Vanessa Leite Rios" userId="0d7f6d10-7524-4913-bb54-b4a9cca6091b" providerId="ADAL" clId="{16792154-C152-49A1-AFFA-21A3961E06EB}" dt="2025-11-10T15:13:06.491" v="58"/>
        <pc:sldMkLst>
          <pc:docMk/>
          <pc:sldMk cId="521112524" sldId="1319"/>
        </pc:sldMkLst>
        <pc:spChg chg="add mod">
          <ac:chgData name="Vanessa Leite Rios" userId="0d7f6d10-7524-4913-bb54-b4a9cca6091b" providerId="ADAL" clId="{16792154-C152-49A1-AFFA-21A3961E06EB}" dt="2025-11-10T15:13:06.491" v="58"/>
          <ac:spMkLst>
            <pc:docMk/>
            <pc:sldMk cId="521112524" sldId="1319"/>
            <ac:spMk id="7" creationId="{6B008585-ED39-6E86-7274-D5533B208EDF}"/>
          </ac:spMkLst>
        </pc:spChg>
      </pc:sldChg>
      <pc:sldChg chg="addSp modSp mod">
        <pc:chgData name="Vanessa Leite Rios" userId="0d7f6d10-7524-4913-bb54-b4a9cca6091b" providerId="ADAL" clId="{16792154-C152-49A1-AFFA-21A3961E06EB}" dt="2025-11-10T15:17:15.764" v="68" actId="1076"/>
        <pc:sldMkLst>
          <pc:docMk/>
          <pc:sldMk cId="4221447185" sldId="1431"/>
        </pc:sldMkLst>
        <pc:spChg chg="add mod">
          <ac:chgData name="Vanessa Leite Rios" userId="0d7f6d10-7524-4913-bb54-b4a9cca6091b" providerId="ADAL" clId="{16792154-C152-49A1-AFFA-21A3961E06EB}" dt="2025-11-10T12:22:29.128" v="6" actId="1076"/>
          <ac:spMkLst>
            <pc:docMk/>
            <pc:sldMk cId="4221447185" sldId="1431"/>
            <ac:spMk id="2" creationId="{FBC4D2B1-05ED-EF86-EE6E-97252BD12074}"/>
          </ac:spMkLst>
        </pc:spChg>
        <pc:spChg chg="add mod">
          <ac:chgData name="Vanessa Leite Rios" userId="0d7f6d10-7524-4913-bb54-b4a9cca6091b" providerId="ADAL" clId="{16792154-C152-49A1-AFFA-21A3961E06EB}" dt="2025-11-10T15:17:15.764" v="68" actId="1076"/>
          <ac:spMkLst>
            <pc:docMk/>
            <pc:sldMk cId="4221447185" sldId="1431"/>
            <ac:spMk id="4" creationId="{6FA75050-7530-4D46-A5B3-072DF9B407D4}"/>
          </ac:spMkLst>
        </pc:spChg>
        <pc:spChg chg="mod">
          <ac:chgData name="Vanessa Leite Rios" userId="0d7f6d10-7524-4913-bb54-b4a9cca6091b" providerId="ADAL" clId="{16792154-C152-49A1-AFFA-21A3961E06EB}" dt="2025-11-10T15:17:10.805" v="66" actId="1076"/>
          <ac:spMkLst>
            <pc:docMk/>
            <pc:sldMk cId="4221447185" sldId="1431"/>
            <ac:spMk id="8" creationId="{01B0973B-B568-ADF7-D83E-CA6794332765}"/>
          </ac:spMkLst>
        </pc:spChg>
      </pc:sldChg>
      <pc:sldChg chg="del">
        <pc:chgData name="Vanessa Leite Rios" userId="0d7f6d10-7524-4913-bb54-b4a9cca6091b" providerId="ADAL" clId="{16792154-C152-49A1-AFFA-21A3961E06EB}" dt="2025-11-10T13:00:29.929" v="33" actId="47"/>
        <pc:sldMkLst>
          <pc:docMk/>
          <pc:sldMk cId="1408953880" sldId="1438"/>
        </pc:sldMkLst>
      </pc:sldChg>
      <pc:sldChg chg="modSp mod">
        <pc:chgData name="Vanessa Leite Rios" userId="0d7f6d10-7524-4913-bb54-b4a9cca6091b" providerId="ADAL" clId="{16792154-C152-49A1-AFFA-21A3961E06EB}" dt="2025-11-10T13:10:38.867" v="45" actId="6549"/>
        <pc:sldMkLst>
          <pc:docMk/>
          <pc:sldMk cId="977759508" sldId="1439"/>
        </pc:sldMkLst>
        <pc:spChg chg="mod">
          <ac:chgData name="Vanessa Leite Rios" userId="0d7f6d10-7524-4913-bb54-b4a9cca6091b" providerId="ADAL" clId="{16792154-C152-49A1-AFFA-21A3961E06EB}" dt="2025-11-10T13:10:38.867" v="45" actId="6549"/>
          <ac:spMkLst>
            <pc:docMk/>
            <pc:sldMk cId="977759508" sldId="1439"/>
            <ac:spMk id="6" creationId="{3B9026AC-B054-7DB2-257C-4FF4BD47D07A}"/>
          </ac:spMkLst>
        </pc:spChg>
      </pc:sldChg>
      <pc:sldChg chg="del">
        <pc:chgData name="Vanessa Leite Rios" userId="0d7f6d10-7524-4913-bb54-b4a9cca6091b" providerId="ADAL" clId="{16792154-C152-49A1-AFFA-21A3961E06EB}" dt="2025-11-10T12:59:55.954" v="31" actId="47"/>
        <pc:sldMkLst>
          <pc:docMk/>
          <pc:sldMk cId="2444407026" sldId="1440"/>
        </pc:sldMkLst>
      </pc:sldChg>
      <pc:sldChg chg="addSp modSp mod">
        <pc:chgData name="Vanessa Leite Rios" userId="0d7f6d10-7524-4913-bb54-b4a9cca6091b" providerId="ADAL" clId="{16792154-C152-49A1-AFFA-21A3961E06EB}" dt="2025-11-10T15:17:04.290" v="65" actId="1076"/>
        <pc:sldMkLst>
          <pc:docMk/>
          <pc:sldMk cId="2691025734" sldId="1446"/>
        </pc:sldMkLst>
        <pc:spChg chg="mod">
          <ac:chgData name="Vanessa Leite Rios" userId="0d7f6d10-7524-4913-bb54-b4a9cca6091b" providerId="ADAL" clId="{16792154-C152-49A1-AFFA-21A3961E06EB}" dt="2025-11-10T12:27:00.686" v="12" actId="1076"/>
          <ac:spMkLst>
            <pc:docMk/>
            <pc:sldMk cId="2691025734" sldId="1446"/>
            <ac:spMk id="3" creationId="{CD60BEBD-A062-247F-E994-7A67EF277A6E}"/>
          </ac:spMkLst>
        </pc:spChg>
        <pc:spChg chg="add mod">
          <ac:chgData name="Vanessa Leite Rios" userId="0d7f6d10-7524-4913-bb54-b4a9cca6091b" providerId="ADAL" clId="{16792154-C152-49A1-AFFA-21A3961E06EB}" dt="2025-11-10T12:22:09.864" v="4" actId="1076"/>
          <ac:spMkLst>
            <pc:docMk/>
            <pc:sldMk cId="2691025734" sldId="1446"/>
            <ac:spMk id="6" creationId="{04A96D76-50D6-B8E0-09D7-74B7B27581FF}"/>
          </ac:spMkLst>
        </pc:spChg>
        <pc:spChg chg="add mod">
          <ac:chgData name="Vanessa Leite Rios" userId="0d7f6d10-7524-4913-bb54-b4a9cca6091b" providerId="ADAL" clId="{16792154-C152-49A1-AFFA-21A3961E06EB}" dt="2025-11-10T15:17:04.290" v="65" actId="1076"/>
          <ac:spMkLst>
            <pc:docMk/>
            <pc:sldMk cId="2691025734" sldId="1446"/>
            <ac:spMk id="7" creationId="{DD84FA33-8A39-B25E-853F-03D10907437B}"/>
          </ac:spMkLst>
        </pc:spChg>
        <pc:spChg chg="mod">
          <ac:chgData name="Vanessa Leite Rios" userId="0d7f6d10-7524-4913-bb54-b4a9cca6091b" providerId="ADAL" clId="{16792154-C152-49A1-AFFA-21A3961E06EB}" dt="2025-11-10T15:15:57.215" v="59" actId="1076"/>
          <ac:spMkLst>
            <pc:docMk/>
            <pc:sldMk cId="2691025734" sldId="1446"/>
            <ac:spMk id="9" creationId="{48CA1F55-CC00-B064-160D-F36385A6C45E}"/>
          </ac:spMkLst>
        </pc:spChg>
      </pc:sldChg>
      <pc:sldChg chg="addSp modSp mod">
        <pc:chgData name="Vanessa Leite Rios" userId="0d7f6d10-7524-4913-bb54-b4a9cca6091b" providerId="ADAL" clId="{16792154-C152-49A1-AFFA-21A3961E06EB}" dt="2025-11-10T15:16:29.154" v="63" actId="1076"/>
        <pc:sldMkLst>
          <pc:docMk/>
          <pc:sldMk cId="3502076679" sldId="1482"/>
        </pc:sldMkLst>
        <pc:spChg chg="add mod">
          <ac:chgData name="Vanessa Leite Rios" userId="0d7f6d10-7524-4913-bb54-b4a9cca6091b" providerId="ADAL" clId="{16792154-C152-49A1-AFFA-21A3961E06EB}" dt="2025-11-10T13:20:44.548" v="50" actId="1076"/>
          <ac:spMkLst>
            <pc:docMk/>
            <pc:sldMk cId="3502076679" sldId="1482"/>
            <ac:spMk id="2" creationId="{1BCF61D2-43A6-C288-2A0D-6D6384AABCE1}"/>
          </ac:spMkLst>
        </pc:spChg>
        <pc:spChg chg="add mod">
          <ac:chgData name="Vanessa Leite Rios" userId="0d7f6d10-7524-4913-bb54-b4a9cca6091b" providerId="ADAL" clId="{16792154-C152-49A1-AFFA-21A3961E06EB}" dt="2025-11-10T15:16:29.154" v="63" actId="1076"/>
          <ac:spMkLst>
            <pc:docMk/>
            <pc:sldMk cId="3502076679" sldId="1482"/>
            <ac:spMk id="3" creationId="{3D8549EC-9C35-F85A-E25E-39DA2700C320}"/>
          </ac:spMkLst>
        </pc:spChg>
      </pc:sldChg>
      <pc:sldChg chg="addSp modSp mod">
        <pc:chgData name="Vanessa Leite Rios" userId="0d7f6d10-7524-4913-bb54-b4a9cca6091b" providerId="ADAL" clId="{16792154-C152-49A1-AFFA-21A3961E06EB}" dt="2025-11-10T15:17:35.474" v="69"/>
        <pc:sldMkLst>
          <pc:docMk/>
          <pc:sldMk cId="2285185589" sldId="1483"/>
        </pc:sldMkLst>
        <pc:spChg chg="add mod">
          <ac:chgData name="Vanessa Leite Rios" userId="0d7f6d10-7524-4913-bb54-b4a9cca6091b" providerId="ADAL" clId="{16792154-C152-49A1-AFFA-21A3961E06EB}" dt="2025-11-10T13:20:34.818" v="48" actId="14100"/>
          <ac:spMkLst>
            <pc:docMk/>
            <pc:sldMk cId="2285185589" sldId="1483"/>
            <ac:spMk id="5" creationId="{D88AFF91-864C-CCC4-7233-59DF98755C78}"/>
          </ac:spMkLst>
        </pc:spChg>
        <pc:spChg chg="add mod">
          <ac:chgData name="Vanessa Leite Rios" userId="0d7f6d10-7524-4913-bb54-b4a9cca6091b" providerId="ADAL" clId="{16792154-C152-49A1-AFFA-21A3961E06EB}" dt="2025-11-10T15:17:35.474" v="69"/>
          <ac:spMkLst>
            <pc:docMk/>
            <pc:sldMk cId="2285185589" sldId="1483"/>
            <ac:spMk id="6" creationId="{43F2E3C7-C613-6649-D891-F3CB4FC2B6C5}"/>
          </ac:spMkLst>
        </pc:spChg>
      </pc:sldChg>
      <pc:sldChg chg="add">
        <pc:chgData name="Vanessa Leite Rios" userId="0d7f6d10-7524-4913-bb54-b4a9cca6091b" providerId="ADAL" clId="{16792154-C152-49A1-AFFA-21A3961E06EB}" dt="2025-11-10T12:59:43.699" v="30"/>
        <pc:sldMkLst>
          <pc:docMk/>
          <pc:sldMk cId="3115554269" sldId="1484"/>
        </pc:sldMkLst>
      </pc:sldChg>
      <pc:sldChg chg="add">
        <pc:chgData name="Vanessa Leite Rios" userId="0d7f6d10-7524-4913-bb54-b4a9cca6091b" providerId="ADAL" clId="{16792154-C152-49A1-AFFA-21A3961E06EB}" dt="2025-11-10T13:00:03.505" v="32"/>
        <pc:sldMkLst>
          <pc:docMk/>
          <pc:sldMk cId="3131121780" sldId="14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820016A-23B3-8332-53D6-57FE04C281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78ABBCA-ED84-8C3A-7D17-F6393BAD02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E6816-8789-481E-B2F2-61889E0E8584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40203C-C3C0-C509-C3D9-F91275DBAE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A17361-C8A0-CABB-2146-B5B19E39C2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4F6E5-A54A-42CC-B250-9D06C7C52C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8438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		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7090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1" name="Google Shape;6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23610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064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2" name="Google Shape;6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6056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>
          <a:extLst>
            <a:ext uri="{FF2B5EF4-FFF2-40B4-BE49-F238E27FC236}">
              <a16:creationId xmlns:a16="http://schemas.microsoft.com/office/drawing/2014/main" id="{7EB424F7-8A48-74D6-ED97-9715E58F4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:notes">
            <a:extLst>
              <a:ext uri="{FF2B5EF4-FFF2-40B4-BE49-F238E27FC236}">
                <a16:creationId xmlns:a16="http://schemas.microsoft.com/office/drawing/2014/main" id="{BF68DED4-129E-F104-F2B0-86E19A84F9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72" name="Google Shape;672;p5:notes">
            <a:extLst>
              <a:ext uri="{FF2B5EF4-FFF2-40B4-BE49-F238E27FC236}">
                <a16:creationId xmlns:a16="http://schemas.microsoft.com/office/drawing/2014/main" id="{398F4068-A684-AC71-7006-FD561D6749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6549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7B7453D5-FE37-90F7-0117-6A1069A4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E55E856E-71F6-FFFC-27FF-C20FE327B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C790690E-A198-1BF4-E669-670C98910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2208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7B7453D5-FE37-90F7-0117-6A1069A4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E55E856E-71F6-FFFC-27FF-C20FE327B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C790690E-A198-1BF4-E669-670C98910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55822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>
          <a:extLst>
            <a:ext uri="{FF2B5EF4-FFF2-40B4-BE49-F238E27FC236}">
              <a16:creationId xmlns:a16="http://schemas.microsoft.com/office/drawing/2014/main" id="{65F4DAEE-9901-3731-8F08-D283C2159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e5198b4dfb_0_1:notes">
            <a:extLst>
              <a:ext uri="{FF2B5EF4-FFF2-40B4-BE49-F238E27FC236}">
                <a16:creationId xmlns:a16="http://schemas.microsoft.com/office/drawing/2014/main" id="{74B7CBA6-3C74-A542-6503-85E3ED027E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pt-BR" dirty="0"/>
          </a:p>
        </p:txBody>
      </p:sp>
      <p:sp>
        <p:nvSpPr>
          <p:cNvPr id="724" name="Google Shape;724;g1e5198b4dfb_0_1:notes">
            <a:extLst>
              <a:ext uri="{FF2B5EF4-FFF2-40B4-BE49-F238E27FC236}">
                <a16:creationId xmlns:a16="http://schemas.microsoft.com/office/drawing/2014/main" id="{D3DB5D40-7473-12E9-B92C-1A646EAD8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52610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9" name="Google Shape;7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2395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5526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68955-99DE-1B07-0E01-322D6A6F6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F983FE9-FB0A-1352-7BF5-A01040B59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FBEEDC0-0CB6-6FFA-33B8-DC8195FCF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C423C5-C3D1-E8DA-2D5E-A303CCAA2B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74562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C4629-A666-BD85-7544-0B47C57A9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57112DB-AF18-768F-7682-339B8AADC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FE0B564-F43B-F0E1-0D4E-8C203FF52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9B31E9-03AF-0D7A-6194-3903F7F547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27777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12A24-EDD5-C70D-B015-1A8080F2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8E4889-6174-853A-6E71-0ADF954FC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B722632-EAE3-3214-ABAB-6822D31F7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92F767-9188-E531-551D-07F060A8DB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86300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2385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0F2ED3E9-3B0B-E370-C738-4D436A14D45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" name="Retângulo: Cantos Arredondados 3">
            <a:extLst>
              <a:ext uri="{FF2B5EF4-FFF2-40B4-BE49-F238E27FC236}">
                <a16:creationId xmlns:a16="http://schemas.microsoft.com/office/drawing/2014/main" id="{E5F27122-2EE6-1E25-D194-51E3E5156617}"/>
              </a:ext>
            </a:extLst>
          </p:cNvPr>
          <p:cNvSpPr/>
          <p:nvPr userDrawn="1"/>
        </p:nvSpPr>
        <p:spPr>
          <a:xfrm>
            <a:off x="5802699" y="1543035"/>
            <a:ext cx="4205858" cy="3044205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319982BE-D7F2-7B4C-B125-A3B23C1CEE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566" t="26436" r="13369" b="26176"/>
          <a:stretch>
            <a:fillRect/>
          </a:stretch>
        </p:blipFill>
        <p:spPr>
          <a:xfrm>
            <a:off x="4828111" y="5385674"/>
            <a:ext cx="2535779" cy="1147457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CF524BA5-8A5B-145B-7D69-2189A7ECA0A4}"/>
              </a:ext>
            </a:extLst>
          </p:cNvPr>
          <p:cNvSpPr txBox="1"/>
          <p:nvPr userDrawn="1"/>
        </p:nvSpPr>
        <p:spPr>
          <a:xfrm>
            <a:off x="2149362" y="2398780"/>
            <a:ext cx="3401671" cy="157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10"/>
              </a:lnSpc>
            </a:pPr>
            <a:r>
              <a:rPr lang="pt-BR" sz="4266" noProof="0">
                <a:solidFill>
                  <a:srgbClr val="000000"/>
                </a:solidFill>
                <a:latin typeface="Poppins Bold"/>
              </a:rPr>
              <a:t>Educação Profissional Paulista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98280850-023D-A739-FC0C-EF20B5B8E50C}"/>
              </a:ext>
            </a:extLst>
          </p:cNvPr>
          <p:cNvSpPr txBox="1"/>
          <p:nvPr userDrawn="1"/>
        </p:nvSpPr>
        <p:spPr>
          <a:xfrm>
            <a:off x="6069602" y="2317274"/>
            <a:ext cx="3578455" cy="57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64"/>
              </a:lnSpc>
            </a:pPr>
            <a:r>
              <a:rPr lang="pt-BR" sz="3334" noProof="0">
                <a:solidFill>
                  <a:srgbClr val="FFFFFF"/>
                </a:solidFill>
                <a:latin typeface="Poppins Light"/>
              </a:rPr>
              <a:t>Técnico em 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BD347C05-9ADD-70B2-6601-E4FADB3DAC99}"/>
              </a:ext>
            </a:extLst>
          </p:cNvPr>
          <p:cNvSpPr txBox="1"/>
          <p:nvPr userDrawn="1"/>
        </p:nvSpPr>
        <p:spPr>
          <a:xfrm>
            <a:off x="6116401" y="2879829"/>
            <a:ext cx="3578455" cy="102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z="3334" noProof="0">
                <a:solidFill>
                  <a:srgbClr val="FFFFFF"/>
                </a:solidFill>
                <a:latin typeface="Poppins Bold"/>
              </a:rPr>
              <a:t>Ciência de</a:t>
            </a:r>
          </a:p>
          <a:p>
            <a:pPr>
              <a:lnSpc>
                <a:spcPct val="100000"/>
              </a:lnSpc>
            </a:pPr>
            <a:r>
              <a:rPr lang="pt-BR" sz="3334" noProof="0">
                <a:solidFill>
                  <a:srgbClr val="FFFFFF"/>
                </a:solidFill>
                <a:latin typeface="Poppins Bold"/>
              </a:rPr>
              <a:t>Dados</a:t>
            </a:r>
          </a:p>
        </p:txBody>
      </p:sp>
    </p:spTree>
    <p:extLst>
      <p:ext uri="{BB962C8B-B14F-4D97-AF65-F5344CB8AC3E}">
        <p14:creationId xmlns:p14="http://schemas.microsoft.com/office/powerpoint/2010/main" val="1774967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userDrawn="1">
  <p:cSld name="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;p2">
            <a:extLst>
              <a:ext uri="{FF2B5EF4-FFF2-40B4-BE49-F238E27FC236}">
                <a16:creationId xmlns:a16="http://schemas.microsoft.com/office/drawing/2014/main" id="{ECCB835E-A92E-1E72-1AFA-B8363F23E5A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12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F753BE2-99F0-4892-173B-5CB027D775FC}"/>
              </a:ext>
            </a:extLst>
          </p:cNvPr>
          <p:cNvSpPr txBox="1"/>
          <p:nvPr userDrawn="1"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8385F2C1-DC4E-3E87-0172-A8F8EA9699BF}"/>
              </a:ext>
            </a:extLst>
          </p:cNvPr>
          <p:cNvGrpSpPr/>
          <p:nvPr userDrawn="1"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10" name="Retângulo: Cantos Superiores Arredondados 9">
              <a:extLst>
                <a:ext uri="{FF2B5EF4-FFF2-40B4-BE49-F238E27FC236}">
                  <a16:creationId xmlns:a16="http://schemas.microsoft.com/office/drawing/2014/main" id="{8E378B26-8B45-589E-80B3-C4B6A397AFF7}"/>
                </a:ext>
              </a:extLst>
            </p:cNvPr>
            <p:cNvSpPr/>
            <p:nvPr userDrawn="1"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E23C9FC0-F151-7324-6148-4A2A8C03E7B7}"/>
                </a:ext>
              </a:extLst>
            </p:cNvPr>
            <p:cNvSpPr/>
            <p:nvPr userDrawn="1"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2" name="Imagem 11" descr="Logotipo&#10;&#10;O conteúdo gerado por IA pode estar incorreto.">
            <a:extLst>
              <a:ext uri="{FF2B5EF4-FFF2-40B4-BE49-F238E27FC236}">
                <a16:creationId xmlns:a16="http://schemas.microsoft.com/office/drawing/2014/main" id="{E6FB6D82-20C8-1E33-A1D8-83301C8D347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2566" t="26436" r="13369" b="26176"/>
          <a:stretch>
            <a:fillRect/>
          </a:stretch>
        </p:blipFill>
        <p:spPr>
          <a:xfrm>
            <a:off x="10534930" y="6126882"/>
            <a:ext cx="1539046" cy="696429"/>
          </a:xfrm>
          <a:prstGeom prst="rect">
            <a:avLst/>
          </a:prstGeom>
        </p:spPr>
      </p:pic>
      <p:grpSp>
        <p:nvGrpSpPr>
          <p:cNvPr id="14" name="Agrupar 13">
            <a:extLst>
              <a:ext uri="{FF2B5EF4-FFF2-40B4-BE49-F238E27FC236}">
                <a16:creationId xmlns:a16="http://schemas.microsoft.com/office/drawing/2014/main" id="{DA191735-3056-C50D-1C80-D67D0A7B2720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40E54FC-CE6D-1425-D69D-C6EAD9185050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D3A3AB3F-8CD0-B856-ED8E-578390F607FB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6648D958-1276-92AE-20A6-71CE2C45E48A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preserve="1" userDrawn="1">
  <p:cSld name="2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;p2">
            <a:extLst>
              <a:ext uri="{FF2B5EF4-FFF2-40B4-BE49-F238E27FC236}">
                <a16:creationId xmlns:a16="http://schemas.microsoft.com/office/drawing/2014/main" id="{B1FADC0B-1941-A0A5-16A0-A6F876CF44E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CDA672D9-8D04-1688-7C11-11964D76DC02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448EB02-1355-8444-EA3E-EF5C68BF9584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85425EF7-3956-0D5D-E292-DA0E10A86915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FB2F542C-12BA-B950-0F70-04932EBD1F81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8F753BE2-99F0-4892-173B-5CB027D775FC}"/>
              </a:ext>
            </a:extLst>
          </p:cNvPr>
          <p:cNvSpPr txBox="1"/>
          <p:nvPr userDrawn="1"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2" name="Google Shape;643;p43">
            <a:extLst>
              <a:ext uri="{FF2B5EF4-FFF2-40B4-BE49-F238E27FC236}">
                <a16:creationId xmlns:a16="http://schemas.microsoft.com/office/drawing/2014/main" id="{C48BB9E0-E4E1-D9BE-BCF0-CCC4171FA07E}"/>
              </a:ext>
            </a:extLst>
          </p:cNvPr>
          <p:cNvSpPr txBox="1">
            <a:spLocks/>
          </p:cNvSpPr>
          <p:nvPr userDrawn="1"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sz="3000" dirty="0">
                <a:solidFill>
                  <a:srgbClr val="FF161F"/>
                </a:solidFill>
              </a:rPr>
              <a:t>Orientações ao professor</a:t>
            </a:r>
          </a:p>
        </p:txBody>
      </p:sp>
    </p:spTree>
    <p:extLst>
      <p:ext uri="{BB962C8B-B14F-4D97-AF65-F5344CB8AC3E}">
        <p14:creationId xmlns:p14="http://schemas.microsoft.com/office/powerpoint/2010/main" val="4191410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 preserve="1" userDrawn="1">
  <p:cSld name="2_1. Conteud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22;p4">
            <a:extLst>
              <a:ext uri="{FF2B5EF4-FFF2-40B4-BE49-F238E27FC236}">
                <a16:creationId xmlns:a16="http://schemas.microsoft.com/office/drawing/2014/main" id="{0441BF1F-C7EE-076D-0E64-5ADFC9612C2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3;p4">
            <a:extLst>
              <a:ext uri="{FF2B5EF4-FFF2-40B4-BE49-F238E27FC236}">
                <a16:creationId xmlns:a16="http://schemas.microsoft.com/office/drawing/2014/main" id="{9951514B-0229-7045-2962-7AE28BD6721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Conector reto 136">
            <a:extLst>
              <a:ext uri="{FF2B5EF4-FFF2-40B4-BE49-F238E27FC236}">
                <a16:creationId xmlns:a16="http://schemas.microsoft.com/office/drawing/2014/main" id="{28ED8E59-867A-4118-491D-688DDC058D38}"/>
              </a:ext>
            </a:extLst>
          </p:cNvPr>
          <p:cNvCxnSpPr/>
          <p:nvPr userDrawn="1"/>
        </p:nvCxnSpPr>
        <p:spPr>
          <a:xfrm>
            <a:off x="6090044" y="840916"/>
            <a:ext cx="0" cy="5101049"/>
          </a:xfrm>
          <a:prstGeom prst="line">
            <a:avLst/>
          </a:prstGeom>
          <a:ln w="3810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30;p31">
            <a:extLst>
              <a:ext uri="{FF2B5EF4-FFF2-40B4-BE49-F238E27FC236}">
                <a16:creationId xmlns:a16="http://schemas.microsoft.com/office/drawing/2014/main" id="{FB7070B6-E757-A6E0-8016-A32842AE691E}"/>
              </a:ext>
            </a:extLst>
          </p:cNvPr>
          <p:cNvSpPr txBox="1"/>
          <p:nvPr userDrawn="1"/>
        </p:nvSpPr>
        <p:spPr>
          <a:xfrm>
            <a:off x="1467545" y="885957"/>
            <a:ext cx="4045354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Google Shape;29;p31">
            <a:extLst>
              <a:ext uri="{FF2B5EF4-FFF2-40B4-BE49-F238E27FC236}">
                <a16:creationId xmlns:a16="http://schemas.microsoft.com/office/drawing/2014/main" id="{741C94F6-1F01-E259-385F-4E743D12E89E}"/>
              </a:ext>
            </a:extLst>
          </p:cNvPr>
          <p:cNvSpPr txBox="1"/>
          <p:nvPr userDrawn="1"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lang="pt-BR"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" name="Google Shape;27;p31">
            <a:extLst>
              <a:ext uri="{FF2B5EF4-FFF2-40B4-BE49-F238E27FC236}">
                <a16:creationId xmlns:a16="http://schemas.microsoft.com/office/drawing/2014/main" id="{D3A1B340-B3C1-6E5A-098C-780E2B17C68B}"/>
              </a:ext>
            </a:extLst>
          </p:cNvPr>
          <p:cNvSpPr txBox="1"/>
          <p:nvPr userDrawn="1"/>
        </p:nvSpPr>
        <p:spPr>
          <a:xfrm>
            <a:off x="1433188" y="2836870"/>
            <a:ext cx="3369028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" name="Google Shape;28;p31">
            <a:extLst>
              <a:ext uri="{FF2B5EF4-FFF2-40B4-BE49-F238E27FC236}">
                <a16:creationId xmlns:a16="http://schemas.microsoft.com/office/drawing/2014/main" id="{5B559A0E-AD04-115A-BF39-7DBA374B9335}"/>
              </a:ext>
            </a:extLst>
          </p:cNvPr>
          <p:cNvSpPr txBox="1"/>
          <p:nvPr userDrawn="1"/>
        </p:nvSpPr>
        <p:spPr>
          <a:xfrm>
            <a:off x="1445466" y="4991389"/>
            <a:ext cx="3267249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Google Shape;29;p31">
            <a:extLst>
              <a:ext uri="{FF2B5EF4-FFF2-40B4-BE49-F238E27FC236}">
                <a16:creationId xmlns:a16="http://schemas.microsoft.com/office/drawing/2014/main" id="{EE47DDFB-5B6D-7333-B980-89821CD5C453}"/>
              </a:ext>
            </a:extLst>
          </p:cNvPr>
          <p:cNvSpPr txBox="1"/>
          <p:nvPr userDrawn="1"/>
        </p:nvSpPr>
        <p:spPr>
          <a:xfrm>
            <a:off x="7467011" y="3115942"/>
            <a:ext cx="4381080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lang="pt-BR"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40945717-DA64-748C-A1D1-9DD06F304E75}"/>
              </a:ext>
            </a:extLst>
          </p:cNvPr>
          <p:cNvSpPr txBox="1"/>
          <p:nvPr userDrawn="1"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56" name="Google Shape;359;p5">
            <a:extLst>
              <a:ext uri="{FF2B5EF4-FFF2-40B4-BE49-F238E27FC236}">
                <a16:creationId xmlns:a16="http://schemas.microsoft.com/office/drawing/2014/main" id="{0B37A977-D54F-7CA4-065E-4F5646195719}"/>
              </a:ext>
            </a:extLst>
          </p:cNvPr>
          <p:cNvSpPr txBox="1"/>
          <p:nvPr userDrawn="1"/>
        </p:nvSpPr>
        <p:spPr>
          <a:xfrm>
            <a:off x="1395562" y="5421233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50 minutos.</a:t>
            </a:r>
          </a:p>
        </p:txBody>
      </p:sp>
      <p:sp>
        <p:nvSpPr>
          <p:cNvPr id="57" name="Espaço Reservado para Texto 7">
            <a:extLst>
              <a:ext uri="{FF2B5EF4-FFF2-40B4-BE49-F238E27FC236}">
                <a16:creationId xmlns:a16="http://schemas.microsoft.com/office/drawing/2014/main" id="{9D3B3D7B-3AB2-D2E0-42C8-BEE1A273FF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</p:spPr>
        <p:txBody>
          <a:bodyPr/>
          <a:lstStyle>
            <a:lvl1pPr marL="228611" indent="-228611">
              <a:buClr>
                <a:schemeClr val="tx1"/>
              </a:buClr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8" name="Espaço Reservado para Texto 7">
            <a:extLst>
              <a:ext uri="{FF2B5EF4-FFF2-40B4-BE49-F238E27FC236}">
                <a16:creationId xmlns:a16="http://schemas.microsoft.com/office/drawing/2014/main" id="{2B4474D7-F7C1-8A04-F7F3-06AE90E020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9" name="Espaço Reservado para Texto 7">
            <a:extLst>
              <a:ext uri="{FF2B5EF4-FFF2-40B4-BE49-F238E27FC236}">
                <a16:creationId xmlns:a16="http://schemas.microsoft.com/office/drawing/2014/main" id="{750A0485-F79D-BB58-9F3F-FA9A892659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7375" y="3649330"/>
            <a:ext cx="4044985" cy="1590171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0" name="Espaço Reservado para Texto 7">
            <a:extLst>
              <a:ext uri="{FF2B5EF4-FFF2-40B4-BE49-F238E27FC236}">
                <a16:creationId xmlns:a16="http://schemas.microsoft.com/office/drawing/2014/main" id="{E690A38C-21A5-1DD3-8FD9-05A05F954A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3515" y="3415678"/>
            <a:ext cx="4044985" cy="1045573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1" name="Google Shape;26;p31">
            <a:extLst>
              <a:ext uri="{FF2B5EF4-FFF2-40B4-BE49-F238E27FC236}">
                <a16:creationId xmlns:a16="http://schemas.microsoft.com/office/drawing/2014/main" id="{94671E74-5053-0B75-2554-2EC14FBC543F}"/>
              </a:ext>
            </a:extLst>
          </p:cNvPr>
          <p:cNvSpPr/>
          <p:nvPr userDrawn="1"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42;p31">
            <a:extLst>
              <a:ext uri="{FF2B5EF4-FFF2-40B4-BE49-F238E27FC236}">
                <a16:creationId xmlns:a16="http://schemas.microsoft.com/office/drawing/2014/main" id="{9872EE60-7A4F-1BA5-6C65-F74323570E69}"/>
              </a:ext>
            </a:extLst>
          </p:cNvPr>
          <p:cNvSpPr/>
          <p:nvPr userDrawn="1"/>
        </p:nvSpPr>
        <p:spPr>
          <a:xfrm>
            <a:off x="514540" y="2891946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44;p31">
            <a:extLst>
              <a:ext uri="{FF2B5EF4-FFF2-40B4-BE49-F238E27FC236}">
                <a16:creationId xmlns:a16="http://schemas.microsoft.com/office/drawing/2014/main" id="{E7AF0D48-4EAB-4341-56B9-E5180E18D687}"/>
              </a:ext>
            </a:extLst>
          </p:cNvPr>
          <p:cNvGrpSpPr/>
          <p:nvPr userDrawn="1"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71" name="Google Shape;45;p31">
              <a:extLst>
                <a:ext uri="{FF2B5EF4-FFF2-40B4-BE49-F238E27FC236}">
                  <a16:creationId xmlns:a16="http://schemas.microsoft.com/office/drawing/2014/main" id="{25EE43B4-55D5-638C-B8E0-7683EE07DEFE}"/>
                </a:ext>
              </a:extLst>
            </p:cNvPr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75" name="Google Shape;46;p31">
                <a:extLst>
                  <a:ext uri="{FF2B5EF4-FFF2-40B4-BE49-F238E27FC236}">
                    <a16:creationId xmlns:a16="http://schemas.microsoft.com/office/drawing/2014/main" id="{D06AC268-D753-3703-84A7-70B8CEE1953D}"/>
                  </a:ext>
                </a:extLst>
              </p:cNvPr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47;p31">
                <a:extLst>
                  <a:ext uri="{FF2B5EF4-FFF2-40B4-BE49-F238E27FC236}">
                    <a16:creationId xmlns:a16="http://schemas.microsoft.com/office/drawing/2014/main" id="{3CA9B3D1-6574-F459-2D19-20757E9DA548}"/>
                  </a:ext>
                </a:extLst>
              </p:cNvPr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" name="Google Shape;48;p31">
              <a:extLst>
                <a:ext uri="{FF2B5EF4-FFF2-40B4-BE49-F238E27FC236}">
                  <a16:creationId xmlns:a16="http://schemas.microsoft.com/office/drawing/2014/main" id="{9C48133A-5E44-59D4-D07A-9F4DA1DB4FB6}"/>
                </a:ext>
              </a:extLst>
            </p:cNvPr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49;p31">
              <a:extLst>
                <a:ext uri="{FF2B5EF4-FFF2-40B4-BE49-F238E27FC236}">
                  <a16:creationId xmlns:a16="http://schemas.microsoft.com/office/drawing/2014/main" id="{52692079-AC69-2A35-9041-6474957E1B76}"/>
                </a:ext>
              </a:extLst>
            </p:cNvPr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50;p31">
              <a:extLst>
                <a:ext uri="{FF2B5EF4-FFF2-40B4-BE49-F238E27FC236}">
                  <a16:creationId xmlns:a16="http://schemas.microsoft.com/office/drawing/2014/main" id="{DF1F27D0-EFFF-7207-95F6-31380C6AD755}"/>
                </a:ext>
              </a:extLst>
            </p:cNvPr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43;p31">
            <a:extLst>
              <a:ext uri="{FF2B5EF4-FFF2-40B4-BE49-F238E27FC236}">
                <a16:creationId xmlns:a16="http://schemas.microsoft.com/office/drawing/2014/main" id="{6105EC4C-2897-6550-3658-7F87FDA2E46D}"/>
              </a:ext>
            </a:extLst>
          </p:cNvPr>
          <p:cNvSpPr/>
          <p:nvPr userDrawn="1"/>
        </p:nvSpPr>
        <p:spPr>
          <a:xfrm>
            <a:off x="516205" y="5041837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51;p31">
            <a:extLst>
              <a:ext uri="{FF2B5EF4-FFF2-40B4-BE49-F238E27FC236}">
                <a16:creationId xmlns:a16="http://schemas.microsoft.com/office/drawing/2014/main" id="{73A799AF-B157-40EC-DCBE-B8FCFBE7F3C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658917" y="5200319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41;p31">
            <a:extLst>
              <a:ext uri="{FF2B5EF4-FFF2-40B4-BE49-F238E27FC236}">
                <a16:creationId xmlns:a16="http://schemas.microsoft.com/office/drawing/2014/main" id="{B3B56EED-70D4-931C-A420-FE71A037A5B3}"/>
              </a:ext>
            </a:extLst>
          </p:cNvPr>
          <p:cNvSpPr/>
          <p:nvPr userDrawn="1"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52;p31">
            <a:extLst>
              <a:ext uri="{FF2B5EF4-FFF2-40B4-BE49-F238E27FC236}">
                <a16:creationId xmlns:a16="http://schemas.microsoft.com/office/drawing/2014/main" id="{150405F6-AD92-3E93-A0F2-62123F63C231}"/>
              </a:ext>
            </a:extLst>
          </p:cNvPr>
          <p:cNvGrpSpPr/>
          <p:nvPr userDrawn="1"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81" name="Google Shape;53;p31">
              <a:extLst>
                <a:ext uri="{FF2B5EF4-FFF2-40B4-BE49-F238E27FC236}">
                  <a16:creationId xmlns:a16="http://schemas.microsoft.com/office/drawing/2014/main" id="{E89D22AA-CDF5-F8EF-533A-455BBF7ED376}"/>
                </a:ext>
              </a:extLst>
            </p:cNvPr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" name="Google Shape;54;p31">
              <a:extLst>
                <a:ext uri="{FF2B5EF4-FFF2-40B4-BE49-F238E27FC236}">
                  <a16:creationId xmlns:a16="http://schemas.microsoft.com/office/drawing/2014/main" id="{34CAB52C-B8E8-A6A1-22C9-58CFDA6BF939}"/>
                </a:ext>
              </a:extLst>
            </p:cNvPr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83" name="Google Shape;55;p31">
                <a:extLst>
                  <a:ext uri="{FF2B5EF4-FFF2-40B4-BE49-F238E27FC236}">
                    <a16:creationId xmlns:a16="http://schemas.microsoft.com/office/drawing/2014/main" id="{0380A354-0C36-FBBD-5A99-BEB6A92922F2}"/>
                  </a:ext>
                </a:extLst>
              </p:cNvPr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56;p31">
                <a:extLst>
                  <a:ext uri="{FF2B5EF4-FFF2-40B4-BE49-F238E27FC236}">
                    <a16:creationId xmlns:a16="http://schemas.microsoft.com/office/drawing/2014/main" id="{B3EF03DC-1D7C-1510-0CD0-0F69395B797F}"/>
                  </a:ext>
                </a:extLst>
              </p:cNvPr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57;p31">
                <a:extLst>
                  <a:ext uri="{FF2B5EF4-FFF2-40B4-BE49-F238E27FC236}">
                    <a16:creationId xmlns:a16="http://schemas.microsoft.com/office/drawing/2014/main" id="{42F9CEE5-E68B-076C-BB6F-7A025F686840}"/>
                  </a:ext>
                </a:extLst>
              </p:cNvPr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58;p31">
                <a:extLst>
                  <a:ext uri="{FF2B5EF4-FFF2-40B4-BE49-F238E27FC236}">
                    <a16:creationId xmlns:a16="http://schemas.microsoft.com/office/drawing/2014/main" id="{99B7DFE5-0CDE-9C9C-3FD3-49285C4CFB39}"/>
                  </a:ext>
                </a:extLst>
              </p:cNvPr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59;p31">
                <a:extLst>
                  <a:ext uri="{FF2B5EF4-FFF2-40B4-BE49-F238E27FC236}">
                    <a16:creationId xmlns:a16="http://schemas.microsoft.com/office/drawing/2014/main" id="{0F963431-0407-0C32-190B-BA13628B3689}"/>
                  </a:ext>
                </a:extLst>
              </p:cNvPr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60;p31">
                <a:extLst>
                  <a:ext uri="{FF2B5EF4-FFF2-40B4-BE49-F238E27FC236}">
                    <a16:creationId xmlns:a16="http://schemas.microsoft.com/office/drawing/2014/main" id="{F439FC39-5565-97D2-9A14-46058DB5EF62}"/>
                  </a:ext>
                </a:extLst>
              </p:cNvPr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9" name="Google Shape;41;p31">
            <a:extLst>
              <a:ext uri="{FF2B5EF4-FFF2-40B4-BE49-F238E27FC236}">
                <a16:creationId xmlns:a16="http://schemas.microsoft.com/office/drawing/2014/main" id="{4FB79224-C783-AB92-7785-7C018D12A249}"/>
              </a:ext>
            </a:extLst>
          </p:cNvPr>
          <p:cNvSpPr/>
          <p:nvPr userDrawn="1"/>
        </p:nvSpPr>
        <p:spPr>
          <a:xfrm>
            <a:off x="6537750" y="3144691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2215;p100">
            <a:extLst>
              <a:ext uri="{FF2B5EF4-FFF2-40B4-BE49-F238E27FC236}">
                <a16:creationId xmlns:a16="http://schemas.microsoft.com/office/drawing/2014/main" id="{0E0D728E-3A33-4EF4-5212-177932EB7D37}"/>
              </a:ext>
            </a:extLst>
          </p:cNvPr>
          <p:cNvSpPr/>
          <p:nvPr userDrawn="1"/>
        </p:nvSpPr>
        <p:spPr>
          <a:xfrm>
            <a:off x="6637986" y="3252609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C464C-51C2-DB3D-4C1D-F67CB5B688F7}"/>
              </a:ext>
            </a:extLst>
          </p:cNvPr>
          <p:cNvSpPr txBox="1"/>
          <p:nvPr userDrawn="1"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pSp>
        <p:nvGrpSpPr>
          <p:cNvPr id="7" name="Google Shape;34;p31">
            <a:extLst>
              <a:ext uri="{FF2B5EF4-FFF2-40B4-BE49-F238E27FC236}">
                <a16:creationId xmlns:a16="http://schemas.microsoft.com/office/drawing/2014/main" id="{C430FFE2-579C-F0FF-C290-CF4D2EB9FE97}"/>
              </a:ext>
            </a:extLst>
          </p:cNvPr>
          <p:cNvGrpSpPr/>
          <p:nvPr userDrawn="1"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9" name="Google Shape;35;p31">
              <a:extLst>
                <a:ext uri="{FF2B5EF4-FFF2-40B4-BE49-F238E27FC236}">
                  <a16:creationId xmlns:a16="http://schemas.microsoft.com/office/drawing/2014/main" id="{75DCD9A7-81F9-4D17-9997-5B22594BE3C9}"/>
                </a:ext>
              </a:extLst>
            </p:cNvPr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4" name="Google Shape;36;p31">
                <a:extLst>
                  <a:ext uri="{FF2B5EF4-FFF2-40B4-BE49-F238E27FC236}">
                    <a16:creationId xmlns:a16="http://schemas.microsoft.com/office/drawing/2014/main" id="{90EABD33-493E-E54A-1A23-1BA99D60F8B0}"/>
                  </a:ext>
                </a:extLst>
              </p:cNvPr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37;p31">
                <a:extLst>
                  <a:ext uri="{FF2B5EF4-FFF2-40B4-BE49-F238E27FC236}">
                    <a16:creationId xmlns:a16="http://schemas.microsoft.com/office/drawing/2014/main" id="{A8D933AC-72DA-D72F-77D3-A7207C548944}"/>
                  </a:ext>
                </a:extLst>
              </p:cNvPr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38;p31">
                <a:extLst>
                  <a:ext uri="{FF2B5EF4-FFF2-40B4-BE49-F238E27FC236}">
                    <a16:creationId xmlns:a16="http://schemas.microsoft.com/office/drawing/2014/main" id="{4A4515EE-AAD5-6566-FB77-56CD51465C34}"/>
                  </a:ext>
                </a:extLst>
              </p:cNvPr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" name="Google Shape;39;p31">
              <a:extLst>
                <a:ext uri="{FF2B5EF4-FFF2-40B4-BE49-F238E27FC236}">
                  <a16:creationId xmlns:a16="http://schemas.microsoft.com/office/drawing/2014/main" id="{C178D74F-1BD9-301F-4848-BDD92A8BD252}"/>
                </a:ext>
              </a:extLst>
            </p:cNvPr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40;p31">
              <a:extLst>
                <a:ext uri="{FF2B5EF4-FFF2-40B4-BE49-F238E27FC236}">
                  <a16:creationId xmlns:a16="http://schemas.microsoft.com/office/drawing/2014/main" id="{2FB8305B-313B-9DA6-397B-FD10C2E02AD9}"/>
                </a:ext>
              </a:extLst>
            </p:cNvPr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6278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 preserve="1" userDrawn="1">
  <p:cSld name="2_1. Conteudo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7">
            <a:extLst>
              <a:ext uri="{FF2B5EF4-FFF2-40B4-BE49-F238E27FC236}">
                <a16:creationId xmlns:a16="http://schemas.microsoft.com/office/drawing/2014/main" id="{1010BB96-2C5C-93CB-0DE4-6ADDB142D0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1333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1" name="Espaço Reservado para Texto 7">
            <a:extLst>
              <a:ext uri="{FF2B5EF4-FFF2-40B4-BE49-F238E27FC236}">
                <a16:creationId xmlns:a16="http://schemas.microsoft.com/office/drawing/2014/main" id="{9550BDCE-8C17-2808-26AD-19DADB9A40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1333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6" name="Espaço Reservado para Texto 7">
            <a:extLst>
              <a:ext uri="{FF2B5EF4-FFF2-40B4-BE49-F238E27FC236}">
                <a16:creationId xmlns:a16="http://schemas.microsoft.com/office/drawing/2014/main" id="{24714A58-2E0F-BD3B-F270-0F26F9E6CD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1333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20" name="Espaço Reservado para Texto 7">
            <a:extLst>
              <a:ext uri="{FF2B5EF4-FFF2-40B4-BE49-F238E27FC236}">
                <a16:creationId xmlns:a16="http://schemas.microsoft.com/office/drawing/2014/main" id="{5E0069F1-0137-2FAA-27B5-5B98A6D199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1333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21" name="Espaço Reservado para Texto 19">
            <a:extLst>
              <a:ext uri="{FF2B5EF4-FFF2-40B4-BE49-F238E27FC236}">
                <a16:creationId xmlns:a16="http://schemas.microsoft.com/office/drawing/2014/main" id="{C140BF74-0D8B-686D-7192-D2693E320B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</p:spPr>
        <p:txBody>
          <a:bodyPr/>
          <a:lstStyle>
            <a:lvl1pPr>
              <a:defRPr sz="1333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E6F83E7-115A-9DA3-AE2E-C776E3CDC909}"/>
              </a:ext>
            </a:extLst>
          </p:cNvPr>
          <p:cNvSpPr/>
          <p:nvPr userDrawn="1"/>
        </p:nvSpPr>
        <p:spPr>
          <a:xfrm>
            <a:off x="214209" y="372431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Google Shape;69;p32">
            <a:extLst>
              <a:ext uri="{FF2B5EF4-FFF2-40B4-BE49-F238E27FC236}">
                <a16:creationId xmlns:a16="http://schemas.microsoft.com/office/drawing/2014/main" id="{B2A3BCCA-5F55-6925-3904-69B57E994027}"/>
              </a:ext>
            </a:extLst>
          </p:cNvPr>
          <p:cNvSpPr txBox="1"/>
          <p:nvPr userDrawn="1"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lang="pt-BR"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2549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 preserve="1" userDrawn="1">
  <p:cSld name="3_Ativida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03;p21">
            <a:extLst>
              <a:ext uri="{FF2B5EF4-FFF2-40B4-BE49-F238E27FC236}">
                <a16:creationId xmlns:a16="http://schemas.microsoft.com/office/drawing/2014/main" id="{04070031-126A-1C18-A638-9AC483966AB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29" t="12285" r="30240" b="18386"/>
          <a:stretch/>
        </p:blipFill>
        <p:spPr>
          <a:xfrm rot="10800000"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8E9625F-D19E-624E-A52E-3E35C3F742DF}"/>
              </a:ext>
            </a:extLst>
          </p:cNvPr>
          <p:cNvSpPr txBox="1"/>
          <p:nvPr userDrawn="1"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E3EABF6E-626A-0802-C919-B97335045E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25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24C57C54-2E58-E7B5-ECF5-2C905E340D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1467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4" name="Retângulo: Cantos Arredondados 5">
            <a:extLst>
              <a:ext uri="{FF2B5EF4-FFF2-40B4-BE49-F238E27FC236}">
                <a16:creationId xmlns:a16="http://schemas.microsoft.com/office/drawing/2014/main" id="{40BFFED0-7092-73AA-0F75-33AF1D8867CD}"/>
              </a:ext>
            </a:extLst>
          </p:cNvPr>
          <p:cNvSpPr/>
          <p:nvPr userDrawn="1"/>
        </p:nvSpPr>
        <p:spPr>
          <a:xfrm>
            <a:off x="200184" y="44804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231;p21">
            <a:extLst>
              <a:ext uri="{FF2B5EF4-FFF2-40B4-BE49-F238E27FC236}">
                <a16:creationId xmlns:a16="http://schemas.microsoft.com/office/drawing/2014/main" id="{815DDBEE-7BBC-55C1-53DA-BCDB3228DC44}"/>
              </a:ext>
            </a:extLst>
          </p:cNvPr>
          <p:cNvSpPr txBox="1"/>
          <p:nvPr userDrawn="1"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Pause 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rgbClr val="FFFFFF"/>
                </a:solidFill>
                <a:latin typeface="Poppins"/>
                <a:ea typeface="Poppins Light"/>
                <a:cs typeface="Poppins"/>
                <a:sym typeface="Poppins"/>
              </a:rPr>
              <a:t>responda</a:t>
            </a:r>
            <a:endParaRPr lang="pt-BR" sz="2333" b="0" i="0" u="none" strike="noStrike" cap="none" noProof="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37413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 preserve="1" userDrawn="1">
  <p:cSld name="3_Atividade_Resposta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E128FBB6-9361-0CA4-4757-4C6494BD61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</p:spPr>
        <p:txBody>
          <a:bodyPr/>
          <a:lstStyle/>
          <a:p>
            <a:pPr lvl="0"/>
            <a:endParaRPr lang="pt-BR"/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004B621D-7063-CB00-D5F7-DD7041FE5E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</p:spPr>
        <p:txBody>
          <a:bodyPr/>
          <a:lstStyle/>
          <a:p>
            <a:pPr lvl="0"/>
            <a:endParaRPr lang="pt-BR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3ED50221-AC80-3CBF-59A1-8AAD3D8B7C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</p:spPr>
        <p:txBody>
          <a:bodyPr/>
          <a:lstStyle/>
          <a:p>
            <a:pPr lvl="0"/>
            <a:endParaRPr lang="pt-BR"/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5B12E8BA-EADA-382E-01AB-DEE52E9196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</p:spPr>
        <p:txBody>
          <a:bodyPr/>
          <a:lstStyle/>
          <a:p>
            <a:pPr lvl="0"/>
            <a:endParaRPr lang="pt-BR"/>
          </a:p>
        </p:txBody>
      </p:sp>
      <p:sp>
        <p:nvSpPr>
          <p:cNvPr id="12" name="Google Shape;562;p38">
            <a:extLst>
              <a:ext uri="{FF2B5EF4-FFF2-40B4-BE49-F238E27FC236}">
                <a16:creationId xmlns:a16="http://schemas.microsoft.com/office/drawing/2014/main" id="{7689DC06-EAE3-38FF-04B9-B5AC70E62C0A}"/>
              </a:ext>
            </a:extLst>
          </p:cNvPr>
          <p:cNvSpPr txBox="1"/>
          <p:nvPr userDrawn="1"/>
        </p:nvSpPr>
        <p:spPr>
          <a:xfrm>
            <a:off x="3305837" y="5948777"/>
            <a:ext cx="6190494" cy="246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 noProof="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lang="pt-BR" sz="1200" b="0" i="0" u="none" strike="noStrike" cap="none" noProof="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644FA7C-8B7D-7E51-0B73-7BDE8ED2A9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2047" y="5795955"/>
            <a:ext cx="363559" cy="436271"/>
          </a:xfrm>
          <a:prstGeom prst="rect">
            <a:avLst/>
          </a:prstGeom>
        </p:spPr>
      </p:pic>
      <p:sp>
        <p:nvSpPr>
          <p:cNvPr id="17" name="Google Shape;550;p38">
            <a:extLst>
              <a:ext uri="{FF2B5EF4-FFF2-40B4-BE49-F238E27FC236}">
                <a16:creationId xmlns:a16="http://schemas.microsoft.com/office/drawing/2014/main" id="{22DB1641-662F-0F15-0F05-AB19823A1C94}"/>
              </a:ext>
            </a:extLst>
          </p:cNvPr>
          <p:cNvSpPr/>
          <p:nvPr userDrawn="1"/>
        </p:nvSpPr>
        <p:spPr>
          <a:xfrm>
            <a:off x="2883290" y="2029006"/>
            <a:ext cx="4046900" cy="3616933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Google Shape;552;p38">
            <a:extLst>
              <a:ext uri="{FF2B5EF4-FFF2-40B4-BE49-F238E27FC236}">
                <a16:creationId xmlns:a16="http://schemas.microsoft.com/office/drawing/2014/main" id="{6499F285-1A38-F587-30AE-F87C7C508E35}"/>
              </a:ext>
            </a:extLst>
          </p:cNvPr>
          <p:cNvSpPr/>
          <p:nvPr userDrawn="1"/>
        </p:nvSpPr>
        <p:spPr>
          <a:xfrm>
            <a:off x="7220006" y="2029006"/>
            <a:ext cx="4046900" cy="3616933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Google Shape;555;p38">
            <a:extLst>
              <a:ext uri="{FF2B5EF4-FFF2-40B4-BE49-F238E27FC236}">
                <a16:creationId xmlns:a16="http://schemas.microsoft.com/office/drawing/2014/main" id="{2BF08877-A4A6-A343-7ADA-9CCC985A9343}"/>
              </a:ext>
            </a:extLst>
          </p:cNvPr>
          <p:cNvSpPr txBox="1"/>
          <p:nvPr userDrawn="1"/>
        </p:nvSpPr>
        <p:spPr>
          <a:xfrm>
            <a:off x="2883290" y="2509149"/>
            <a:ext cx="4046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noProof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</a:p>
        </p:txBody>
      </p:sp>
      <p:sp>
        <p:nvSpPr>
          <p:cNvPr id="20" name="Google Shape;556;p38">
            <a:extLst>
              <a:ext uri="{FF2B5EF4-FFF2-40B4-BE49-F238E27FC236}">
                <a16:creationId xmlns:a16="http://schemas.microsoft.com/office/drawing/2014/main" id="{06DCDA04-B510-0D6E-F21C-78BC9B40087E}"/>
              </a:ext>
            </a:extLst>
          </p:cNvPr>
          <p:cNvSpPr txBox="1"/>
          <p:nvPr userDrawn="1"/>
        </p:nvSpPr>
        <p:spPr>
          <a:xfrm>
            <a:off x="7220007" y="2509149"/>
            <a:ext cx="4046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noProof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</a:p>
        </p:txBody>
      </p:sp>
      <p:sp>
        <p:nvSpPr>
          <p:cNvPr id="21" name="Google Shape;551;p38">
            <a:extLst>
              <a:ext uri="{FF2B5EF4-FFF2-40B4-BE49-F238E27FC236}">
                <a16:creationId xmlns:a16="http://schemas.microsoft.com/office/drawing/2014/main" id="{7E6A8E0A-9183-FB50-4A81-66F4D7EDD5E7}"/>
              </a:ext>
            </a:extLst>
          </p:cNvPr>
          <p:cNvSpPr/>
          <p:nvPr userDrawn="1"/>
        </p:nvSpPr>
        <p:spPr>
          <a:xfrm rot="10800000">
            <a:off x="4522940" y="1517749"/>
            <a:ext cx="767598" cy="84949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Google Shape;553;p38">
            <a:extLst>
              <a:ext uri="{FF2B5EF4-FFF2-40B4-BE49-F238E27FC236}">
                <a16:creationId xmlns:a16="http://schemas.microsoft.com/office/drawing/2014/main" id="{4D2C6640-A50D-4F35-EF25-B49D864B9245}"/>
              </a:ext>
            </a:extLst>
          </p:cNvPr>
          <p:cNvSpPr/>
          <p:nvPr userDrawn="1"/>
        </p:nvSpPr>
        <p:spPr>
          <a:xfrm rot="10800000">
            <a:off x="8859658" y="1517749"/>
            <a:ext cx="767598" cy="84949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9449EC55-4306-D15B-633C-ED1C9E0800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5052" y="1652486"/>
            <a:ext cx="613321" cy="417058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1BEFF44C-BE6A-E4AA-DF79-EF09D79012A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5782" y="1632977"/>
            <a:ext cx="450550" cy="440964"/>
          </a:xfrm>
          <a:prstGeom prst="rect">
            <a:avLst/>
          </a:prstGeom>
        </p:spPr>
      </p:pic>
      <p:sp>
        <p:nvSpPr>
          <p:cNvPr id="2" name="Retângulo: Cantos Arredondados 5">
            <a:extLst>
              <a:ext uri="{FF2B5EF4-FFF2-40B4-BE49-F238E27FC236}">
                <a16:creationId xmlns:a16="http://schemas.microsoft.com/office/drawing/2014/main" id="{9DC46E46-55EF-83F5-71AC-C13DFFB50EEA}"/>
              </a:ext>
            </a:extLst>
          </p:cNvPr>
          <p:cNvSpPr/>
          <p:nvPr userDrawn="1"/>
        </p:nvSpPr>
        <p:spPr>
          <a:xfrm>
            <a:off x="200184" y="22452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207;p37">
            <a:extLst>
              <a:ext uri="{FF2B5EF4-FFF2-40B4-BE49-F238E27FC236}">
                <a16:creationId xmlns:a16="http://schemas.microsoft.com/office/drawing/2014/main" id="{061D2530-F684-7D2E-0D7B-843A39F1BC58}"/>
              </a:ext>
            </a:extLst>
          </p:cNvPr>
          <p:cNvSpPr txBox="1"/>
          <p:nvPr userDrawn="1"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189797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 preserve="1" userDrawn="1">
  <p:cSld name="2_Atividade_embranco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F0416F6-09BD-9981-848C-F13A11B9AE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/>
          </a:p>
        </p:txBody>
      </p:sp>
      <p:sp>
        <p:nvSpPr>
          <p:cNvPr id="4" name="Espaço Reservado para Mídia 3">
            <a:extLst>
              <a:ext uri="{FF2B5EF4-FFF2-40B4-BE49-F238E27FC236}">
                <a16:creationId xmlns:a16="http://schemas.microsoft.com/office/drawing/2014/main" id="{93F045AC-FA97-1D94-5C54-6BC8931024B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8226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03;p21">
            <a:extLst>
              <a:ext uri="{FF2B5EF4-FFF2-40B4-BE49-F238E27FC236}">
                <a16:creationId xmlns:a16="http://schemas.microsoft.com/office/drawing/2014/main" id="{C2D53C5C-653B-C871-5FD5-4980C285D26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29" t="12285" r="30240" b="18386"/>
          <a:stretch/>
        </p:blipFill>
        <p:spPr>
          <a:xfrm rot="10800000">
            <a:off x="0" y="12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057199B-50DA-9F6C-8E72-8C0677DF333E}"/>
              </a:ext>
            </a:extLst>
          </p:cNvPr>
          <p:cNvSpPr/>
          <p:nvPr userDrawn="1"/>
        </p:nvSpPr>
        <p:spPr>
          <a:xfrm>
            <a:off x="5260792" y="304269"/>
            <a:ext cx="6553729" cy="556821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" name="Google Shape;146;p12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A24CA4-AA45-E069-3331-6863E624A858}"/>
              </a:ext>
            </a:extLst>
          </p:cNvPr>
          <p:cNvSpPr txBox="1"/>
          <p:nvPr userDrawn="1"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 userDrawn="1">
  <p:cSld name="5_OqueAprendemos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316;p32">
            <a:extLst>
              <a:ext uri="{FF2B5EF4-FFF2-40B4-BE49-F238E27FC236}">
                <a16:creationId xmlns:a16="http://schemas.microsoft.com/office/drawing/2014/main" id="{7C738FF4-2E01-8DDD-6839-4D26CF39941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7961" t="437" r="51208"/>
          <a:stretch/>
        </p:blipFill>
        <p:spPr>
          <a:xfrm>
            <a:off x="0" y="0"/>
            <a:ext cx="37752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2" descr="Pessoas sentadas ao redor de uma mes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 r="35132"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2" name="Google Shape;345;p32">
            <a:extLst>
              <a:ext uri="{FF2B5EF4-FFF2-40B4-BE49-F238E27FC236}">
                <a16:creationId xmlns:a16="http://schemas.microsoft.com/office/drawing/2014/main" id="{D958A6C2-8B71-D5A0-1C68-95723A4C4FE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" name="Google Shape;347;p32">
            <a:extLst>
              <a:ext uri="{FF2B5EF4-FFF2-40B4-BE49-F238E27FC236}">
                <a16:creationId xmlns:a16="http://schemas.microsoft.com/office/drawing/2014/main" id="{D60E57C9-84D4-8D99-0D6C-C59B32F7C63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" name="Google Shape;349;p32">
            <a:extLst>
              <a:ext uri="{FF2B5EF4-FFF2-40B4-BE49-F238E27FC236}">
                <a16:creationId xmlns:a16="http://schemas.microsoft.com/office/drawing/2014/main" id="{142C7AEA-387E-A052-1D08-8A416B8497B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" name="Google Shape;233;p39">
            <a:extLst>
              <a:ext uri="{FF2B5EF4-FFF2-40B4-BE49-F238E27FC236}">
                <a16:creationId xmlns:a16="http://schemas.microsoft.com/office/drawing/2014/main" id="{23D223AE-6B47-5244-85DA-E25526DF3862}"/>
              </a:ext>
            </a:extLst>
          </p:cNvPr>
          <p:cNvSpPr txBox="1"/>
          <p:nvPr userDrawn="1"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35;p39">
            <a:extLst>
              <a:ext uri="{FF2B5EF4-FFF2-40B4-BE49-F238E27FC236}">
                <a16:creationId xmlns:a16="http://schemas.microsoft.com/office/drawing/2014/main" id="{607A1E13-022D-D9F1-086C-636AF8EAE3BA}"/>
              </a:ext>
            </a:extLst>
          </p:cNvPr>
          <p:cNvSpPr txBox="1"/>
          <p:nvPr userDrawn="1"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37;p39">
            <a:extLst>
              <a:ext uri="{FF2B5EF4-FFF2-40B4-BE49-F238E27FC236}">
                <a16:creationId xmlns:a16="http://schemas.microsoft.com/office/drawing/2014/main" id="{2E8F90B6-2731-530A-A552-FC88DAE9F7F9}"/>
              </a:ext>
            </a:extLst>
          </p:cNvPr>
          <p:cNvSpPr txBox="1"/>
          <p:nvPr userDrawn="1"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BE2669-C701-CF93-6C9B-1A151924C387}"/>
              </a:ext>
            </a:extLst>
          </p:cNvPr>
          <p:cNvSpPr txBox="1"/>
          <p:nvPr userDrawn="1"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3" name="Google Shape;689;p48">
            <a:extLst>
              <a:ext uri="{FF2B5EF4-FFF2-40B4-BE49-F238E27FC236}">
                <a16:creationId xmlns:a16="http://schemas.microsoft.com/office/drawing/2014/main" id="{CD718217-2CE6-DB3A-869B-FAD482712338}"/>
              </a:ext>
            </a:extLst>
          </p:cNvPr>
          <p:cNvSpPr txBox="1">
            <a:spLocks/>
          </p:cNvSpPr>
          <p:nvPr userDrawn="1"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40"/>
              </a:spcBef>
              <a:buSzPts val="1200"/>
              <a:buFont typeface="Arial" pitchFamily="34" charset="0"/>
              <a:buNone/>
            </a:pPr>
            <a:r>
              <a:rPr lang="pt-BR" sz="8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© Getty </a:t>
            </a:r>
            <a:r>
              <a:rPr lang="pt-BR" sz="80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Images</a:t>
            </a:r>
            <a:endParaRPr lang="pt-BR" sz="80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0" name="Retângulo: Cantos Arredondados 2">
            <a:extLst>
              <a:ext uri="{FF2B5EF4-FFF2-40B4-BE49-F238E27FC236}">
                <a16:creationId xmlns:a16="http://schemas.microsoft.com/office/drawing/2014/main" id="{256B11F3-9647-78BA-6A77-ED569168775C}"/>
              </a:ext>
            </a:extLst>
          </p:cNvPr>
          <p:cNvSpPr/>
          <p:nvPr userDrawn="1"/>
        </p:nvSpPr>
        <p:spPr>
          <a:xfrm>
            <a:off x="1827147" y="369589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Google Shape;353;p32">
            <a:extLst>
              <a:ext uri="{FF2B5EF4-FFF2-40B4-BE49-F238E27FC236}">
                <a16:creationId xmlns:a16="http://schemas.microsoft.com/office/drawing/2014/main" id="{277E2C09-0F74-C5E3-02B8-6E2D43D7F485}"/>
              </a:ext>
            </a:extLst>
          </p:cNvPr>
          <p:cNvSpPr txBox="1"/>
          <p:nvPr userDrawn="1"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lang="pt-BR" sz="2333" b="0" i="0" u="none" strike="noStrike" cap="none" noProof="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005588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 userDrawn="1">
  <p:cSld name="4_Atividade_Seminario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2;p4">
            <a:extLst>
              <a:ext uri="{FF2B5EF4-FFF2-40B4-BE49-F238E27FC236}">
                <a16:creationId xmlns:a16="http://schemas.microsoft.com/office/drawing/2014/main" id="{96D0DE7F-92AF-A646-0FF2-A77FC5D2471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;p4">
            <a:extLst>
              <a:ext uri="{FF2B5EF4-FFF2-40B4-BE49-F238E27FC236}">
                <a16:creationId xmlns:a16="http://schemas.microsoft.com/office/drawing/2014/main" id="{79131217-7207-B376-583C-711407C3744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 txBox="1">
            <a:spLocks noGrp="1"/>
          </p:cNvSpPr>
          <p:nvPr>
            <p:ph type="body" idx="5"/>
          </p:nvPr>
        </p:nvSpPr>
        <p:spPr>
          <a:xfrm>
            <a:off x="1450528" y="1854200"/>
            <a:ext cx="8305873" cy="3822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" name="Google Shape;624;p42">
            <a:extLst>
              <a:ext uri="{FF2B5EF4-FFF2-40B4-BE49-F238E27FC236}">
                <a16:creationId xmlns:a16="http://schemas.microsoft.com/office/drawing/2014/main" id="{690D8EE8-5EA4-845E-6984-D0C986969508}"/>
              </a:ext>
            </a:extLst>
          </p:cNvPr>
          <p:cNvSpPr txBox="1"/>
          <p:nvPr userDrawn="1"/>
        </p:nvSpPr>
        <p:spPr>
          <a:xfrm>
            <a:off x="1450528" y="1180890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noProof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r>
              <a:rPr lang="en-US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59309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 preserve="1" userDrawn="1">
  <p:cSld name="2_4. Exposição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7E4D5C0-2DFD-930A-8F66-D0EE5037040E}"/>
              </a:ext>
            </a:extLst>
          </p:cNvPr>
          <p:cNvSpPr txBox="1"/>
          <p:nvPr userDrawn="1"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1358944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48" r:id="rId2"/>
    <p:sldLayoutId id="2147483731" r:id="rId3"/>
    <p:sldLayoutId id="2147483710" r:id="rId4"/>
    <p:sldLayoutId id="2147483735" r:id="rId5"/>
    <p:sldLayoutId id="2147483713" r:id="rId6"/>
    <p:sldLayoutId id="2147483714" r:id="rId7"/>
    <p:sldLayoutId id="2147483701" r:id="rId8"/>
    <p:sldLayoutId id="2147483658" r:id="rId9"/>
    <p:sldLayoutId id="2147483705" r:id="rId10"/>
    <p:sldLayoutId id="2147483707" r:id="rId11"/>
    <p:sldLayoutId id="214748373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HhKmqSe7XmY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7.sv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8.sv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49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43;p43">
            <a:extLst>
              <a:ext uri="{FF2B5EF4-FFF2-40B4-BE49-F238E27FC236}">
                <a16:creationId xmlns:a16="http://schemas.microsoft.com/office/drawing/2014/main" id="{7894E3BE-B414-0F09-61B0-337BC78F1418}"/>
              </a:ext>
            </a:extLst>
          </p:cNvPr>
          <p:cNvSpPr txBox="1">
            <a:spLocks/>
          </p:cNvSpPr>
          <p:nvPr/>
        </p:nvSpPr>
        <p:spPr>
          <a:xfrm>
            <a:off x="613181" y="2135339"/>
            <a:ext cx="6814747" cy="46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2600" b="1" dirty="0">
                <a:solidFill>
                  <a:schemeClr val="tx1"/>
                </a:solidFill>
                <a:latin typeface="Poppins" panose="00000500000000000000" pitchFamily="2" charset="0"/>
                <a:cs typeface="Poppins"/>
              </a:rPr>
              <a:t>Direcionando a atenção</a:t>
            </a:r>
          </a:p>
        </p:txBody>
      </p:sp>
      <p:sp>
        <p:nvSpPr>
          <p:cNvPr id="8" name="Google Shape;644;p43">
            <a:extLst>
              <a:ext uri="{FF2B5EF4-FFF2-40B4-BE49-F238E27FC236}">
                <a16:creationId xmlns:a16="http://schemas.microsoft.com/office/drawing/2014/main" id="{38B14DE2-B36E-A166-7418-0BCC262D9727}"/>
              </a:ext>
            </a:extLst>
          </p:cNvPr>
          <p:cNvSpPr txBox="1">
            <a:spLocks/>
          </p:cNvSpPr>
          <p:nvPr/>
        </p:nvSpPr>
        <p:spPr>
          <a:xfrm>
            <a:off x="613179" y="3554305"/>
            <a:ext cx="6814747" cy="69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2500"/>
            </a:pPr>
            <a:r>
              <a:rPr lang="pt-BR" sz="1800" dirty="0">
                <a:latin typeface="Poppins" panose="00000500000000000000" pitchFamily="2" charset="0"/>
                <a:cs typeface="Poppins"/>
              </a:rPr>
              <a:t>Código da aula: DADOSANO1C3B2S10A3</a:t>
            </a:r>
            <a:r>
              <a:rPr lang="pt-BR" sz="1650" dirty="0">
                <a:latin typeface="Poppins" panose="00000500000000000000" pitchFamily="2" charset="0"/>
                <a:cs typeface="Poppins"/>
              </a:rPr>
              <a:t>	</a:t>
            </a:r>
          </a:p>
        </p:txBody>
      </p:sp>
      <p:sp>
        <p:nvSpPr>
          <p:cNvPr id="9" name="Google Shape;643;p43">
            <a:extLst>
              <a:ext uri="{FF2B5EF4-FFF2-40B4-BE49-F238E27FC236}">
                <a16:creationId xmlns:a16="http://schemas.microsoft.com/office/drawing/2014/main" id="{44C24A69-BA95-9909-516F-994C0772D844}"/>
              </a:ext>
            </a:extLst>
          </p:cNvPr>
          <p:cNvSpPr txBox="1">
            <a:spLocks/>
          </p:cNvSpPr>
          <p:nvPr/>
        </p:nvSpPr>
        <p:spPr>
          <a:xfrm>
            <a:off x="613180" y="1250419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sz="3200" dirty="0">
                <a:solidFill>
                  <a:srgbClr val="FF161F"/>
                </a:solidFill>
                <a:latin typeface="Poppins" panose="00000500000000000000" pitchFamily="2" charset="0"/>
              </a:rPr>
              <a:t>Storytelling de dados</a:t>
            </a:r>
            <a:endParaRPr lang="en-US" sz="3200" b="1" i="0" u="none" strike="noStrike" cap="none" dirty="0">
              <a:solidFill>
                <a:srgbClr val="FF161F"/>
              </a:solidFill>
              <a:latin typeface="Poppins" panose="00000500000000000000" pitchFamily="2" charset="0"/>
              <a:ea typeface="Poppins"/>
              <a:cs typeface="Poppins"/>
            </a:endParaRPr>
          </a:p>
          <a:p>
            <a:pPr marL="0" indent="0">
              <a:spcBef>
                <a:spcPts val="0"/>
              </a:spcBef>
            </a:pPr>
            <a:endParaRPr lang="pt-BR" sz="3200" dirty="0">
              <a:solidFill>
                <a:srgbClr val="FF161F"/>
              </a:solidFill>
            </a:endParaRPr>
          </a:p>
        </p:txBody>
      </p:sp>
      <p:sp>
        <p:nvSpPr>
          <p:cNvPr id="10" name="Google Shape;644;p43">
            <a:extLst>
              <a:ext uri="{FF2B5EF4-FFF2-40B4-BE49-F238E27FC236}">
                <a16:creationId xmlns:a16="http://schemas.microsoft.com/office/drawing/2014/main" id="{9D103B63-758A-7270-9691-88696E89FE79}"/>
              </a:ext>
            </a:extLst>
          </p:cNvPr>
          <p:cNvSpPr txBox="1">
            <a:spLocks/>
          </p:cNvSpPr>
          <p:nvPr/>
        </p:nvSpPr>
        <p:spPr>
          <a:xfrm>
            <a:off x="613180" y="2953947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sz="1800" b="0" dirty="0">
                <a:solidFill>
                  <a:srgbClr val="BFBFBF"/>
                </a:solidFill>
                <a:latin typeface="Poppins Medium"/>
                <a:cs typeface="Poppins Medium"/>
              </a:rPr>
              <a:t>Aula 3: Uso de texto e rótulos</a:t>
            </a:r>
          </a:p>
        </p:txBody>
      </p:sp>
    </p:spTree>
    <p:extLst>
      <p:ext uri="{BB962C8B-B14F-4D97-AF65-F5344CB8AC3E}">
        <p14:creationId xmlns:p14="http://schemas.microsoft.com/office/powerpoint/2010/main" val="904697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AC5D1702-C903-97F9-56FA-87AA19492A76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41C6D5D2-E984-8E13-455D-72664BAB0134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5D7D75E9-0F4B-DBE3-CC79-711BCF1FE0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99" r="949"/>
          <a:stretch/>
        </p:blipFill>
        <p:spPr>
          <a:xfrm>
            <a:off x="-5171" y="1383424"/>
            <a:ext cx="12197171" cy="4987270"/>
          </a:xfrm>
          <a:prstGeom prst="rect">
            <a:avLst/>
          </a:prstGeom>
        </p:spPr>
      </p:pic>
      <p:sp>
        <p:nvSpPr>
          <p:cNvPr id="6" name="Google Shape;293;p3">
            <a:extLst>
              <a:ext uri="{FF2B5EF4-FFF2-40B4-BE49-F238E27FC236}">
                <a16:creationId xmlns:a16="http://schemas.microsoft.com/office/drawing/2014/main" id="{EA53E5E4-D3ED-749E-28C3-DEE2A2835353}"/>
              </a:ext>
            </a:extLst>
          </p:cNvPr>
          <p:cNvSpPr/>
          <p:nvPr/>
        </p:nvSpPr>
        <p:spPr>
          <a:xfrm rot="-3438299">
            <a:off x="3101898" y="4687148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8;p3">
            <a:extLst>
              <a:ext uri="{FF2B5EF4-FFF2-40B4-BE49-F238E27FC236}">
                <a16:creationId xmlns:a16="http://schemas.microsoft.com/office/drawing/2014/main" id="{4A2899B7-3121-4E75-668A-D6819BA310CC}"/>
              </a:ext>
            </a:extLst>
          </p:cNvPr>
          <p:cNvSpPr/>
          <p:nvPr/>
        </p:nvSpPr>
        <p:spPr>
          <a:xfrm rot="8953789">
            <a:off x="6038168" y="1499766"/>
            <a:ext cx="210524" cy="2105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02;p3">
            <a:extLst>
              <a:ext uri="{FF2B5EF4-FFF2-40B4-BE49-F238E27FC236}">
                <a16:creationId xmlns:a16="http://schemas.microsoft.com/office/drawing/2014/main" id="{B526F078-F664-0138-7558-AC45725A848F}"/>
              </a:ext>
            </a:extLst>
          </p:cNvPr>
          <p:cNvSpPr/>
          <p:nvPr/>
        </p:nvSpPr>
        <p:spPr>
          <a:xfrm rot="-4951757">
            <a:off x="7428646" y="2359254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03;p3">
            <a:extLst>
              <a:ext uri="{FF2B5EF4-FFF2-40B4-BE49-F238E27FC236}">
                <a16:creationId xmlns:a16="http://schemas.microsoft.com/office/drawing/2014/main" id="{F56660FF-75DD-636F-27CC-F8F675E987DE}"/>
              </a:ext>
            </a:extLst>
          </p:cNvPr>
          <p:cNvSpPr/>
          <p:nvPr/>
        </p:nvSpPr>
        <p:spPr>
          <a:xfrm rot="-2290074">
            <a:off x="8128877" y="5906090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08;p3">
            <a:extLst>
              <a:ext uri="{FF2B5EF4-FFF2-40B4-BE49-F238E27FC236}">
                <a16:creationId xmlns:a16="http://schemas.microsoft.com/office/drawing/2014/main" id="{4808A2D2-A4FC-3D56-47CE-166BBAB51C4E}"/>
              </a:ext>
            </a:extLst>
          </p:cNvPr>
          <p:cNvSpPr/>
          <p:nvPr/>
        </p:nvSpPr>
        <p:spPr>
          <a:xfrm rot="4160691">
            <a:off x="9504311" y="4023267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2ADF4355-9ECC-B4E2-9FBC-DA12643DF645}"/>
              </a:ext>
            </a:extLst>
          </p:cNvPr>
          <p:cNvGrpSpPr/>
          <p:nvPr/>
        </p:nvGrpSpPr>
        <p:grpSpPr>
          <a:xfrm>
            <a:off x="571961" y="1714872"/>
            <a:ext cx="11429063" cy="4353397"/>
            <a:chOff x="880938" y="2486044"/>
            <a:chExt cx="17143595" cy="6530095"/>
          </a:xfrm>
          <a:solidFill>
            <a:srgbClr val="3E3593"/>
          </a:solidFill>
        </p:grpSpPr>
        <p:sp>
          <p:nvSpPr>
            <p:cNvPr id="3" name="Google Shape;290;p3">
              <a:extLst>
                <a:ext uri="{FF2B5EF4-FFF2-40B4-BE49-F238E27FC236}">
                  <a16:creationId xmlns:a16="http://schemas.microsoft.com/office/drawing/2014/main" id="{AE89209E-AD43-F36B-EC55-50B97549360D}"/>
                </a:ext>
              </a:extLst>
            </p:cNvPr>
            <p:cNvSpPr/>
            <p:nvPr/>
          </p:nvSpPr>
          <p:spPr>
            <a:xfrm>
              <a:off x="880938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291;p3">
              <a:extLst>
                <a:ext uri="{FF2B5EF4-FFF2-40B4-BE49-F238E27FC236}">
                  <a16:creationId xmlns:a16="http://schemas.microsoft.com/office/drawing/2014/main" id="{EB71AE8F-D310-98D6-CA71-79035040DEC1}"/>
                </a:ext>
              </a:extLst>
            </p:cNvPr>
            <p:cNvSpPr/>
            <p:nvPr/>
          </p:nvSpPr>
          <p:spPr>
            <a:xfrm>
              <a:off x="2332293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92;p3">
              <a:extLst>
                <a:ext uri="{FF2B5EF4-FFF2-40B4-BE49-F238E27FC236}">
                  <a16:creationId xmlns:a16="http://schemas.microsoft.com/office/drawing/2014/main" id="{6C307A4F-094A-23FC-557D-912DF9A29E01}"/>
                </a:ext>
              </a:extLst>
            </p:cNvPr>
            <p:cNvSpPr/>
            <p:nvPr/>
          </p:nvSpPr>
          <p:spPr>
            <a:xfrm>
              <a:off x="3751845" y="810880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94;p3">
              <a:extLst>
                <a:ext uri="{FF2B5EF4-FFF2-40B4-BE49-F238E27FC236}">
                  <a16:creationId xmlns:a16="http://schemas.microsoft.com/office/drawing/2014/main" id="{916F17AB-B0F5-C1FB-97C4-50122119F3CA}"/>
                </a:ext>
              </a:extLst>
            </p:cNvPr>
            <p:cNvSpPr/>
            <p:nvPr/>
          </p:nvSpPr>
          <p:spPr>
            <a:xfrm rot="-3438299">
              <a:off x="5201643" y="567999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95;p3">
              <a:extLst>
                <a:ext uri="{FF2B5EF4-FFF2-40B4-BE49-F238E27FC236}">
                  <a16:creationId xmlns:a16="http://schemas.microsoft.com/office/drawing/2014/main" id="{0A8D9351-46FD-D23A-3037-C46C45F92D91}"/>
                </a:ext>
              </a:extLst>
            </p:cNvPr>
            <p:cNvSpPr/>
            <p:nvPr/>
          </p:nvSpPr>
          <p:spPr>
            <a:xfrm rot="-911770">
              <a:off x="6624186" y="5419662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96;p3">
              <a:extLst>
                <a:ext uri="{FF2B5EF4-FFF2-40B4-BE49-F238E27FC236}">
                  <a16:creationId xmlns:a16="http://schemas.microsoft.com/office/drawing/2014/main" id="{22631971-8A49-57CD-7FBA-7BE977CEAB6E}"/>
                </a:ext>
              </a:extLst>
            </p:cNvPr>
            <p:cNvSpPr/>
            <p:nvPr/>
          </p:nvSpPr>
          <p:spPr>
            <a:xfrm rot="-911770">
              <a:off x="7693774" y="475130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97;p3">
              <a:extLst>
                <a:ext uri="{FF2B5EF4-FFF2-40B4-BE49-F238E27FC236}">
                  <a16:creationId xmlns:a16="http://schemas.microsoft.com/office/drawing/2014/main" id="{50D90645-AF57-FEAD-2749-2B51069E1233}"/>
                </a:ext>
              </a:extLst>
            </p:cNvPr>
            <p:cNvSpPr/>
            <p:nvPr/>
          </p:nvSpPr>
          <p:spPr>
            <a:xfrm rot="8953789">
              <a:off x="10518635" y="248604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99;p3">
              <a:extLst>
                <a:ext uri="{FF2B5EF4-FFF2-40B4-BE49-F238E27FC236}">
                  <a16:creationId xmlns:a16="http://schemas.microsoft.com/office/drawing/2014/main" id="{9B89F5CA-3CF3-066E-9671-313FE3DA7DD3}"/>
                </a:ext>
              </a:extLst>
            </p:cNvPr>
            <p:cNvSpPr/>
            <p:nvPr/>
          </p:nvSpPr>
          <p:spPr>
            <a:xfrm rot="8953789">
              <a:off x="8026134" y="314839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00;p3">
              <a:extLst>
                <a:ext uri="{FF2B5EF4-FFF2-40B4-BE49-F238E27FC236}">
                  <a16:creationId xmlns:a16="http://schemas.microsoft.com/office/drawing/2014/main" id="{99644665-3712-5F2D-5826-629ED5D6892B}"/>
                </a:ext>
              </a:extLst>
            </p:cNvPr>
            <p:cNvSpPr/>
            <p:nvPr/>
          </p:nvSpPr>
          <p:spPr>
            <a:xfrm rot="-4951757">
              <a:off x="11180603" y="650909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301;p3">
              <a:extLst>
                <a:ext uri="{FF2B5EF4-FFF2-40B4-BE49-F238E27FC236}">
                  <a16:creationId xmlns:a16="http://schemas.microsoft.com/office/drawing/2014/main" id="{28D0CE33-4442-076D-969F-E0A34D86FAFE}"/>
                </a:ext>
              </a:extLst>
            </p:cNvPr>
            <p:cNvSpPr/>
            <p:nvPr/>
          </p:nvSpPr>
          <p:spPr>
            <a:xfrm rot="-4951757">
              <a:off x="11209817" y="5070056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04;p3">
              <a:extLst>
                <a:ext uri="{FF2B5EF4-FFF2-40B4-BE49-F238E27FC236}">
                  <a16:creationId xmlns:a16="http://schemas.microsoft.com/office/drawing/2014/main" id="{29001061-2B4E-2A97-25E1-E7EF16B56B34}"/>
                </a:ext>
              </a:extLst>
            </p:cNvPr>
            <p:cNvSpPr/>
            <p:nvPr/>
          </p:nvSpPr>
          <p:spPr>
            <a:xfrm rot="-2290074">
              <a:off x="13545995" y="8700353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05;p3">
              <a:extLst>
                <a:ext uri="{FF2B5EF4-FFF2-40B4-BE49-F238E27FC236}">
                  <a16:creationId xmlns:a16="http://schemas.microsoft.com/office/drawing/2014/main" id="{1F0E5483-CD99-2945-FC23-E3806E0A67D1}"/>
                </a:ext>
              </a:extLst>
            </p:cNvPr>
            <p:cNvSpPr/>
            <p:nvPr/>
          </p:nvSpPr>
          <p:spPr>
            <a:xfrm rot="-2290074">
              <a:off x="14277272" y="752483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06;p3">
              <a:extLst>
                <a:ext uri="{FF2B5EF4-FFF2-40B4-BE49-F238E27FC236}">
                  <a16:creationId xmlns:a16="http://schemas.microsoft.com/office/drawing/2014/main" id="{04211789-F56F-C23C-C247-0FAC2D857D69}"/>
                </a:ext>
              </a:extLst>
            </p:cNvPr>
            <p:cNvSpPr/>
            <p:nvPr/>
          </p:nvSpPr>
          <p:spPr>
            <a:xfrm rot="5404380">
              <a:off x="11261456" y="797140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07;p3">
              <a:extLst>
                <a:ext uri="{FF2B5EF4-FFF2-40B4-BE49-F238E27FC236}">
                  <a16:creationId xmlns:a16="http://schemas.microsoft.com/office/drawing/2014/main" id="{52CFE4AB-8A58-6560-93BB-FE230AD3F22F}"/>
                </a:ext>
              </a:extLst>
            </p:cNvPr>
            <p:cNvSpPr/>
            <p:nvPr/>
          </p:nvSpPr>
          <p:spPr>
            <a:xfrm rot="4160691">
              <a:off x="14897363" y="488467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09;p3">
              <a:extLst>
                <a:ext uri="{FF2B5EF4-FFF2-40B4-BE49-F238E27FC236}">
                  <a16:creationId xmlns:a16="http://schemas.microsoft.com/office/drawing/2014/main" id="{5126F024-2398-EBCB-6024-73271DC2FCE8}"/>
                </a:ext>
              </a:extLst>
            </p:cNvPr>
            <p:cNvSpPr/>
            <p:nvPr/>
          </p:nvSpPr>
          <p:spPr>
            <a:xfrm rot="-9744855">
              <a:off x="17708747" y="4757012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310;p3">
              <a:extLst>
                <a:ext uri="{FF2B5EF4-FFF2-40B4-BE49-F238E27FC236}">
                  <a16:creationId xmlns:a16="http://schemas.microsoft.com/office/drawing/2014/main" id="{3DAC69B2-F4BA-1C4E-B6AB-7423C4FE510B}"/>
                </a:ext>
              </a:extLst>
            </p:cNvPr>
            <p:cNvSpPr/>
            <p:nvPr/>
          </p:nvSpPr>
          <p:spPr>
            <a:xfrm rot="-9744855">
              <a:off x="16321559" y="4758488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" name="Google Shape;311;p3">
            <a:extLst>
              <a:ext uri="{FF2B5EF4-FFF2-40B4-BE49-F238E27FC236}">
                <a16:creationId xmlns:a16="http://schemas.microsoft.com/office/drawing/2014/main" id="{C009BA89-22BC-CFB4-3C0E-83100D24268B}"/>
              </a:ext>
            </a:extLst>
          </p:cNvPr>
          <p:cNvSpPr/>
          <p:nvPr/>
        </p:nvSpPr>
        <p:spPr>
          <a:xfrm>
            <a:off x="2933526" y="2830191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9</a:t>
            </a:r>
            <a:endParaRPr lang="pt-BR" sz="2000" b="1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Poppins"/>
            </a:endParaRPr>
          </a:p>
        </p:txBody>
      </p:sp>
      <p:cxnSp>
        <p:nvCxnSpPr>
          <p:cNvPr id="25" name="Google Shape;312;p3">
            <a:extLst>
              <a:ext uri="{FF2B5EF4-FFF2-40B4-BE49-F238E27FC236}">
                <a16:creationId xmlns:a16="http://schemas.microsoft.com/office/drawing/2014/main" id="{D8F92167-29C2-CA3E-0AD6-79D50CFE9919}"/>
              </a:ext>
            </a:extLst>
          </p:cNvPr>
          <p:cNvCxnSpPr>
            <a:cxnSpLocks/>
            <a:stCxn id="24" idx="4"/>
          </p:cNvCxnSpPr>
          <p:nvPr/>
        </p:nvCxnSpPr>
        <p:spPr>
          <a:xfrm>
            <a:off x="3201572" y="3366284"/>
            <a:ext cx="89" cy="132328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" name="Google Shape;315;p3">
            <a:extLst>
              <a:ext uri="{FF2B5EF4-FFF2-40B4-BE49-F238E27FC236}">
                <a16:creationId xmlns:a16="http://schemas.microsoft.com/office/drawing/2014/main" id="{AE113DAB-1467-3300-D48F-76A846FDA5DB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7013622" y="5998830"/>
            <a:ext cx="1116003" cy="154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17;p3">
            <a:extLst>
              <a:ext uri="{FF2B5EF4-FFF2-40B4-BE49-F238E27FC236}">
                <a16:creationId xmlns:a16="http://schemas.microsoft.com/office/drawing/2014/main" id="{BC591161-98D6-0211-EA98-799357E38698}"/>
              </a:ext>
            </a:extLst>
          </p:cNvPr>
          <p:cNvSpPr/>
          <p:nvPr/>
        </p:nvSpPr>
        <p:spPr>
          <a:xfrm>
            <a:off x="5874417" y="612475"/>
            <a:ext cx="536093" cy="536093"/>
          </a:xfrm>
          <a:prstGeom prst="ellipse">
            <a:avLst/>
          </a:prstGeom>
          <a:solidFill>
            <a:srgbClr val="FF0000"/>
          </a:solidFill>
          <a:ln>
            <a:solidFill>
              <a:srgbClr val="EE0000"/>
            </a:solidFill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10</a:t>
            </a:r>
            <a:endParaRPr lang="pt-BR" sz="2000" b="1">
              <a:solidFill>
                <a:srgbClr val="FF0000"/>
              </a:solidFill>
              <a:latin typeface="Poppins" panose="00000500000000000000" pitchFamily="2" charset="0"/>
              <a:ea typeface="Calibri"/>
              <a:cs typeface="Poppins"/>
            </a:endParaRPr>
          </a:p>
        </p:txBody>
      </p:sp>
      <p:cxnSp>
        <p:nvCxnSpPr>
          <p:cNvPr id="31" name="Google Shape;318;p3">
            <a:extLst>
              <a:ext uri="{FF2B5EF4-FFF2-40B4-BE49-F238E27FC236}">
                <a16:creationId xmlns:a16="http://schemas.microsoft.com/office/drawing/2014/main" id="{1E1ABABF-EEF2-4B32-8408-6EC59AAD3800}"/>
              </a:ext>
            </a:extLst>
          </p:cNvPr>
          <p:cNvCxnSpPr>
            <a:cxnSpLocks/>
            <a:stCxn id="30" idx="4"/>
            <a:endCxn id="11" idx="7"/>
          </p:cNvCxnSpPr>
          <p:nvPr/>
        </p:nvCxnSpPr>
        <p:spPr>
          <a:xfrm flipH="1">
            <a:off x="6117556" y="1148568"/>
            <a:ext cx="24908" cy="558492"/>
          </a:xfrm>
          <a:prstGeom prst="straightConnector1">
            <a:avLst/>
          </a:prstGeom>
          <a:ln>
            <a:solidFill>
              <a:srgbClr val="FF000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Google Shape;320;p3">
            <a:extLst>
              <a:ext uri="{FF2B5EF4-FFF2-40B4-BE49-F238E27FC236}">
                <a16:creationId xmlns:a16="http://schemas.microsoft.com/office/drawing/2014/main" id="{9B8FDE68-E380-EB27-40EA-3B826FED28DE}"/>
              </a:ext>
            </a:extLst>
          </p:cNvPr>
          <p:cNvSpPr/>
          <p:nvPr/>
        </p:nvSpPr>
        <p:spPr>
          <a:xfrm>
            <a:off x="8025148" y="1688132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</a:rPr>
              <a:t>11</a:t>
            </a:r>
          </a:p>
        </p:txBody>
      </p:sp>
      <p:cxnSp>
        <p:nvCxnSpPr>
          <p:cNvPr id="34" name="Google Shape;321;p3">
            <a:extLst>
              <a:ext uri="{FF2B5EF4-FFF2-40B4-BE49-F238E27FC236}">
                <a16:creationId xmlns:a16="http://schemas.microsoft.com/office/drawing/2014/main" id="{C0E391BB-50C3-FED4-8AA1-8F92A5936C6B}"/>
              </a:ext>
            </a:extLst>
          </p:cNvPr>
          <p:cNvCxnSpPr>
            <a:cxnSpLocks/>
            <a:stCxn id="33" idx="3"/>
            <a:endCxn id="15" idx="5"/>
          </p:cNvCxnSpPr>
          <p:nvPr/>
        </p:nvCxnSpPr>
        <p:spPr>
          <a:xfrm flipH="1">
            <a:off x="7617385" y="2145716"/>
            <a:ext cx="486272" cy="25467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7" name="Google Shape;324;p3">
            <a:extLst>
              <a:ext uri="{FF2B5EF4-FFF2-40B4-BE49-F238E27FC236}">
                <a16:creationId xmlns:a16="http://schemas.microsoft.com/office/drawing/2014/main" id="{2AC5785F-8AC1-DC32-1160-39BF253736D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8855734">
            <a:off x="5780948" y="43414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25;p3">
            <a:extLst>
              <a:ext uri="{FF2B5EF4-FFF2-40B4-BE49-F238E27FC236}">
                <a16:creationId xmlns:a16="http://schemas.microsoft.com/office/drawing/2014/main" id="{9B875051-FE9F-A696-248F-67EFDD495C1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26;p3">
            <a:extLst>
              <a:ext uri="{FF2B5EF4-FFF2-40B4-BE49-F238E27FC236}">
                <a16:creationId xmlns:a16="http://schemas.microsoft.com/office/drawing/2014/main" id="{47D50267-A1B5-AD3D-95BD-9B822B9D82D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44266">
            <a:off x="2791828" y="2650419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327;p3">
            <a:extLst>
              <a:ext uri="{FF2B5EF4-FFF2-40B4-BE49-F238E27FC236}">
                <a16:creationId xmlns:a16="http://schemas.microsoft.com/office/drawing/2014/main" id="{14D81371-99D7-4FAA-B842-A3B7E1B4A64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332;p3">
            <a:extLst>
              <a:ext uri="{FF2B5EF4-FFF2-40B4-BE49-F238E27FC236}">
                <a16:creationId xmlns:a16="http://schemas.microsoft.com/office/drawing/2014/main" id="{20D05082-7FE0-9C08-E511-E5ABF433E1FA}"/>
              </a:ext>
            </a:extLst>
          </p:cNvPr>
          <p:cNvSpPr/>
          <p:nvPr/>
        </p:nvSpPr>
        <p:spPr>
          <a:xfrm>
            <a:off x="10174052" y="3851166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13</a:t>
            </a:r>
            <a:endParaRPr lang="pt-BR" sz="2000" b="1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Poppins"/>
            </a:endParaRPr>
          </a:p>
        </p:txBody>
      </p:sp>
      <p:cxnSp>
        <p:nvCxnSpPr>
          <p:cNvPr id="46" name="Google Shape;333;p3">
            <a:extLst>
              <a:ext uri="{FF2B5EF4-FFF2-40B4-BE49-F238E27FC236}">
                <a16:creationId xmlns:a16="http://schemas.microsoft.com/office/drawing/2014/main" id="{0DF76807-11D9-D815-F260-1D7E45733370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579615" y="4119213"/>
            <a:ext cx="594436" cy="12271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7" name="Google Shape;334;p3">
            <a:extLst>
              <a:ext uri="{FF2B5EF4-FFF2-40B4-BE49-F238E27FC236}">
                <a16:creationId xmlns:a16="http://schemas.microsoft.com/office/drawing/2014/main" id="{20EC3BFE-71C1-D908-43AB-2A57C44FA72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8855734">
            <a:off x="10075204" y="3681848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313;p3">
            <a:extLst>
              <a:ext uri="{FF2B5EF4-FFF2-40B4-BE49-F238E27FC236}">
                <a16:creationId xmlns:a16="http://schemas.microsoft.com/office/drawing/2014/main" id="{2534AD05-DEC5-F97B-ADD8-DA0028DFF764}"/>
              </a:ext>
            </a:extLst>
          </p:cNvPr>
          <p:cNvSpPr txBox="1"/>
          <p:nvPr/>
        </p:nvSpPr>
        <p:spPr>
          <a:xfrm>
            <a:off x="772403" y="3963595"/>
            <a:ext cx="2832564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Escolha do visual adequado</a:t>
            </a:r>
            <a:endParaRPr lang="pt-BR" sz="1700" dirty="0">
              <a:latin typeface="Poppins" panose="00000500000000000000" pitchFamily="2" charset="0"/>
              <a:cs typeface="Poppins"/>
            </a:endParaRPr>
          </a:p>
        </p:txBody>
      </p:sp>
      <p:sp>
        <p:nvSpPr>
          <p:cNvPr id="51" name="Google Shape;316;p3">
            <a:extLst>
              <a:ext uri="{FF2B5EF4-FFF2-40B4-BE49-F238E27FC236}">
                <a16:creationId xmlns:a16="http://schemas.microsoft.com/office/drawing/2014/main" id="{0E40C7D1-B07D-7607-3919-E959E42D9AE8}"/>
              </a:ext>
            </a:extLst>
          </p:cNvPr>
          <p:cNvSpPr txBox="1"/>
          <p:nvPr/>
        </p:nvSpPr>
        <p:spPr>
          <a:xfrm>
            <a:off x="4413751" y="5830396"/>
            <a:ext cx="2247454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Interpretando e explicando dados</a:t>
            </a:r>
            <a:endParaRPr lang="pt-BR" sz="1700" dirty="0">
              <a:solidFill>
                <a:schemeClr val="dk1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52" name="Google Shape;319;p3">
            <a:extLst>
              <a:ext uri="{FF2B5EF4-FFF2-40B4-BE49-F238E27FC236}">
                <a16:creationId xmlns:a16="http://schemas.microsoft.com/office/drawing/2014/main" id="{C7EBBC61-12C1-8FD9-FE3E-95B596546E94}"/>
              </a:ext>
            </a:extLst>
          </p:cNvPr>
          <p:cNvSpPr txBox="1"/>
          <p:nvPr/>
        </p:nvSpPr>
        <p:spPr>
          <a:xfrm>
            <a:off x="6510730" y="771394"/>
            <a:ext cx="3724381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Direcionando a atenção</a:t>
            </a:r>
            <a:endParaRPr lang="pt-BR" sz="1700" dirty="0">
              <a:solidFill>
                <a:schemeClr val="dk1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53" name="Google Shape;322;p3">
            <a:extLst>
              <a:ext uri="{FF2B5EF4-FFF2-40B4-BE49-F238E27FC236}">
                <a16:creationId xmlns:a16="http://schemas.microsoft.com/office/drawing/2014/main" id="{E937EEE7-8AD5-0965-AFEF-7972D3B0E0C6}"/>
              </a:ext>
            </a:extLst>
          </p:cNvPr>
          <p:cNvSpPr txBox="1"/>
          <p:nvPr/>
        </p:nvSpPr>
        <p:spPr>
          <a:xfrm>
            <a:off x="8673545" y="1652519"/>
            <a:ext cx="2756455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Construindo a narrativa</a:t>
            </a:r>
            <a:endParaRPr lang="pt-BR" sz="1700" dirty="0">
              <a:solidFill>
                <a:schemeClr val="dk1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54" name="Google Shape;329;p3">
            <a:extLst>
              <a:ext uri="{FF2B5EF4-FFF2-40B4-BE49-F238E27FC236}">
                <a16:creationId xmlns:a16="http://schemas.microsoft.com/office/drawing/2014/main" id="{AEB6AFAD-779E-B2E0-98E1-FBB111B33912}"/>
              </a:ext>
            </a:extLst>
          </p:cNvPr>
          <p:cNvSpPr txBox="1"/>
          <p:nvPr/>
        </p:nvSpPr>
        <p:spPr>
          <a:xfrm>
            <a:off x="154176" y="1445953"/>
            <a:ext cx="1865581" cy="46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/>
            <a:r>
              <a:rPr lang="pt-BR" sz="1300" b="1" dirty="0" err="1">
                <a:solidFill>
                  <a:srgbClr val="FFFFFF"/>
                </a:solidFill>
                <a:latin typeface="Poppins" panose="00000500000000000000" pitchFamily="2" charset="0"/>
                <a:ea typeface="Poppins SemiBold"/>
                <a:cs typeface="Poppins"/>
                <a:sym typeface="Poppins SemiBold"/>
              </a:rPr>
              <a:t>Storytelling</a:t>
            </a:r>
            <a:r>
              <a:rPr lang="pt-BR" sz="1300" b="1" dirty="0">
                <a:solidFill>
                  <a:srgbClr val="FFFFFF"/>
                </a:solidFill>
                <a:latin typeface="Poppins" panose="00000500000000000000" pitchFamily="2" charset="0"/>
                <a:ea typeface="Poppins SemiBold"/>
                <a:cs typeface="Poppins"/>
                <a:sym typeface="Poppins SemiBold"/>
              </a:rPr>
              <a:t> de dados</a:t>
            </a:r>
            <a:endParaRPr lang="pt-BR" sz="1300" b="1" dirty="0">
              <a:solidFill>
                <a:srgbClr val="FFFFFF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57" name="Google Shape;335;p3">
            <a:extLst>
              <a:ext uri="{FF2B5EF4-FFF2-40B4-BE49-F238E27FC236}">
                <a16:creationId xmlns:a16="http://schemas.microsoft.com/office/drawing/2014/main" id="{27DF6EEE-ABB9-F21D-DC51-574CA07674FA}"/>
              </a:ext>
            </a:extLst>
          </p:cNvPr>
          <p:cNvSpPr txBox="1"/>
          <p:nvPr/>
        </p:nvSpPr>
        <p:spPr>
          <a:xfrm>
            <a:off x="9949272" y="4530800"/>
            <a:ext cx="2093345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Refinando a comunicação visual</a:t>
            </a:r>
            <a:endParaRPr lang="pt-BR" sz="1700" dirty="0">
              <a:solidFill>
                <a:schemeClr val="dk1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26" name="Google Shape;331;p3">
            <a:extLst>
              <a:ext uri="{FF2B5EF4-FFF2-40B4-BE49-F238E27FC236}">
                <a16:creationId xmlns:a16="http://schemas.microsoft.com/office/drawing/2014/main" id="{63BA6607-9D8E-31C1-3A2E-36D5A6BD2C5B}"/>
              </a:ext>
            </a:extLst>
          </p:cNvPr>
          <p:cNvSpPr txBox="1"/>
          <p:nvPr/>
        </p:nvSpPr>
        <p:spPr>
          <a:xfrm>
            <a:off x="2135841" y="905380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buSzPts val="3600"/>
            </a:pPr>
            <a:r>
              <a:rPr lang="pt-BR" sz="2100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Mapa da Unidade 2   Componente 3</a:t>
            </a:r>
            <a:endParaRPr lang="pt-BR" sz="2100" dirty="0">
              <a:latin typeface="Poppins" panose="00000500000000000000" pitchFamily="2" charset="0"/>
            </a:endParaRPr>
          </a:p>
        </p:txBody>
      </p:sp>
      <p:sp>
        <p:nvSpPr>
          <p:cNvPr id="27" name="Google Shape;314;p3">
            <a:extLst>
              <a:ext uri="{FF2B5EF4-FFF2-40B4-BE49-F238E27FC236}">
                <a16:creationId xmlns:a16="http://schemas.microsoft.com/office/drawing/2014/main" id="{4001D8D6-34F2-D9E9-BFE3-F0D9953EABE5}"/>
              </a:ext>
            </a:extLst>
          </p:cNvPr>
          <p:cNvSpPr/>
          <p:nvPr/>
        </p:nvSpPr>
        <p:spPr>
          <a:xfrm>
            <a:off x="6649008" y="5735630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</a:rPr>
              <a:t>12</a:t>
            </a:r>
          </a:p>
        </p:txBody>
      </p:sp>
      <p:sp>
        <p:nvSpPr>
          <p:cNvPr id="56" name="Google Shape;323;p3">
            <a:extLst>
              <a:ext uri="{FF2B5EF4-FFF2-40B4-BE49-F238E27FC236}">
                <a16:creationId xmlns:a16="http://schemas.microsoft.com/office/drawing/2014/main" id="{EF2346E8-5E5D-43A7-8B83-86269C77EBDA}"/>
              </a:ext>
            </a:extLst>
          </p:cNvPr>
          <p:cNvSpPr txBox="1"/>
          <p:nvPr/>
        </p:nvSpPr>
        <p:spPr>
          <a:xfrm>
            <a:off x="6494943" y="497093"/>
            <a:ext cx="1728649" cy="27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1800"/>
            </a:pPr>
            <a:r>
              <a:rPr lang="pt-BR" sz="1400" b="1" dirty="0">
                <a:solidFill>
                  <a:srgbClr val="FA161E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Você está aqui!</a:t>
            </a:r>
            <a:endParaRPr sz="1400" dirty="0"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061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B2669C60-1B2E-CB26-6D65-F137874BFC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396" t="30197" r="53546" b="6024"/>
          <a:stretch/>
        </p:blipFill>
        <p:spPr>
          <a:xfrm rot="21026348">
            <a:off x="5678584" y="2638764"/>
            <a:ext cx="8603297" cy="4647676"/>
          </a:xfrm>
          <a:prstGeom prst="rect">
            <a:avLst/>
          </a:prstGeom>
        </p:spPr>
      </p:pic>
      <p:sp>
        <p:nvSpPr>
          <p:cNvPr id="7" name="Google Shape;341;p4">
            <a:extLst>
              <a:ext uri="{FF2B5EF4-FFF2-40B4-BE49-F238E27FC236}">
                <a16:creationId xmlns:a16="http://schemas.microsoft.com/office/drawing/2014/main" id="{454BE3FB-DBF5-B9B9-2C32-D91EB68E7728}"/>
              </a:ext>
            </a:extLst>
          </p:cNvPr>
          <p:cNvSpPr/>
          <p:nvPr/>
        </p:nvSpPr>
        <p:spPr>
          <a:xfrm rot="-3438299">
            <a:off x="10617267" y="5326573"/>
            <a:ext cx="408000" cy="4080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42;p4">
            <a:extLst>
              <a:ext uri="{FF2B5EF4-FFF2-40B4-BE49-F238E27FC236}">
                <a16:creationId xmlns:a16="http://schemas.microsoft.com/office/drawing/2014/main" id="{11417446-22F7-018A-FD17-8BE6870376DA}"/>
              </a:ext>
            </a:extLst>
          </p:cNvPr>
          <p:cNvSpPr/>
          <p:nvPr/>
        </p:nvSpPr>
        <p:spPr>
          <a:xfrm>
            <a:off x="9084502" y="3402930"/>
            <a:ext cx="1317209" cy="1317209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36000" tIns="36000" rIns="36000" bIns="36000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>
              <a:buSzPts val="6000"/>
            </a:pPr>
            <a:r>
              <a:rPr lang="pt-BR" sz="42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10</a:t>
            </a:r>
            <a:endParaRPr lang="pt-BR" sz="4200" b="1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Poppins"/>
            </a:endParaRPr>
          </a:p>
        </p:txBody>
      </p:sp>
      <p:cxnSp>
        <p:nvCxnSpPr>
          <p:cNvPr id="9" name="Google Shape;343;p4">
            <a:extLst>
              <a:ext uri="{FF2B5EF4-FFF2-40B4-BE49-F238E27FC236}">
                <a16:creationId xmlns:a16="http://schemas.microsoft.com/office/drawing/2014/main" id="{38C1C8A1-D576-D03F-ABAB-56823E51B9F2}"/>
              </a:ext>
            </a:extLst>
          </p:cNvPr>
          <p:cNvCxnSpPr/>
          <p:nvPr/>
        </p:nvCxnSpPr>
        <p:spPr>
          <a:xfrm>
            <a:off x="10016903" y="4528943"/>
            <a:ext cx="634075" cy="900448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344;p4">
            <a:extLst>
              <a:ext uri="{FF2B5EF4-FFF2-40B4-BE49-F238E27FC236}">
                <a16:creationId xmlns:a16="http://schemas.microsoft.com/office/drawing/2014/main" id="{5EB2AABC-411A-4DB1-754E-398B32A01EC9}"/>
              </a:ext>
            </a:extLst>
          </p:cNvPr>
          <p:cNvSpPr txBox="1"/>
          <p:nvPr/>
        </p:nvSpPr>
        <p:spPr>
          <a:xfrm>
            <a:off x="3361984" y="3203817"/>
            <a:ext cx="4487736" cy="3385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3200"/>
            </a:pPr>
            <a:r>
              <a:rPr lang="pt-BR" sz="1800" dirty="0"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Direcionando a atenção</a:t>
            </a:r>
            <a:endParaRPr lang="pt-BR" sz="1800" dirty="0">
              <a:latin typeface="Poppins" panose="00000500000000000000" pitchFamily="2" charset="0"/>
              <a:ea typeface="Arial"/>
              <a:cs typeface="Poppins"/>
            </a:endParaRPr>
          </a:p>
        </p:txBody>
      </p:sp>
      <p:sp>
        <p:nvSpPr>
          <p:cNvPr id="11" name="Google Shape;345;p4">
            <a:extLst>
              <a:ext uri="{FF2B5EF4-FFF2-40B4-BE49-F238E27FC236}">
                <a16:creationId xmlns:a16="http://schemas.microsoft.com/office/drawing/2014/main" id="{9DC627E0-692B-B963-150C-C9ABA2375B7B}"/>
              </a:ext>
            </a:extLst>
          </p:cNvPr>
          <p:cNvSpPr txBox="1"/>
          <p:nvPr/>
        </p:nvSpPr>
        <p:spPr>
          <a:xfrm>
            <a:off x="3361984" y="2834485"/>
            <a:ext cx="2582980" cy="4000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3000"/>
            </a:pPr>
            <a:r>
              <a:rPr lang="pt-BR" sz="2200" b="1">
                <a:solidFill>
                  <a:srgbClr val="FA161E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Você está aqui!</a:t>
            </a:r>
            <a:endParaRPr sz="2200">
              <a:latin typeface="Poppins" panose="00000500000000000000" pitchFamily="2" charset="0"/>
              <a:ea typeface="Arial"/>
              <a:cs typeface="Arial"/>
            </a:endParaRPr>
          </a:p>
        </p:txBody>
      </p:sp>
      <p:sp>
        <p:nvSpPr>
          <p:cNvPr id="15" name="Google Shape;349;p4">
            <a:extLst>
              <a:ext uri="{FF2B5EF4-FFF2-40B4-BE49-F238E27FC236}">
                <a16:creationId xmlns:a16="http://schemas.microsoft.com/office/drawing/2014/main" id="{AFF9433E-50D2-8459-4418-8A47B897A114}"/>
              </a:ext>
            </a:extLst>
          </p:cNvPr>
          <p:cNvSpPr txBox="1"/>
          <p:nvPr/>
        </p:nvSpPr>
        <p:spPr>
          <a:xfrm>
            <a:off x="3380131" y="5324225"/>
            <a:ext cx="4909430" cy="6992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2500"/>
            </a:pPr>
            <a:r>
              <a:rPr lang="pt-BR" sz="1800" dirty="0">
                <a:latin typeface="Poppins" panose="00000500000000000000" pitchFamily="2" charset="0"/>
                <a:ea typeface="Poppins"/>
                <a:cs typeface="Poppins"/>
                <a:sym typeface="Poppins"/>
              </a:rPr>
              <a:t>Código da aula: DADOSANO1C3B2S10A3</a:t>
            </a:r>
            <a:endParaRPr lang="pt-BR" sz="1800" dirty="0">
              <a:latin typeface="Poppins" panose="00000500000000000000" pitchFamily="2" charset="0"/>
              <a:ea typeface="Arial"/>
              <a:cs typeface="Arial"/>
            </a:endParaRPr>
          </a:p>
        </p:txBody>
      </p:sp>
      <p:sp>
        <p:nvSpPr>
          <p:cNvPr id="16" name="Google Shape;350;p4">
            <a:extLst>
              <a:ext uri="{FF2B5EF4-FFF2-40B4-BE49-F238E27FC236}">
                <a16:creationId xmlns:a16="http://schemas.microsoft.com/office/drawing/2014/main" id="{7678E78B-4D53-2DA7-5F21-B11136BABC01}"/>
              </a:ext>
            </a:extLst>
          </p:cNvPr>
          <p:cNvSpPr txBox="1"/>
          <p:nvPr/>
        </p:nvSpPr>
        <p:spPr>
          <a:xfrm>
            <a:off x="3365754" y="4576477"/>
            <a:ext cx="6376682" cy="7019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chemeClr val="dk1"/>
              </a:buClr>
              <a:buSzPts val="2500"/>
            </a:pPr>
            <a:r>
              <a:rPr lang="pt-BR" sz="1800" b="1" dirty="0">
                <a:solidFill>
                  <a:schemeClr val="dk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Aula 3:  Uso de texto e rótulos</a:t>
            </a:r>
            <a:endParaRPr lang="pt-BR" sz="1800" b="1" dirty="0">
              <a:solidFill>
                <a:schemeClr val="dk1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20FCEF5-E5B3-E908-3BC2-F930D2D5B47D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7A1B3D7-553F-2F70-7610-36F49DF00034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Google Shape;329;p3">
            <a:extLst>
              <a:ext uri="{FF2B5EF4-FFF2-40B4-BE49-F238E27FC236}">
                <a16:creationId xmlns:a16="http://schemas.microsoft.com/office/drawing/2014/main" id="{E6730F48-FBEC-7D1E-4459-7981DE24B57F}"/>
              </a:ext>
            </a:extLst>
          </p:cNvPr>
          <p:cNvSpPr txBox="1"/>
          <p:nvPr/>
        </p:nvSpPr>
        <p:spPr>
          <a:xfrm>
            <a:off x="154176" y="1445953"/>
            <a:ext cx="1865581" cy="46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/>
            <a:r>
              <a:rPr lang="pt-BR" sz="1300" b="1" dirty="0" err="1">
                <a:solidFill>
                  <a:srgbClr val="FFFFFF"/>
                </a:solidFill>
                <a:latin typeface="Poppins" panose="00000500000000000000" pitchFamily="2" charset="0"/>
                <a:ea typeface="Poppins SemiBold"/>
                <a:cs typeface="Poppins"/>
                <a:sym typeface="Poppins SemiBold"/>
              </a:rPr>
              <a:t>Storytelling</a:t>
            </a:r>
            <a:r>
              <a:rPr lang="pt-BR" sz="1300" b="1" dirty="0">
                <a:solidFill>
                  <a:srgbClr val="FFFFFF"/>
                </a:solidFill>
                <a:latin typeface="Poppins" panose="00000500000000000000" pitchFamily="2" charset="0"/>
                <a:ea typeface="Poppins SemiBold"/>
                <a:cs typeface="Poppins"/>
                <a:sym typeface="Poppins SemiBold"/>
              </a:rPr>
              <a:t> de dados</a:t>
            </a:r>
            <a:endParaRPr lang="pt-BR" sz="1300" b="1" dirty="0">
              <a:solidFill>
                <a:srgbClr val="FFFFFF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17" name="Google Shape;331;p3">
            <a:extLst>
              <a:ext uri="{FF2B5EF4-FFF2-40B4-BE49-F238E27FC236}">
                <a16:creationId xmlns:a16="http://schemas.microsoft.com/office/drawing/2014/main" id="{4FEB8920-D6B4-A2DE-F3EE-FF457EEEB0AF}"/>
              </a:ext>
            </a:extLst>
          </p:cNvPr>
          <p:cNvSpPr txBox="1"/>
          <p:nvPr/>
        </p:nvSpPr>
        <p:spPr>
          <a:xfrm>
            <a:off x="2135841" y="905380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buSzPts val="3600"/>
            </a:pPr>
            <a:r>
              <a:rPr lang="pt-BR" sz="2100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Mapa da Unidade 2   Componente 3</a:t>
            </a:r>
            <a:endParaRPr lang="pt-BR" sz="2100" dirty="0"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718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CBD5C18-7776-B553-F6CC-A3FD61A66D26}"/>
              </a:ext>
            </a:extLst>
          </p:cNvPr>
          <p:cNvSpPr txBox="1"/>
          <p:nvPr/>
        </p:nvSpPr>
        <p:spPr>
          <a:xfrm>
            <a:off x="6215922" y="319790"/>
            <a:ext cx="184731" cy="188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622"/>
          </a:p>
        </p:txBody>
      </p:sp>
      <p:sp>
        <p:nvSpPr>
          <p:cNvPr id="4" name="Espaço Reservado para Texto 7">
            <a:extLst>
              <a:ext uri="{FF2B5EF4-FFF2-40B4-BE49-F238E27FC236}">
                <a16:creationId xmlns:a16="http://schemas.microsoft.com/office/drawing/2014/main" id="{94495801-E3A7-5C9C-58B6-5A613616DE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dirty="0">
                <a:latin typeface="Poppins" panose="00000500000000000000" pitchFamily="2" charset="0"/>
                <a:cs typeface="Poppins"/>
              </a:rPr>
              <a:t>Criar narrativas com dados aplicando os conceitos trabalhados em sala.</a:t>
            </a:r>
          </a:p>
        </p:txBody>
      </p:sp>
      <p:sp>
        <p:nvSpPr>
          <p:cNvPr id="5" name="Espaço Reservado para Texto 7">
            <a:extLst>
              <a:ext uri="{FF2B5EF4-FFF2-40B4-BE49-F238E27FC236}">
                <a16:creationId xmlns:a16="http://schemas.microsoft.com/office/drawing/2014/main" id="{8FE35C05-A6F9-5E57-F808-2709677248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dirty="0">
                <a:latin typeface="Poppins" panose="00000500000000000000" pitchFamily="2" charset="0"/>
                <a:cs typeface="Poppins"/>
              </a:rPr>
              <a:t>Utilizar cores e elementos visuais para destacar informações relevantes e facilitar a leitura de gráficos.</a:t>
            </a:r>
          </a:p>
        </p:txBody>
      </p:sp>
      <p:sp>
        <p:nvSpPr>
          <p:cNvPr id="7" name="Espaço Reservado para Texto 7">
            <a:extLst>
              <a:ext uri="{FF2B5EF4-FFF2-40B4-BE49-F238E27FC236}">
                <a16:creationId xmlns:a16="http://schemas.microsoft.com/office/drawing/2014/main" id="{4A27C360-3186-313B-41E3-68A443FE4C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7375" y="3649330"/>
            <a:ext cx="4044985" cy="159017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dirty="0">
                <a:latin typeface="Poppins" panose="00000500000000000000" pitchFamily="2" charset="0"/>
                <a:cs typeface="Poppins"/>
              </a:rPr>
              <a:t>Demonstrar atenção aos detalhes e sensibilidade estética ao comunicar informações de maneira clara e intencional, valorizando a organização visual.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92593807-EFAC-62C0-8555-5C60449109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7909" y="3398842"/>
            <a:ext cx="4044985" cy="1045573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pPr lvl="0">
              <a:spcAft>
                <a:spcPts val="600"/>
              </a:spcAft>
            </a:pPr>
            <a:r>
              <a:rPr lang="pt-BR" sz="1500" dirty="0">
                <a:latin typeface="Poppins" panose="00000500000000000000" pitchFamily="2" charset="0"/>
              </a:rPr>
              <a:t>Roteiro de Atividade Prática.</a:t>
            </a:r>
          </a:p>
          <a:p>
            <a:pPr lvl="0">
              <a:spcAft>
                <a:spcPts val="600"/>
              </a:spcAft>
            </a:pPr>
            <a:r>
              <a:rPr lang="pt-BR" sz="1500" dirty="0">
                <a:latin typeface="Poppins" panose="00000500000000000000" pitchFamily="2" charset="0"/>
              </a:rPr>
              <a:t>Recurso audiovisual para a exibição de textos, vídeos e imagens.</a:t>
            </a:r>
          </a:p>
          <a:p>
            <a:pPr lvl="0">
              <a:spcAft>
                <a:spcPts val="600"/>
              </a:spcAft>
            </a:pPr>
            <a:r>
              <a:rPr lang="pt-BR" sz="1500" dirty="0">
                <a:latin typeface="Poppins" panose="00000500000000000000" pitchFamily="2" charset="0"/>
              </a:rPr>
              <a:t>Acesso ao laboratório de informática e/ou à internet.</a:t>
            </a:r>
          </a:p>
        </p:txBody>
      </p:sp>
    </p:spTree>
    <p:extLst>
      <p:ext uri="{BB962C8B-B14F-4D97-AF65-F5344CB8AC3E}">
        <p14:creationId xmlns:p14="http://schemas.microsoft.com/office/powerpoint/2010/main" val="3028074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>
          <a:extLst>
            <a:ext uri="{FF2B5EF4-FFF2-40B4-BE49-F238E27FC236}">
              <a16:creationId xmlns:a16="http://schemas.microsoft.com/office/drawing/2014/main" id="{B0ED3EFD-1113-5479-B920-B495D2338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0C6552E-D30E-8BAC-4D0F-47FB1367E1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81079" y="1702125"/>
            <a:ext cx="6971195" cy="592667"/>
          </a:xfrm>
        </p:spPr>
        <p:txBody>
          <a:bodyPr/>
          <a:lstStyle/>
          <a:p>
            <a:r>
              <a:rPr lang="pt-BR" sz="2000" dirty="0">
                <a:latin typeface="Poppins" panose="00000500000000000000" pitchFamily="2" charset="0"/>
              </a:rPr>
              <a:t>1. O que significa ter um bom layout em um gráfico?</a:t>
            </a:r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3052A002-582A-B48B-33AB-1A8BBAE182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1079" y="2837609"/>
            <a:ext cx="6971195" cy="592667"/>
          </a:xfrm>
        </p:spPr>
        <p:txBody>
          <a:bodyPr/>
          <a:lstStyle/>
          <a:p>
            <a:r>
              <a:rPr lang="pt-BR" sz="2000" dirty="0">
                <a:latin typeface="Poppins" panose="00000500000000000000" pitchFamily="2" charset="0"/>
              </a:rPr>
              <a:t>2. Por que o alinhamento e o espaçamento são importantes?</a:t>
            </a:r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8C9B622C-631F-960C-1C16-40535CF591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44461" y="566640"/>
            <a:ext cx="7208308" cy="592667"/>
          </a:xfrm>
        </p:spPr>
        <p:txBody>
          <a:bodyPr/>
          <a:lstStyle/>
          <a:p>
            <a:r>
              <a:rPr lang="pt-BR" sz="3200" b="1" dirty="0">
                <a:solidFill>
                  <a:srgbClr val="EE0000"/>
                </a:solidFill>
                <a:latin typeface="Poppins" panose="00000500000000000000" pitchFamily="2" charset="0"/>
              </a:rPr>
              <a:t>Posicionamento e layout</a:t>
            </a:r>
          </a:p>
          <a:p>
            <a:pPr algn="ctr"/>
            <a:endParaRPr lang="pt-BR" sz="2400" b="1" dirty="0">
              <a:solidFill>
                <a:srgbClr val="EE0000"/>
              </a:solidFill>
              <a:latin typeface="Poppins" panose="00000500000000000000" pitchFamily="2" charset="0"/>
            </a:endParaRPr>
          </a:p>
          <a:p>
            <a:pPr algn="just"/>
            <a:endParaRPr lang="pt-BR" sz="2400" b="1" dirty="0">
              <a:solidFill>
                <a:srgbClr val="EE0000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90EFE7C-6792-8B8A-1494-89E12689583B}"/>
              </a:ext>
            </a:extLst>
          </p:cNvPr>
          <p:cNvSpPr txBox="1"/>
          <p:nvPr/>
        </p:nvSpPr>
        <p:spPr>
          <a:xfrm>
            <a:off x="1838476" y="334796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651C22C-5295-3BA5-42D0-328217281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614" y="1702125"/>
            <a:ext cx="296333" cy="59266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9531386-B998-BA2D-998E-7115B5248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613" y="2837610"/>
            <a:ext cx="296333" cy="59266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531FC62-62A7-4526-A68F-F0FC5C9B5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612" y="3973095"/>
            <a:ext cx="296333" cy="592667"/>
          </a:xfrm>
          <a:prstGeom prst="rect">
            <a:avLst/>
          </a:prstGeom>
        </p:spPr>
      </p:pic>
      <p:sp>
        <p:nvSpPr>
          <p:cNvPr id="9" name="Espaço Reservado para Texto 16">
            <a:extLst>
              <a:ext uri="{FF2B5EF4-FFF2-40B4-BE49-F238E27FC236}">
                <a16:creationId xmlns:a16="http://schemas.microsoft.com/office/drawing/2014/main" id="{F531ACAA-EDDC-4F7C-AC98-18659AD56C53}"/>
              </a:ext>
            </a:extLst>
          </p:cNvPr>
          <p:cNvSpPr txBox="1">
            <a:spLocks/>
          </p:cNvSpPr>
          <p:nvPr/>
        </p:nvSpPr>
        <p:spPr>
          <a:xfrm>
            <a:off x="3981079" y="4076330"/>
            <a:ext cx="6971195" cy="5926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just">
              <a:buClr>
                <a:schemeClr val="tx1"/>
              </a:buClr>
              <a:buFontTx/>
              <a:buNone/>
              <a:defRPr sz="2000">
                <a:latin typeface="Poppins" pitchFamily="2" charset="77"/>
                <a:cs typeface="Poppins" pitchFamily="2" charset="77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pt-BR" dirty="0">
                <a:latin typeface="Poppins" panose="00000500000000000000" pitchFamily="2" charset="0"/>
              </a:rPr>
              <a:t>3. Como a ordem dos dados interfere na leitura?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C133391-4453-74FC-BAE1-6F2D49A47E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32419" y="229675"/>
            <a:ext cx="425236" cy="380475"/>
          </a:xfrm>
          <a:prstGeom prst="rect">
            <a:avLst/>
          </a:prstGeom>
        </p:spPr>
      </p:pic>
      <p:sp>
        <p:nvSpPr>
          <p:cNvPr id="3" name="Google Shape;833;p62">
            <a:extLst>
              <a:ext uri="{FF2B5EF4-FFF2-40B4-BE49-F238E27FC236}">
                <a16:creationId xmlns:a16="http://schemas.microsoft.com/office/drawing/2014/main" id="{E8DA7987-E34A-A6B1-E7A0-628804BF2B87}"/>
              </a:ext>
            </a:extLst>
          </p:cNvPr>
          <p:cNvSpPr txBox="1"/>
          <p:nvPr/>
        </p:nvSpPr>
        <p:spPr>
          <a:xfrm>
            <a:off x="11472292" y="12495"/>
            <a:ext cx="704005" cy="193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Registro</a:t>
            </a:r>
            <a:endParaRPr sz="800">
              <a:latin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" name="Google Shape;369;p6">
            <a:extLst>
              <a:ext uri="{FF2B5EF4-FFF2-40B4-BE49-F238E27FC236}">
                <a16:creationId xmlns:a16="http://schemas.microsoft.com/office/drawing/2014/main" id="{2E906DE2-6E7B-DDC5-A6A2-25A8BBF2E90E}"/>
              </a:ext>
            </a:extLst>
          </p:cNvPr>
          <p:cNvSpPr/>
          <p:nvPr/>
        </p:nvSpPr>
        <p:spPr>
          <a:xfrm flipH="1">
            <a:off x="11472465" y="0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pSp>
        <p:nvGrpSpPr>
          <p:cNvPr id="5" name="Google Shape;370;p6">
            <a:extLst>
              <a:ext uri="{FF2B5EF4-FFF2-40B4-BE49-F238E27FC236}">
                <a16:creationId xmlns:a16="http://schemas.microsoft.com/office/drawing/2014/main" id="{79B2F63B-2348-CC89-86C8-A44731ECA493}"/>
              </a:ext>
            </a:extLst>
          </p:cNvPr>
          <p:cNvGrpSpPr/>
          <p:nvPr/>
        </p:nvGrpSpPr>
        <p:grpSpPr>
          <a:xfrm>
            <a:off x="11654317" y="205709"/>
            <a:ext cx="382615" cy="456000"/>
            <a:chOff x="16810081" y="921861"/>
            <a:chExt cx="743773" cy="886429"/>
          </a:xfrm>
        </p:grpSpPr>
        <p:grpSp>
          <p:nvGrpSpPr>
            <p:cNvPr id="10" name="Google Shape;371;p6">
              <a:extLst>
                <a:ext uri="{FF2B5EF4-FFF2-40B4-BE49-F238E27FC236}">
                  <a16:creationId xmlns:a16="http://schemas.microsoft.com/office/drawing/2014/main" id="{EE9D5AA2-08CE-4AB4-D4D8-5B4AB31E2074}"/>
                </a:ext>
              </a:extLst>
            </p:cNvPr>
            <p:cNvGrpSpPr/>
            <p:nvPr/>
          </p:nvGrpSpPr>
          <p:grpSpPr>
            <a:xfrm>
              <a:off x="16810084" y="1434434"/>
              <a:ext cx="691713" cy="373856"/>
              <a:chOff x="16866377" y="1492565"/>
              <a:chExt cx="691713" cy="373856"/>
            </a:xfrm>
          </p:grpSpPr>
          <p:sp>
            <p:nvSpPr>
              <p:cNvPr id="14" name="Google Shape;372;p6">
                <a:extLst>
                  <a:ext uri="{FF2B5EF4-FFF2-40B4-BE49-F238E27FC236}">
                    <a16:creationId xmlns:a16="http://schemas.microsoft.com/office/drawing/2014/main" id="{F4965B92-A1D3-537A-C7FF-A50998EF7558}"/>
                  </a:ext>
                </a:extLst>
              </p:cNvPr>
              <p:cNvSpPr/>
              <p:nvPr/>
            </p:nvSpPr>
            <p:spPr>
              <a:xfrm>
                <a:off x="17335767" y="1492565"/>
                <a:ext cx="148209" cy="148209"/>
              </a:xfrm>
              <a:custGeom>
                <a:avLst/>
                <a:gdLst/>
                <a:ahLst/>
                <a:cxnLst/>
                <a:rect l="l" t="t" r="r" b="b"/>
                <a:pathLst>
                  <a:path w="148209" h="148209" extrusionOk="0">
                    <a:moveTo>
                      <a:pt x="148209" y="74104"/>
                    </a:moveTo>
                    <a:cubicBezTo>
                      <a:pt x="148209" y="115031"/>
                      <a:pt x="115031" y="148209"/>
                      <a:pt x="74104" y="148209"/>
                    </a:cubicBezTo>
                    <a:cubicBezTo>
                      <a:pt x="33178" y="148209"/>
                      <a:pt x="0" y="115031"/>
                      <a:pt x="0" y="74104"/>
                    </a:cubicBezTo>
                    <a:cubicBezTo>
                      <a:pt x="0" y="33178"/>
                      <a:pt x="33178" y="0"/>
                      <a:pt x="74104" y="0"/>
                    </a:cubicBezTo>
                    <a:cubicBezTo>
                      <a:pt x="115031" y="0"/>
                      <a:pt x="148209" y="33178"/>
                      <a:pt x="148209" y="7410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400"/>
                </a:pPr>
                <a:endParaRPr/>
              </a:p>
            </p:txBody>
          </p:sp>
          <p:sp>
            <p:nvSpPr>
              <p:cNvPr id="15" name="Google Shape;373;p6">
                <a:extLst>
                  <a:ext uri="{FF2B5EF4-FFF2-40B4-BE49-F238E27FC236}">
                    <a16:creationId xmlns:a16="http://schemas.microsoft.com/office/drawing/2014/main" id="{E7635F9A-8F09-AF2B-8B1E-21A581AA67D6}"/>
                  </a:ext>
                </a:extLst>
              </p:cNvPr>
              <p:cNvSpPr/>
              <p:nvPr/>
            </p:nvSpPr>
            <p:spPr>
              <a:xfrm>
                <a:off x="16940479" y="1492565"/>
                <a:ext cx="148209" cy="148209"/>
              </a:xfrm>
              <a:custGeom>
                <a:avLst/>
                <a:gdLst/>
                <a:ahLst/>
                <a:cxnLst/>
                <a:rect l="l" t="t" r="r" b="b"/>
                <a:pathLst>
                  <a:path w="148209" h="148209" extrusionOk="0">
                    <a:moveTo>
                      <a:pt x="148209" y="74104"/>
                    </a:moveTo>
                    <a:cubicBezTo>
                      <a:pt x="148209" y="115031"/>
                      <a:pt x="115031" y="148209"/>
                      <a:pt x="74104" y="148209"/>
                    </a:cubicBezTo>
                    <a:cubicBezTo>
                      <a:pt x="33178" y="148209"/>
                      <a:pt x="0" y="115031"/>
                      <a:pt x="0" y="74104"/>
                    </a:cubicBezTo>
                    <a:cubicBezTo>
                      <a:pt x="0" y="33178"/>
                      <a:pt x="33178" y="0"/>
                      <a:pt x="74104" y="0"/>
                    </a:cubicBezTo>
                    <a:cubicBezTo>
                      <a:pt x="115031" y="0"/>
                      <a:pt x="148209" y="33178"/>
                      <a:pt x="148209" y="7410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400"/>
                </a:pPr>
                <a:endParaRPr/>
              </a:p>
            </p:txBody>
          </p:sp>
          <p:sp>
            <p:nvSpPr>
              <p:cNvPr id="19" name="Google Shape;374;p6">
                <a:extLst>
                  <a:ext uri="{FF2B5EF4-FFF2-40B4-BE49-F238E27FC236}">
                    <a16:creationId xmlns:a16="http://schemas.microsoft.com/office/drawing/2014/main" id="{E794E420-E06C-12C0-BD98-7ED8CADC0246}"/>
                  </a:ext>
                </a:extLst>
              </p:cNvPr>
              <p:cNvSpPr/>
              <p:nvPr/>
            </p:nvSpPr>
            <p:spPr>
              <a:xfrm>
                <a:off x="17289475" y="1660871"/>
                <a:ext cx="268615" cy="148399"/>
              </a:xfrm>
              <a:custGeom>
                <a:avLst/>
                <a:gdLst/>
                <a:ahLst/>
                <a:cxnLst/>
                <a:rect l="l" t="t" r="r" b="b"/>
                <a:pathLst>
                  <a:path w="268615" h="148399" extrusionOk="0">
                    <a:moveTo>
                      <a:pt x="253746" y="44101"/>
                    </a:moveTo>
                    <a:cubicBezTo>
                      <a:pt x="232401" y="27476"/>
                      <a:pt x="207702" y="15681"/>
                      <a:pt x="181356" y="9525"/>
                    </a:cubicBezTo>
                    <a:cubicBezTo>
                      <a:pt x="161530" y="3742"/>
                      <a:pt x="141041" y="541"/>
                      <a:pt x="120396" y="0"/>
                    </a:cubicBezTo>
                    <a:cubicBezTo>
                      <a:pt x="99702" y="-45"/>
                      <a:pt x="79130" y="3169"/>
                      <a:pt x="59436" y="9525"/>
                    </a:cubicBezTo>
                    <a:cubicBezTo>
                      <a:pt x="39707" y="14783"/>
                      <a:pt x="20843" y="22868"/>
                      <a:pt x="3429" y="33529"/>
                    </a:cubicBezTo>
                    <a:cubicBezTo>
                      <a:pt x="2286" y="34862"/>
                      <a:pt x="1238" y="36196"/>
                      <a:pt x="0" y="37434"/>
                    </a:cubicBezTo>
                    <a:cubicBezTo>
                      <a:pt x="27701" y="44889"/>
                      <a:pt x="53615" y="57847"/>
                      <a:pt x="76200" y="75534"/>
                    </a:cubicBezTo>
                    <a:cubicBezTo>
                      <a:pt x="94021" y="88541"/>
                      <a:pt x="104425" y="109385"/>
                      <a:pt x="104108" y="131446"/>
                    </a:cubicBezTo>
                    <a:lnTo>
                      <a:pt x="104108" y="148400"/>
                    </a:lnTo>
                    <a:lnTo>
                      <a:pt x="268605" y="148400"/>
                    </a:lnTo>
                    <a:lnTo>
                      <a:pt x="268605" y="73819"/>
                    </a:lnTo>
                    <a:cubicBezTo>
                      <a:pt x="268892" y="62061"/>
                      <a:pt x="263324" y="50927"/>
                      <a:pt x="253746" y="4410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400"/>
                </a:pPr>
                <a:endParaRPr/>
              </a:p>
            </p:txBody>
          </p:sp>
          <p:sp>
            <p:nvSpPr>
              <p:cNvPr id="20" name="Google Shape;375;p6">
                <a:extLst>
                  <a:ext uri="{FF2B5EF4-FFF2-40B4-BE49-F238E27FC236}">
                    <a16:creationId xmlns:a16="http://schemas.microsoft.com/office/drawing/2014/main" id="{52FD81E7-8A38-3BF7-2B67-F5C8833A9407}"/>
                  </a:ext>
                </a:extLst>
              </p:cNvPr>
              <p:cNvSpPr/>
              <p:nvPr/>
            </p:nvSpPr>
            <p:spPr>
              <a:xfrm>
                <a:off x="16866377" y="1660872"/>
                <a:ext cx="268605" cy="148398"/>
              </a:xfrm>
              <a:custGeom>
                <a:avLst/>
                <a:gdLst/>
                <a:ahLst/>
                <a:cxnLst/>
                <a:rect l="l" t="t" r="r" b="b"/>
                <a:pathLst>
                  <a:path w="268605" h="148399" extrusionOk="0">
                    <a:moveTo>
                      <a:pt x="164687" y="131445"/>
                    </a:moveTo>
                    <a:cubicBezTo>
                      <a:pt x="164708" y="110012"/>
                      <a:pt x="174533" y="89766"/>
                      <a:pt x="191357" y="76486"/>
                    </a:cubicBezTo>
                    <a:lnTo>
                      <a:pt x="192500" y="75534"/>
                    </a:lnTo>
                    <a:lnTo>
                      <a:pt x="193739" y="74676"/>
                    </a:lnTo>
                    <a:cubicBezTo>
                      <a:pt x="216581" y="58427"/>
                      <a:pt x="241848" y="45890"/>
                      <a:pt x="268605" y="37529"/>
                    </a:cubicBezTo>
                    <a:cubicBezTo>
                      <a:pt x="266700" y="35529"/>
                      <a:pt x="264986" y="33433"/>
                      <a:pt x="263176" y="31338"/>
                    </a:cubicBezTo>
                    <a:cubicBezTo>
                      <a:pt x="246437" y="21538"/>
                      <a:pt x="228377" y="14193"/>
                      <a:pt x="209550" y="9525"/>
                    </a:cubicBezTo>
                    <a:cubicBezTo>
                      <a:pt x="189726" y="3734"/>
                      <a:pt x="169235" y="532"/>
                      <a:pt x="148590" y="0"/>
                    </a:cubicBezTo>
                    <a:cubicBezTo>
                      <a:pt x="127896" y="-39"/>
                      <a:pt x="107326" y="3176"/>
                      <a:pt x="87630" y="9525"/>
                    </a:cubicBezTo>
                    <a:cubicBezTo>
                      <a:pt x="61651" y="16693"/>
                      <a:pt x="37144" y="28399"/>
                      <a:pt x="15240" y="44101"/>
                    </a:cubicBezTo>
                    <a:cubicBezTo>
                      <a:pt x="5858" y="51134"/>
                      <a:pt x="236" y="62096"/>
                      <a:pt x="0" y="73819"/>
                    </a:cubicBezTo>
                    <a:lnTo>
                      <a:pt x="0" y="148400"/>
                    </a:lnTo>
                    <a:lnTo>
                      <a:pt x="164687" y="1484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400"/>
                </a:pPr>
                <a:endParaRPr/>
              </a:p>
            </p:txBody>
          </p:sp>
          <p:sp>
            <p:nvSpPr>
              <p:cNvPr id="22" name="Google Shape;376;p6">
                <a:extLst>
                  <a:ext uri="{FF2B5EF4-FFF2-40B4-BE49-F238E27FC236}">
                    <a16:creationId xmlns:a16="http://schemas.microsoft.com/office/drawing/2014/main" id="{DD94D7A4-981A-34EE-19D8-DBE4ED2DA4B0}"/>
                  </a:ext>
                </a:extLst>
              </p:cNvPr>
              <p:cNvSpPr/>
              <p:nvPr/>
            </p:nvSpPr>
            <p:spPr>
              <a:xfrm>
                <a:off x="17064018" y="1718592"/>
                <a:ext cx="296430" cy="147829"/>
              </a:xfrm>
              <a:custGeom>
                <a:avLst/>
                <a:gdLst/>
                <a:ahLst/>
                <a:cxnLst/>
                <a:rect l="l" t="t" r="r" b="b"/>
                <a:pathLst>
                  <a:path w="296430" h="147829" extrusionOk="0">
                    <a:moveTo>
                      <a:pt x="0" y="147830"/>
                    </a:moveTo>
                    <a:lnTo>
                      <a:pt x="0" y="73725"/>
                    </a:lnTo>
                    <a:cubicBezTo>
                      <a:pt x="45" y="62069"/>
                      <a:pt x="5544" y="51107"/>
                      <a:pt x="14859" y="44102"/>
                    </a:cubicBezTo>
                    <a:cubicBezTo>
                      <a:pt x="36723" y="28334"/>
                      <a:pt x="61243" y="16622"/>
                      <a:pt x="87249" y="9527"/>
                    </a:cubicBezTo>
                    <a:cubicBezTo>
                      <a:pt x="106934" y="3133"/>
                      <a:pt x="127512" y="-82"/>
                      <a:pt x="148209" y="2"/>
                    </a:cubicBezTo>
                    <a:cubicBezTo>
                      <a:pt x="168859" y="486"/>
                      <a:pt x="189355" y="3690"/>
                      <a:pt x="209169" y="9527"/>
                    </a:cubicBezTo>
                    <a:cubicBezTo>
                      <a:pt x="235567" y="15619"/>
                      <a:pt x="260308" y="27421"/>
                      <a:pt x="281654" y="44102"/>
                    </a:cubicBezTo>
                    <a:cubicBezTo>
                      <a:pt x="291195" y="50908"/>
                      <a:pt x="296728" y="62010"/>
                      <a:pt x="296418" y="73725"/>
                    </a:cubicBezTo>
                    <a:lnTo>
                      <a:pt x="296418" y="14783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400"/>
                </a:pPr>
                <a:endParaRPr/>
              </a:p>
            </p:txBody>
          </p:sp>
          <p:sp>
            <p:nvSpPr>
              <p:cNvPr id="23" name="Google Shape;377;p6">
                <a:extLst>
                  <a:ext uri="{FF2B5EF4-FFF2-40B4-BE49-F238E27FC236}">
                    <a16:creationId xmlns:a16="http://schemas.microsoft.com/office/drawing/2014/main" id="{9AA0F124-211C-99E0-A0D1-6275AFB43E4F}"/>
                  </a:ext>
                </a:extLst>
              </p:cNvPr>
              <p:cNvSpPr/>
              <p:nvPr/>
            </p:nvSpPr>
            <p:spPr>
              <a:xfrm>
                <a:off x="17138123" y="1550192"/>
                <a:ext cx="148209" cy="148209"/>
              </a:xfrm>
              <a:custGeom>
                <a:avLst/>
                <a:gdLst/>
                <a:ahLst/>
                <a:cxnLst/>
                <a:rect l="l" t="t" r="r" b="b"/>
                <a:pathLst>
                  <a:path w="148209" h="148209" extrusionOk="0">
                    <a:moveTo>
                      <a:pt x="148209" y="74105"/>
                    </a:moveTo>
                    <a:cubicBezTo>
                      <a:pt x="148209" y="115031"/>
                      <a:pt x="115031" y="148209"/>
                      <a:pt x="74105" y="148209"/>
                    </a:cubicBezTo>
                    <a:cubicBezTo>
                      <a:pt x="33178" y="148209"/>
                      <a:pt x="0" y="115031"/>
                      <a:pt x="0" y="74105"/>
                    </a:cubicBezTo>
                    <a:cubicBezTo>
                      <a:pt x="0" y="33178"/>
                      <a:pt x="33178" y="0"/>
                      <a:pt x="74105" y="0"/>
                    </a:cubicBezTo>
                    <a:cubicBezTo>
                      <a:pt x="115031" y="0"/>
                      <a:pt x="148209" y="33178"/>
                      <a:pt x="148209" y="7410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400"/>
                </a:pPr>
                <a:endParaRPr/>
              </a:p>
            </p:txBody>
          </p:sp>
        </p:grpSp>
        <p:grpSp>
          <p:nvGrpSpPr>
            <p:cNvPr id="11" name="Google Shape;378;p6">
              <a:extLst>
                <a:ext uri="{FF2B5EF4-FFF2-40B4-BE49-F238E27FC236}">
                  <a16:creationId xmlns:a16="http://schemas.microsoft.com/office/drawing/2014/main" id="{F9B4D550-7D4C-55C6-0E60-19C4645806FD}"/>
                </a:ext>
              </a:extLst>
            </p:cNvPr>
            <p:cNvGrpSpPr/>
            <p:nvPr/>
          </p:nvGrpSpPr>
          <p:grpSpPr>
            <a:xfrm>
              <a:off x="16810081" y="921861"/>
              <a:ext cx="743773" cy="512573"/>
              <a:chOff x="16933626" y="782036"/>
              <a:chExt cx="743773" cy="512573"/>
            </a:xfrm>
          </p:grpSpPr>
          <p:sp>
            <p:nvSpPr>
              <p:cNvPr id="12" name="Google Shape;379;p6">
                <a:extLst>
                  <a:ext uri="{FF2B5EF4-FFF2-40B4-BE49-F238E27FC236}">
                    <a16:creationId xmlns:a16="http://schemas.microsoft.com/office/drawing/2014/main" id="{E7A0222B-ADCB-68B2-AAB6-253B06714360}"/>
                  </a:ext>
                </a:extLst>
              </p:cNvPr>
              <p:cNvSpPr/>
              <p:nvPr/>
            </p:nvSpPr>
            <p:spPr>
              <a:xfrm>
                <a:off x="16933626" y="782036"/>
                <a:ext cx="476249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28625" extrusionOk="0">
                    <a:moveTo>
                      <a:pt x="323850" y="66675"/>
                    </a:moveTo>
                    <a:lnTo>
                      <a:pt x="476250" y="66675"/>
                    </a:lnTo>
                    <a:lnTo>
                      <a:pt x="476250" y="38100"/>
                    </a:lnTo>
                    <a:cubicBezTo>
                      <a:pt x="476250" y="17145"/>
                      <a:pt x="459105" y="0"/>
                      <a:pt x="438150" y="0"/>
                    </a:cubicBezTo>
                    <a:lnTo>
                      <a:pt x="38100" y="0"/>
                    </a:lnTo>
                    <a:cubicBezTo>
                      <a:pt x="17145" y="0"/>
                      <a:pt x="0" y="17145"/>
                      <a:pt x="0" y="38100"/>
                    </a:cubicBezTo>
                    <a:lnTo>
                      <a:pt x="0" y="295275"/>
                    </a:lnTo>
                    <a:cubicBezTo>
                      <a:pt x="0" y="316230"/>
                      <a:pt x="17145" y="333375"/>
                      <a:pt x="38100" y="333375"/>
                    </a:cubicBezTo>
                    <a:lnTo>
                      <a:pt x="95250" y="333375"/>
                    </a:lnTo>
                    <a:lnTo>
                      <a:pt x="95250" y="428625"/>
                    </a:lnTo>
                    <a:lnTo>
                      <a:pt x="190500" y="333375"/>
                    </a:lnTo>
                    <a:lnTo>
                      <a:pt x="247650" y="333375"/>
                    </a:lnTo>
                    <a:lnTo>
                      <a:pt x="247650" y="142875"/>
                    </a:lnTo>
                    <a:cubicBezTo>
                      <a:pt x="247650" y="100965"/>
                      <a:pt x="281940" y="66675"/>
                      <a:pt x="323850" y="6667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400"/>
                </a:pPr>
                <a:endParaRPr/>
              </a:p>
            </p:txBody>
          </p:sp>
          <p:sp>
            <p:nvSpPr>
              <p:cNvPr id="13" name="Google Shape;380;p6">
                <a:extLst>
                  <a:ext uri="{FF2B5EF4-FFF2-40B4-BE49-F238E27FC236}">
                    <a16:creationId xmlns:a16="http://schemas.microsoft.com/office/drawing/2014/main" id="{F12FCA9F-D497-0C4B-5E5D-F1FB5EA4CCBB}"/>
                  </a:ext>
                </a:extLst>
              </p:cNvPr>
              <p:cNvSpPr/>
              <p:nvPr/>
            </p:nvSpPr>
            <p:spPr>
              <a:xfrm>
                <a:off x="17201150" y="865984"/>
                <a:ext cx="476249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28625" extrusionOk="0">
                    <a:moveTo>
                      <a:pt x="438150" y="0"/>
                    </a:moveTo>
                    <a:lnTo>
                      <a:pt x="38100" y="0"/>
                    </a:lnTo>
                    <a:cubicBezTo>
                      <a:pt x="17145" y="0"/>
                      <a:pt x="0" y="17145"/>
                      <a:pt x="0" y="38100"/>
                    </a:cubicBezTo>
                    <a:lnTo>
                      <a:pt x="0" y="295275"/>
                    </a:lnTo>
                    <a:cubicBezTo>
                      <a:pt x="0" y="316230"/>
                      <a:pt x="17145" y="333375"/>
                      <a:pt x="38100" y="333375"/>
                    </a:cubicBezTo>
                    <a:lnTo>
                      <a:pt x="285750" y="333375"/>
                    </a:lnTo>
                    <a:lnTo>
                      <a:pt x="381000" y="428625"/>
                    </a:lnTo>
                    <a:lnTo>
                      <a:pt x="381000" y="333375"/>
                    </a:lnTo>
                    <a:lnTo>
                      <a:pt x="438150" y="333375"/>
                    </a:lnTo>
                    <a:cubicBezTo>
                      <a:pt x="459105" y="333375"/>
                      <a:pt x="476250" y="316230"/>
                      <a:pt x="476250" y="295275"/>
                    </a:cubicBezTo>
                    <a:lnTo>
                      <a:pt x="476250" y="38100"/>
                    </a:lnTo>
                    <a:cubicBezTo>
                      <a:pt x="476250" y="17145"/>
                      <a:pt x="459105" y="0"/>
                      <a:pt x="4381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400"/>
                </a:pPr>
                <a:endParaRPr/>
              </a:p>
            </p:txBody>
          </p:sp>
        </p:grpSp>
      </p:grpSp>
      <p:sp>
        <p:nvSpPr>
          <p:cNvPr id="24" name="Google Shape;381;p6">
            <a:extLst>
              <a:ext uri="{FF2B5EF4-FFF2-40B4-BE49-F238E27FC236}">
                <a16:creationId xmlns:a16="http://schemas.microsoft.com/office/drawing/2014/main" id="{AFF9180D-996D-8912-B86B-EFA9A81CFB2A}"/>
              </a:ext>
            </a:extLst>
          </p:cNvPr>
          <p:cNvSpPr txBox="1"/>
          <p:nvPr/>
        </p:nvSpPr>
        <p:spPr>
          <a:xfrm>
            <a:off x="11462298" y="-15180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Diálogo</a:t>
            </a:r>
            <a:endParaRPr sz="800">
              <a:latin typeface="Poppins" panose="00000500000000000000" pitchFamily="2" charset="0"/>
              <a:ea typeface="Poppins"/>
              <a:cs typeface="Poppins"/>
              <a:sym typeface="Poppins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133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282134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8F757-7CA3-5150-C640-5E7F5C58C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aixaDeTexto 20">
            <a:extLst>
              <a:ext uri="{FF2B5EF4-FFF2-40B4-BE49-F238E27FC236}">
                <a16:creationId xmlns:a16="http://schemas.microsoft.com/office/drawing/2014/main" id="{73F5DBFB-F371-8027-E1C0-2C4B07E9444E}"/>
              </a:ext>
            </a:extLst>
          </p:cNvPr>
          <p:cNvSpPr txBox="1"/>
          <p:nvPr/>
        </p:nvSpPr>
        <p:spPr>
          <a:xfrm>
            <a:off x="6136640" y="88392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22" name="Espaço Reservado para Texto 42">
            <a:extLst>
              <a:ext uri="{FF2B5EF4-FFF2-40B4-BE49-F238E27FC236}">
                <a16:creationId xmlns:a16="http://schemas.microsoft.com/office/drawing/2014/main" id="{DE25FFC9-A509-4991-C1B9-9CC12D26A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57923" y="635968"/>
            <a:ext cx="8345536" cy="718283"/>
          </a:xfrm>
          <a:prstGeom prst="rect">
            <a:avLst/>
          </a:prstGeom>
        </p:spPr>
        <p:txBody>
          <a:bodyPr/>
          <a:lstStyle/>
          <a:p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  <a:cs typeface="Poppins" pitchFamily="2" charset="77"/>
              </a:rPr>
              <a:t>Títulos e rótulos que contam histórias</a:t>
            </a:r>
          </a:p>
        </p:txBody>
      </p:sp>
      <p:sp>
        <p:nvSpPr>
          <p:cNvPr id="23" name="Espaço Reservado para Texto 42">
            <a:extLst>
              <a:ext uri="{FF2B5EF4-FFF2-40B4-BE49-F238E27FC236}">
                <a16:creationId xmlns:a16="http://schemas.microsoft.com/office/drawing/2014/main" id="{DA1F8C7A-B5A8-FDB2-BB94-BEF21C0BD9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7091" y="4703307"/>
            <a:ext cx="1243623" cy="3051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z="1200" b="1" dirty="0">
                <a:latin typeface="Poppins" panose="00000500000000000000" pitchFamily="2" charset="0"/>
                <a:cs typeface="Poppins" pitchFamily="2" charset="77"/>
              </a:rPr>
              <a:t>Em duplas</a:t>
            </a:r>
          </a:p>
        </p:txBody>
      </p:sp>
      <p:sp>
        <p:nvSpPr>
          <p:cNvPr id="24" name="Espaço Reservado para Texto 42">
            <a:extLst>
              <a:ext uri="{FF2B5EF4-FFF2-40B4-BE49-F238E27FC236}">
                <a16:creationId xmlns:a16="http://schemas.microsoft.com/office/drawing/2014/main" id="{12F00E7F-8E17-4A08-C46B-D1A68586AF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7091" y="4174244"/>
            <a:ext cx="1705804" cy="3051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z="1200" b="1" dirty="0">
                <a:latin typeface="Poppins" panose="00000500000000000000" pitchFamily="2" charset="0"/>
                <a:cs typeface="Poppins" pitchFamily="2" charset="77"/>
              </a:rPr>
              <a:t>37 minutos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7418901-F708-2910-5146-C1C3E3D5B7BA}"/>
              </a:ext>
            </a:extLst>
          </p:cNvPr>
          <p:cNvSpPr txBox="1"/>
          <p:nvPr/>
        </p:nvSpPr>
        <p:spPr>
          <a:xfrm>
            <a:off x="9272789" y="216365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3593E3A-592C-DEDD-ADED-2A3E4D85DBD5}"/>
              </a:ext>
            </a:extLst>
          </p:cNvPr>
          <p:cNvSpPr txBox="1"/>
          <p:nvPr/>
        </p:nvSpPr>
        <p:spPr>
          <a:xfrm>
            <a:off x="5117205" y="212930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CD7FE3E-AB47-1D43-CE6D-EF724978CB06}"/>
              </a:ext>
            </a:extLst>
          </p:cNvPr>
          <p:cNvSpPr txBox="1"/>
          <p:nvPr/>
        </p:nvSpPr>
        <p:spPr>
          <a:xfrm>
            <a:off x="12629882" y="401820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pic>
        <p:nvPicPr>
          <p:cNvPr id="5" name="Google Shape;578;p38">
            <a:extLst>
              <a:ext uri="{FF2B5EF4-FFF2-40B4-BE49-F238E27FC236}">
                <a16:creationId xmlns:a16="http://schemas.microsoft.com/office/drawing/2014/main" id="{77F2E66F-1525-FA15-0F57-49F74F18314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8607" y="4174244"/>
            <a:ext cx="305151" cy="30515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2F91FD2-6534-2A4B-A0C9-42D43FBC70D6}"/>
              </a:ext>
            </a:extLst>
          </p:cNvPr>
          <p:cNvSpPr txBox="1"/>
          <p:nvPr/>
        </p:nvSpPr>
        <p:spPr>
          <a:xfrm>
            <a:off x="5346357" y="265258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/>
          </a:p>
        </p:txBody>
      </p:sp>
      <p:sp>
        <p:nvSpPr>
          <p:cNvPr id="6" name="Google Shape;812;p61">
            <a:extLst>
              <a:ext uri="{FF2B5EF4-FFF2-40B4-BE49-F238E27FC236}">
                <a16:creationId xmlns:a16="http://schemas.microsoft.com/office/drawing/2014/main" id="{76D8B7E8-61A1-3707-E152-C59186B83D7F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defTabSz="609630">
              <a:defRPr/>
            </a:pPr>
            <a:endParaRPr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4E002758-105E-DAD3-5883-064FFCCC3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9" name="Google Shape;833;p62">
            <a:extLst>
              <a:ext uri="{FF2B5EF4-FFF2-40B4-BE49-F238E27FC236}">
                <a16:creationId xmlns:a16="http://schemas.microsoft.com/office/drawing/2014/main" id="{9FF16701-B1E5-FFED-1AA3-5A156A55B6FD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 defTabSz="609630">
              <a:lnSpc>
                <a:spcPct val="107000"/>
              </a:lnSpc>
              <a:buSzPts val="2700"/>
              <a:defRPr/>
            </a:pPr>
            <a:r>
              <a:rPr lang="pt-BR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 defTabSz="609630">
              <a:lnSpc>
                <a:spcPct val="107000"/>
              </a:lnSpc>
              <a:spcBef>
                <a:spcPts val="715"/>
              </a:spcBef>
              <a:buSzPts val="2700"/>
              <a:defRPr/>
            </a:pPr>
            <a:endParaRPr sz="1333" dirty="0">
              <a:solidFill>
                <a:srgbClr val="FFFFFF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41733B77-B362-F61F-B159-F423BBD8E6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876" y="5175343"/>
            <a:ext cx="349250" cy="304870"/>
          </a:xfrm>
          <a:prstGeom prst="rect">
            <a:avLst/>
          </a:prstGeom>
        </p:spPr>
      </p:pic>
      <p:sp>
        <p:nvSpPr>
          <p:cNvPr id="11" name="Espaço Reservado para Texto 42">
            <a:extLst>
              <a:ext uri="{FF2B5EF4-FFF2-40B4-BE49-F238E27FC236}">
                <a16:creationId xmlns:a16="http://schemas.microsoft.com/office/drawing/2014/main" id="{231913D4-795C-7E9E-4F94-3E72C07DC518}"/>
              </a:ext>
            </a:extLst>
          </p:cNvPr>
          <p:cNvSpPr txBox="1">
            <a:spLocks/>
          </p:cNvSpPr>
          <p:nvPr/>
        </p:nvSpPr>
        <p:spPr>
          <a:xfrm>
            <a:off x="877091" y="5113465"/>
            <a:ext cx="1980832" cy="4286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200" b="1" dirty="0">
                <a:latin typeface="Poppins" panose="00000500000000000000" pitchFamily="2" charset="0"/>
                <a:cs typeface="Poppins" pitchFamily="2" charset="77"/>
              </a:rPr>
              <a:t>Roteiro de Atividade Prática respondido</a:t>
            </a:r>
          </a:p>
        </p:txBody>
      </p:sp>
      <p:grpSp>
        <p:nvGrpSpPr>
          <p:cNvPr id="12" name="Google Shape;490;p35">
            <a:extLst>
              <a:ext uri="{FF2B5EF4-FFF2-40B4-BE49-F238E27FC236}">
                <a16:creationId xmlns:a16="http://schemas.microsoft.com/office/drawing/2014/main" id="{AF16354E-E4AA-51F2-2776-A4FB125A0A1A}"/>
              </a:ext>
            </a:extLst>
          </p:cNvPr>
          <p:cNvGrpSpPr/>
          <p:nvPr/>
        </p:nvGrpSpPr>
        <p:grpSpPr>
          <a:xfrm>
            <a:off x="459181" y="4697659"/>
            <a:ext cx="304639" cy="301465"/>
            <a:chOff x="6941066" y="2777637"/>
            <a:chExt cx="456958" cy="452197"/>
          </a:xfrm>
          <a:noFill/>
        </p:grpSpPr>
        <p:grpSp>
          <p:nvGrpSpPr>
            <p:cNvPr id="15" name="Google Shape;491;p35">
              <a:extLst>
                <a:ext uri="{FF2B5EF4-FFF2-40B4-BE49-F238E27FC236}">
                  <a16:creationId xmlns:a16="http://schemas.microsoft.com/office/drawing/2014/main" id="{1F865CE0-8C29-3F19-55F7-8BED0B267D85}"/>
                </a:ext>
              </a:extLst>
            </p:cNvPr>
            <p:cNvGrpSpPr/>
            <p:nvPr/>
          </p:nvGrpSpPr>
          <p:grpSpPr>
            <a:xfrm>
              <a:off x="7226665" y="3067995"/>
              <a:ext cx="171359" cy="161839"/>
              <a:chOff x="7226665" y="3067995"/>
              <a:chExt cx="171359" cy="161839"/>
            </a:xfrm>
            <a:grpFill/>
          </p:grpSpPr>
          <p:sp>
            <p:nvSpPr>
              <p:cNvPr id="30" name="Google Shape;492;p35">
                <a:extLst>
                  <a:ext uri="{FF2B5EF4-FFF2-40B4-BE49-F238E27FC236}">
                    <a16:creationId xmlns:a16="http://schemas.microsoft.com/office/drawing/2014/main" id="{AC5C194D-63AA-ED2A-48F2-A77E049833C0}"/>
                  </a:ext>
                </a:extLst>
              </p:cNvPr>
              <p:cNvSpPr/>
              <p:nvPr/>
            </p:nvSpPr>
            <p:spPr>
              <a:xfrm>
                <a:off x="7269504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493;p35">
                <a:extLst>
                  <a:ext uri="{FF2B5EF4-FFF2-40B4-BE49-F238E27FC236}">
                    <a16:creationId xmlns:a16="http://schemas.microsoft.com/office/drawing/2014/main" id="{0818683F-88F9-F961-A887-3DAA4F7F36F3}"/>
                  </a:ext>
                </a:extLst>
              </p:cNvPr>
              <p:cNvSpPr/>
              <p:nvPr/>
            </p:nvSpPr>
            <p:spPr>
              <a:xfrm>
                <a:off x="7226665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494;p35">
              <a:extLst>
                <a:ext uri="{FF2B5EF4-FFF2-40B4-BE49-F238E27FC236}">
                  <a16:creationId xmlns:a16="http://schemas.microsoft.com/office/drawing/2014/main" id="{C4E990BA-68ED-5F8B-A72E-9A72C961D311}"/>
                </a:ext>
              </a:extLst>
            </p:cNvPr>
            <p:cNvGrpSpPr/>
            <p:nvPr/>
          </p:nvGrpSpPr>
          <p:grpSpPr>
            <a:xfrm>
              <a:off x="6941066" y="3067995"/>
              <a:ext cx="171359" cy="161839"/>
              <a:chOff x="6941066" y="3067995"/>
              <a:chExt cx="171359" cy="161839"/>
            </a:xfrm>
            <a:grpFill/>
          </p:grpSpPr>
          <p:sp>
            <p:nvSpPr>
              <p:cNvPr id="28" name="Google Shape;495;p35">
                <a:extLst>
                  <a:ext uri="{FF2B5EF4-FFF2-40B4-BE49-F238E27FC236}">
                    <a16:creationId xmlns:a16="http://schemas.microsoft.com/office/drawing/2014/main" id="{0D56D350-36A1-1150-2E6D-D1D92C22B2D1}"/>
                  </a:ext>
                </a:extLst>
              </p:cNvPr>
              <p:cNvSpPr/>
              <p:nvPr/>
            </p:nvSpPr>
            <p:spPr>
              <a:xfrm>
                <a:off x="6983906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496;p35">
                <a:extLst>
                  <a:ext uri="{FF2B5EF4-FFF2-40B4-BE49-F238E27FC236}">
                    <a16:creationId xmlns:a16="http://schemas.microsoft.com/office/drawing/2014/main" id="{386BCB46-3616-C57F-AFDE-8A5B74FCCEDF}"/>
                  </a:ext>
                </a:extLst>
              </p:cNvPr>
              <p:cNvSpPr/>
              <p:nvPr/>
            </p:nvSpPr>
            <p:spPr>
              <a:xfrm>
                <a:off x="6941066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" name="Google Shape;497;p35">
              <a:extLst>
                <a:ext uri="{FF2B5EF4-FFF2-40B4-BE49-F238E27FC236}">
                  <a16:creationId xmlns:a16="http://schemas.microsoft.com/office/drawing/2014/main" id="{1413C2E1-B269-3C2F-746C-8E7C861E05A2}"/>
                </a:ext>
              </a:extLst>
            </p:cNvPr>
            <p:cNvGrpSpPr/>
            <p:nvPr/>
          </p:nvGrpSpPr>
          <p:grpSpPr>
            <a:xfrm>
              <a:off x="7103153" y="2977080"/>
              <a:ext cx="132861" cy="96151"/>
              <a:chOff x="7103153" y="2977080"/>
              <a:chExt cx="132861" cy="96151"/>
            </a:xfrm>
            <a:grpFill/>
          </p:grpSpPr>
          <p:sp>
            <p:nvSpPr>
              <p:cNvPr id="25" name="Google Shape;498;p35">
                <a:extLst>
                  <a:ext uri="{FF2B5EF4-FFF2-40B4-BE49-F238E27FC236}">
                    <a16:creationId xmlns:a16="http://schemas.microsoft.com/office/drawing/2014/main" id="{8A03EF97-5742-5652-D686-46D0198676A8}"/>
                  </a:ext>
                </a:extLst>
              </p:cNvPr>
              <p:cNvSpPr/>
              <p:nvPr/>
            </p:nvSpPr>
            <p:spPr>
              <a:xfrm>
                <a:off x="7169069" y="2977080"/>
                <a:ext cx="951" cy="58071"/>
              </a:xfrm>
              <a:custGeom>
                <a:avLst/>
                <a:gdLst/>
                <a:ahLst/>
                <a:cxnLst/>
                <a:rect l="l" t="t" r="r" b="b"/>
                <a:pathLst>
                  <a:path w="951" h="58071" extrusionOk="0">
                    <a:moveTo>
                      <a:pt x="476" y="58072"/>
                    </a:moveTo>
                    <a:cubicBezTo>
                      <a:pt x="476" y="58072"/>
                      <a:pt x="0" y="57881"/>
                      <a:pt x="0" y="57596"/>
                    </a:cubicBezTo>
                    <a:lnTo>
                      <a:pt x="0" y="476"/>
                    </a:lnTo>
                    <a:cubicBezTo>
                      <a:pt x="0" y="476"/>
                      <a:pt x="190" y="0"/>
                      <a:pt x="476" y="0"/>
                    </a:cubicBezTo>
                    <a:cubicBezTo>
                      <a:pt x="761" y="0"/>
                      <a:pt x="952" y="190"/>
                      <a:pt x="952" y="476"/>
                    </a:cubicBezTo>
                    <a:lnTo>
                      <a:pt x="952" y="57596"/>
                    </a:lnTo>
                    <a:cubicBezTo>
                      <a:pt x="952" y="57596"/>
                      <a:pt x="761" y="58072"/>
                      <a:pt x="476" y="58072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499;p35">
                <a:extLst>
                  <a:ext uri="{FF2B5EF4-FFF2-40B4-BE49-F238E27FC236}">
                    <a16:creationId xmlns:a16="http://schemas.microsoft.com/office/drawing/2014/main" id="{1A0D4759-8549-1040-E4B9-83F57DCF407E}"/>
                  </a:ext>
                </a:extLst>
              </p:cNvPr>
              <p:cNvSpPr/>
              <p:nvPr/>
            </p:nvSpPr>
            <p:spPr>
              <a:xfrm>
                <a:off x="7169145" y="3034257"/>
                <a:ext cx="66869" cy="38973"/>
              </a:xfrm>
              <a:custGeom>
                <a:avLst/>
                <a:gdLst/>
                <a:ahLst/>
                <a:cxnLst/>
                <a:rect l="l" t="t" r="r" b="b"/>
                <a:pathLst>
                  <a:path w="66869" h="38973" extrusionOk="0">
                    <a:moveTo>
                      <a:pt x="66373" y="38974"/>
                    </a:moveTo>
                    <a:cubicBezTo>
                      <a:pt x="66373" y="38974"/>
                      <a:pt x="66183" y="38974"/>
                      <a:pt x="66183" y="38974"/>
                    </a:cubicBezTo>
                    <a:lnTo>
                      <a:pt x="210" y="894"/>
                    </a:lnTo>
                    <a:cubicBezTo>
                      <a:pt x="210" y="894"/>
                      <a:pt x="-76" y="513"/>
                      <a:pt x="19" y="228"/>
                    </a:cubicBezTo>
                    <a:cubicBezTo>
                      <a:pt x="115" y="37"/>
                      <a:pt x="400" y="-58"/>
                      <a:pt x="686" y="37"/>
                    </a:cubicBezTo>
                    <a:lnTo>
                      <a:pt x="66659" y="38117"/>
                    </a:lnTo>
                    <a:cubicBezTo>
                      <a:pt x="66659" y="38117"/>
                      <a:pt x="66945" y="38498"/>
                      <a:pt x="66850" y="38784"/>
                    </a:cubicBezTo>
                    <a:cubicBezTo>
                      <a:pt x="66850" y="38974"/>
                      <a:pt x="66564" y="38974"/>
                      <a:pt x="66469" y="38974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500;p35">
                <a:extLst>
                  <a:ext uri="{FF2B5EF4-FFF2-40B4-BE49-F238E27FC236}">
                    <a16:creationId xmlns:a16="http://schemas.microsoft.com/office/drawing/2014/main" id="{E4EC02AA-60CA-6315-79CB-F68DD613037B}"/>
                  </a:ext>
                </a:extLst>
              </p:cNvPr>
              <p:cNvSpPr/>
              <p:nvPr/>
            </p:nvSpPr>
            <p:spPr>
              <a:xfrm>
                <a:off x="7103153" y="3034295"/>
                <a:ext cx="66904" cy="38936"/>
              </a:xfrm>
              <a:custGeom>
                <a:avLst/>
                <a:gdLst/>
                <a:ahLst/>
                <a:cxnLst/>
                <a:rect l="l" t="t" r="r" b="b"/>
                <a:pathLst>
                  <a:path w="66904" h="38936" extrusionOk="0">
                    <a:moveTo>
                      <a:pt x="418" y="38937"/>
                    </a:moveTo>
                    <a:cubicBezTo>
                      <a:pt x="418" y="38937"/>
                      <a:pt x="133" y="38937"/>
                      <a:pt x="37" y="38746"/>
                    </a:cubicBezTo>
                    <a:cubicBezTo>
                      <a:pt x="-58" y="38556"/>
                      <a:pt x="37" y="38270"/>
                      <a:pt x="228" y="38080"/>
                    </a:cubicBezTo>
                    <a:lnTo>
                      <a:pt x="66201" y="0"/>
                    </a:lnTo>
                    <a:cubicBezTo>
                      <a:pt x="66201" y="0"/>
                      <a:pt x="66677" y="0"/>
                      <a:pt x="66867" y="190"/>
                    </a:cubicBezTo>
                    <a:cubicBezTo>
                      <a:pt x="66963" y="381"/>
                      <a:pt x="66867" y="666"/>
                      <a:pt x="66677" y="857"/>
                    </a:cubicBezTo>
                    <a:lnTo>
                      <a:pt x="704" y="38937"/>
                    </a:lnTo>
                    <a:cubicBezTo>
                      <a:pt x="704" y="38937"/>
                      <a:pt x="513" y="38937"/>
                      <a:pt x="513" y="38937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" name="Google Shape;501;p35">
              <a:extLst>
                <a:ext uri="{FF2B5EF4-FFF2-40B4-BE49-F238E27FC236}">
                  <a16:creationId xmlns:a16="http://schemas.microsoft.com/office/drawing/2014/main" id="{9B1636DB-4162-8830-E20B-2DC0B3DF2E2D}"/>
                </a:ext>
              </a:extLst>
            </p:cNvPr>
            <p:cNvGrpSpPr/>
            <p:nvPr/>
          </p:nvGrpSpPr>
          <p:grpSpPr>
            <a:xfrm>
              <a:off x="7083865" y="2777637"/>
              <a:ext cx="171359" cy="161838"/>
              <a:chOff x="7083865" y="2777637"/>
              <a:chExt cx="171359" cy="161838"/>
            </a:xfrm>
            <a:grpFill/>
          </p:grpSpPr>
          <p:sp>
            <p:nvSpPr>
              <p:cNvPr id="19" name="Google Shape;502;p35">
                <a:extLst>
                  <a:ext uri="{FF2B5EF4-FFF2-40B4-BE49-F238E27FC236}">
                    <a16:creationId xmlns:a16="http://schemas.microsoft.com/office/drawing/2014/main" id="{037BF68A-027E-F818-A3FE-D629342017E9}"/>
                  </a:ext>
                </a:extLst>
              </p:cNvPr>
              <p:cNvSpPr/>
              <p:nvPr/>
            </p:nvSpPr>
            <p:spPr>
              <a:xfrm>
                <a:off x="7126705" y="2777637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503;p35">
                <a:extLst>
                  <a:ext uri="{FF2B5EF4-FFF2-40B4-BE49-F238E27FC236}">
                    <a16:creationId xmlns:a16="http://schemas.microsoft.com/office/drawing/2014/main" id="{D1201898-A702-9172-77CF-C36A4884D84F}"/>
                  </a:ext>
                </a:extLst>
              </p:cNvPr>
              <p:cNvSpPr/>
              <p:nvPr/>
            </p:nvSpPr>
            <p:spPr>
              <a:xfrm>
                <a:off x="7083865" y="2871884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28575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" name="Google Shape;1317;p91">
            <a:extLst>
              <a:ext uri="{FF2B5EF4-FFF2-40B4-BE49-F238E27FC236}">
                <a16:creationId xmlns:a16="http://schemas.microsoft.com/office/drawing/2014/main" id="{1E88867A-21A2-38CD-3654-8921DD9FAD60}"/>
              </a:ext>
            </a:extLst>
          </p:cNvPr>
          <p:cNvSpPr txBox="1"/>
          <p:nvPr/>
        </p:nvSpPr>
        <p:spPr>
          <a:xfrm>
            <a:off x="3238725" y="2968449"/>
            <a:ext cx="3466876" cy="913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228611" indent="-228611">
              <a:spcBef>
                <a:spcPts val="400"/>
              </a:spcBef>
              <a:spcAft>
                <a:spcPts val="60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14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Roteiro de Atividade Prática</a:t>
            </a:r>
            <a:endParaRPr lang="pt-BR" sz="1400" dirty="0">
              <a:latin typeface="Poppins" panose="00000500000000000000" pitchFamily="2" charset="0"/>
              <a:cs typeface="Poppins" pitchFamily="2" charset="77"/>
            </a:endParaRPr>
          </a:p>
          <a:p>
            <a:pPr marL="228611" indent="-228611">
              <a:spcAft>
                <a:spcPts val="60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14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Computador com acesso à internet</a:t>
            </a:r>
            <a:endParaRPr lang="pt-BR" sz="1400" dirty="0">
              <a:solidFill>
                <a:schemeClr val="dk1"/>
              </a:solidFill>
              <a:latin typeface="Poppins" panose="00000500000000000000" pitchFamily="2" charset="0"/>
              <a:ea typeface="Calibri"/>
              <a:cs typeface="Poppins" pitchFamily="2" charset="77"/>
              <a:sym typeface="Calibri"/>
            </a:endParaRPr>
          </a:p>
        </p:txBody>
      </p:sp>
      <p:sp>
        <p:nvSpPr>
          <p:cNvPr id="33" name="Google Shape;1318;p91">
            <a:extLst>
              <a:ext uri="{FF2B5EF4-FFF2-40B4-BE49-F238E27FC236}">
                <a16:creationId xmlns:a16="http://schemas.microsoft.com/office/drawing/2014/main" id="{BBEE35C2-E3E5-AD66-82E6-82C8D5053518}"/>
              </a:ext>
            </a:extLst>
          </p:cNvPr>
          <p:cNvSpPr txBox="1"/>
          <p:nvPr/>
        </p:nvSpPr>
        <p:spPr>
          <a:xfrm>
            <a:off x="7370806" y="2968449"/>
            <a:ext cx="3751721" cy="2246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11" indent="-228611">
              <a:lnSpc>
                <a:spcPct val="150000"/>
              </a:lnSpc>
              <a:spcBef>
                <a:spcPts val="400"/>
              </a:spcBef>
              <a:buClr>
                <a:schemeClr val="dk1"/>
              </a:buClr>
              <a:buSzPts val="2200"/>
              <a:buChar char="•"/>
              <a:defRPr sz="140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</a:defRPr>
            </a:lvl1pPr>
          </a:lstStyle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Baixe o Roteiro de Atividade Prática e realize a leitura do exercício;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Responda às questões propostas no campo reservado do Roteiro de Atividade Prática;</a:t>
            </a:r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Essa é uma</a:t>
            </a:r>
            <a:r>
              <a:rPr lang="pt-BR" b="1" dirty="0">
                <a:latin typeface="Poppins" panose="00000500000000000000" pitchFamily="2" charset="0"/>
                <a:cs typeface="Poppins" panose="00000500000000000000" pitchFamily="2" charset="0"/>
              </a:rPr>
              <a:t> atividade de registro</a:t>
            </a:r>
            <a:r>
              <a:rPr lang="pt-BR" dirty="0">
                <a:latin typeface="Poppins" panose="00000500000000000000" pitchFamily="2" charset="0"/>
                <a:cs typeface="Poppins" panose="00000500000000000000" pitchFamily="2" charset="0"/>
              </a:rPr>
              <a:t>. Após finalizar a atividade, envie o roteiro para o AVA.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8ACC209-BAF0-4E02-9336-F4E2DBCF0BB0}"/>
              </a:ext>
            </a:extLst>
          </p:cNvPr>
          <p:cNvSpPr/>
          <p:nvPr/>
        </p:nvSpPr>
        <p:spPr>
          <a:xfrm>
            <a:off x="5795682" y="5876365"/>
            <a:ext cx="3630706" cy="3899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562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56FD887E-B93D-BDCD-9369-FD95FDE3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849;p64">
            <a:extLst>
              <a:ext uri="{FF2B5EF4-FFF2-40B4-BE49-F238E27FC236}">
                <a16:creationId xmlns:a16="http://schemas.microsoft.com/office/drawing/2014/main" id="{B3C016AC-DDDD-DD91-73CB-CB42058B3B27}"/>
              </a:ext>
            </a:extLst>
          </p:cNvPr>
          <p:cNvSpPr/>
          <p:nvPr/>
        </p:nvSpPr>
        <p:spPr>
          <a:xfrm>
            <a:off x="3165224" y="3227933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50;p64">
            <a:extLst>
              <a:ext uri="{FF2B5EF4-FFF2-40B4-BE49-F238E27FC236}">
                <a16:creationId xmlns:a16="http://schemas.microsoft.com/office/drawing/2014/main" id="{9DE43542-FAE4-28BF-0418-7CB783187862}"/>
              </a:ext>
            </a:extLst>
          </p:cNvPr>
          <p:cNvSpPr/>
          <p:nvPr/>
        </p:nvSpPr>
        <p:spPr>
          <a:xfrm>
            <a:off x="6738417" y="320783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51;p64">
            <a:extLst>
              <a:ext uri="{FF2B5EF4-FFF2-40B4-BE49-F238E27FC236}">
                <a16:creationId xmlns:a16="http://schemas.microsoft.com/office/drawing/2014/main" id="{82A5993B-A9D7-A8C0-6A63-505441FC9966}"/>
              </a:ext>
            </a:extLst>
          </p:cNvPr>
          <p:cNvSpPr/>
          <p:nvPr/>
        </p:nvSpPr>
        <p:spPr>
          <a:xfrm>
            <a:off x="3179554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52;p64">
            <a:extLst>
              <a:ext uri="{FF2B5EF4-FFF2-40B4-BE49-F238E27FC236}">
                <a16:creationId xmlns:a16="http://schemas.microsoft.com/office/drawing/2014/main" id="{C61B1EC0-ED8B-BCB5-348F-E47EC80E50C3}"/>
              </a:ext>
            </a:extLst>
          </p:cNvPr>
          <p:cNvSpPr txBox="1"/>
          <p:nvPr/>
        </p:nvSpPr>
        <p:spPr>
          <a:xfrm>
            <a:off x="3253940" y="4569857"/>
            <a:ext cx="33206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>
                <a:latin typeface="Poppins" panose="00000500000000000000" pitchFamily="2" charset="0"/>
              </a:rPr>
              <a:t>Repetir as cores.</a:t>
            </a:r>
          </a:p>
        </p:txBody>
      </p:sp>
      <p:sp>
        <p:nvSpPr>
          <p:cNvPr id="16" name="Google Shape;853;p64">
            <a:extLst>
              <a:ext uri="{FF2B5EF4-FFF2-40B4-BE49-F238E27FC236}">
                <a16:creationId xmlns:a16="http://schemas.microsoft.com/office/drawing/2014/main" id="{04C5C731-1F24-627B-19CB-5096C80BBF38}"/>
              </a:ext>
            </a:extLst>
          </p:cNvPr>
          <p:cNvSpPr/>
          <p:nvPr/>
        </p:nvSpPr>
        <p:spPr>
          <a:xfrm>
            <a:off x="6738417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854;p64">
            <a:extLst>
              <a:ext uri="{FF2B5EF4-FFF2-40B4-BE49-F238E27FC236}">
                <a16:creationId xmlns:a16="http://schemas.microsoft.com/office/drawing/2014/main" id="{9E3950BC-9B34-CB66-4268-279D817CEEE2}"/>
              </a:ext>
            </a:extLst>
          </p:cNvPr>
          <p:cNvSpPr txBox="1"/>
          <p:nvPr/>
        </p:nvSpPr>
        <p:spPr>
          <a:xfrm>
            <a:off x="6798473" y="4569856"/>
            <a:ext cx="330187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>
                <a:latin typeface="Poppins" panose="00000500000000000000" pitchFamily="2" charset="0"/>
              </a:rPr>
              <a:t>Preencher os espaços.</a:t>
            </a:r>
            <a:endParaRPr lang="pt-BR" sz="1900" dirty="0">
              <a:latin typeface="Poppins" panose="00000500000000000000" pitchFamily="2" charset="0"/>
            </a:endParaRPr>
          </a:p>
        </p:txBody>
      </p:sp>
      <p:sp>
        <p:nvSpPr>
          <p:cNvPr id="18" name="Google Shape;855;p64">
            <a:extLst>
              <a:ext uri="{FF2B5EF4-FFF2-40B4-BE49-F238E27FC236}">
                <a16:creationId xmlns:a16="http://schemas.microsoft.com/office/drawing/2014/main" id="{6E3D2C29-296A-26DB-453E-18D42E75FC08}"/>
              </a:ext>
            </a:extLst>
          </p:cNvPr>
          <p:cNvSpPr txBox="1"/>
          <p:nvPr/>
        </p:nvSpPr>
        <p:spPr>
          <a:xfrm>
            <a:off x="3351189" y="3485274"/>
            <a:ext cx="30975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>
                <a:latin typeface="Poppins" panose="00000500000000000000" pitchFamily="2" charset="0"/>
              </a:rPr>
              <a:t> Explicar os dados.</a:t>
            </a:r>
          </a:p>
        </p:txBody>
      </p:sp>
      <p:sp>
        <p:nvSpPr>
          <p:cNvPr id="19" name="Google Shape;856;p64">
            <a:extLst>
              <a:ext uri="{FF2B5EF4-FFF2-40B4-BE49-F238E27FC236}">
                <a16:creationId xmlns:a16="http://schemas.microsoft.com/office/drawing/2014/main" id="{F5FBB34A-2D83-0D0A-5DDE-E4ED71D44ABF}"/>
              </a:ext>
            </a:extLst>
          </p:cNvPr>
          <p:cNvSpPr txBox="1"/>
          <p:nvPr/>
        </p:nvSpPr>
        <p:spPr>
          <a:xfrm>
            <a:off x="7002812" y="3485274"/>
            <a:ext cx="30975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>
                <a:latin typeface="Poppins" panose="00000500000000000000" pitchFamily="2" charset="0"/>
              </a:rPr>
              <a:t>Enfeitar o gráfico.</a:t>
            </a:r>
            <a:endParaRPr lang="pt-BR" dirty="0"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E6AF24B0-A248-71C3-C03C-F9303785060B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defTabSz="609630">
              <a:defRPr/>
            </a:pPr>
            <a:endParaRPr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B69C4C47-8BDA-BC4E-4E6A-5DE09A91A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7222916A-2D25-25DB-5ADF-9038E985538B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 defTabSz="609630">
              <a:lnSpc>
                <a:spcPct val="107000"/>
              </a:lnSpc>
              <a:buSzPts val="2700"/>
              <a:defRPr/>
            </a:pPr>
            <a:r>
              <a:rPr lang="pt-BR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 defTabSz="609630">
              <a:lnSpc>
                <a:spcPct val="107000"/>
              </a:lnSpc>
              <a:spcBef>
                <a:spcPts val="715"/>
              </a:spcBef>
              <a:buSzPts val="2700"/>
              <a:defRPr/>
            </a:pPr>
            <a:endParaRPr sz="1333" dirty="0">
              <a:solidFill>
                <a:srgbClr val="FFFFFF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C3DD07AD-3BD0-5FA3-C078-0BCCB00616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65223" y="965015"/>
            <a:ext cx="5770959" cy="1691048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3200" dirty="0">
                <a:latin typeface="Poppins" panose="00000500000000000000" pitchFamily="2" charset="0"/>
              </a:rPr>
              <a:t>Qual é a função principal do texto em um gráfico?</a:t>
            </a:r>
          </a:p>
        </p:txBody>
      </p:sp>
    </p:spTree>
    <p:extLst>
      <p:ext uri="{BB962C8B-B14F-4D97-AF65-F5344CB8AC3E}">
        <p14:creationId xmlns:p14="http://schemas.microsoft.com/office/powerpoint/2010/main" val="3334619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7">
          <a:extLst>
            <a:ext uri="{FF2B5EF4-FFF2-40B4-BE49-F238E27FC236}">
              <a16:creationId xmlns:a16="http://schemas.microsoft.com/office/drawing/2014/main" id="{56FD887E-B93D-BDCD-9369-FD95FDE3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E6AF24B0-A248-71C3-C03C-F9303785060B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defTabSz="609630">
              <a:defRPr/>
            </a:pPr>
            <a:endParaRPr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B69C4C47-8BDA-BC4E-4E6A-5DE09A91A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7222916A-2D25-25DB-5ADF-9038E985538B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 defTabSz="609630">
              <a:lnSpc>
                <a:spcPct val="107000"/>
              </a:lnSpc>
              <a:buSzPts val="2700"/>
              <a:defRPr/>
            </a:pPr>
            <a:r>
              <a:rPr lang="pt-BR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 defTabSz="609630">
              <a:lnSpc>
                <a:spcPct val="107000"/>
              </a:lnSpc>
              <a:spcBef>
                <a:spcPts val="715"/>
              </a:spcBef>
              <a:buSzPts val="2700"/>
              <a:defRPr/>
            </a:pPr>
            <a:endParaRPr sz="1333" dirty="0">
              <a:solidFill>
                <a:srgbClr val="FFFFFF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20" name="Google Shape;1437;p98">
            <a:extLst>
              <a:ext uri="{FF2B5EF4-FFF2-40B4-BE49-F238E27FC236}">
                <a16:creationId xmlns:a16="http://schemas.microsoft.com/office/drawing/2014/main" id="{CDF5D2D2-5D6E-4511-9B48-B38FA84B2BAC}"/>
              </a:ext>
            </a:extLst>
          </p:cNvPr>
          <p:cNvSpPr/>
          <p:nvPr/>
        </p:nvSpPr>
        <p:spPr>
          <a:xfrm rot="18556360">
            <a:off x="2448343" y="3342460"/>
            <a:ext cx="477861" cy="383881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434;p98">
            <a:extLst>
              <a:ext uri="{FF2B5EF4-FFF2-40B4-BE49-F238E27FC236}">
                <a16:creationId xmlns:a16="http://schemas.microsoft.com/office/drawing/2014/main" id="{32349607-3021-4AB8-A6F2-F2CBC0C50E76}"/>
              </a:ext>
            </a:extLst>
          </p:cNvPr>
          <p:cNvSpPr/>
          <p:nvPr/>
        </p:nvSpPr>
        <p:spPr>
          <a:xfrm>
            <a:off x="10350350" y="3383340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434;p98">
            <a:extLst>
              <a:ext uri="{FF2B5EF4-FFF2-40B4-BE49-F238E27FC236}">
                <a16:creationId xmlns:a16="http://schemas.microsoft.com/office/drawing/2014/main" id="{B6D7770A-E677-4B71-95AA-932CA01DC3A1}"/>
              </a:ext>
            </a:extLst>
          </p:cNvPr>
          <p:cNvSpPr/>
          <p:nvPr/>
        </p:nvSpPr>
        <p:spPr>
          <a:xfrm>
            <a:off x="10297280" y="4448137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434;p98">
            <a:extLst>
              <a:ext uri="{FF2B5EF4-FFF2-40B4-BE49-F238E27FC236}">
                <a16:creationId xmlns:a16="http://schemas.microsoft.com/office/drawing/2014/main" id="{3386951C-9A90-4165-9CAD-4A6156BB1F36}"/>
              </a:ext>
            </a:extLst>
          </p:cNvPr>
          <p:cNvSpPr/>
          <p:nvPr/>
        </p:nvSpPr>
        <p:spPr>
          <a:xfrm>
            <a:off x="2387438" y="4401134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CB33AE9A-DF3C-4372-AB24-1DDB6D6A2C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65223" y="965015"/>
            <a:ext cx="5770959" cy="1691048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3200" dirty="0">
                <a:latin typeface="Poppins" panose="00000500000000000000" pitchFamily="2" charset="0"/>
              </a:rPr>
              <a:t>Qual é a função principal do texto em um gráfico?</a:t>
            </a:r>
          </a:p>
        </p:txBody>
      </p:sp>
      <p:sp>
        <p:nvSpPr>
          <p:cNvPr id="25" name="Google Shape;849;p64">
            <a:extLst>
              <a:ext uri="{FF2B5EF4-FFF2-40B4-BE49-F238E27FC236}">
                <a16:creationId xmlns:a16="http://schemas.microsoft.com/office/drawing/2014/main" id="{B3C016AC-DDDD-DD91-73CB-CB42058B3B27}"/>
              </a:ext>
            </a:extLst>
          </p:cNvPr>
          <p:cNvSpPr/>
          <p:nvPr/>
        </p:nvSpPr>
        <p:spPr>
          <a:xfrm>
            <a:off x="3165224" y="3227933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850;p64">
            <a:extLst>
              <a:ext uri="{FF2B5EF4-FFF2-40B4-BE49-F238E27FC236}">
                <a16:creationId xmlns:a16="http://schemas.microsoft.com/office/drawing/2014/main" id="{9DE43542-FAE4-28BF-0418-7CB783187862}"/>
              </a:ext>
            </a:extLst>
          </p:cNvPr>
          <p:cNvSpPr/>
          <p:nvPr/>
        </p:nvSpPr>
        <p:spPr>
          <a:xfrm>
            <a:off x="6738417" y="320783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851;p64">
            <a:extLst>
              <a:ext uri="{FF2B5EF4-FFF2-40B4-BE49-F238E27FC236}">
                <a16:creationId xmlns:a16="http://schemas.microsoft.com/office/drawing/2014/main" id="{82A5993B-A9D7-A8C0-6A63-505441FC9966}"/>
              </a:ext>
            </a:extLst>
          </p:cNvPr>
          <p:cNvSpPr/>
          <p:nvPr/>
        </p:nvSpPr>
        <p:spPr>
          <a:xfrm>
            <a:off x="3179554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852;p64">
            <a:extLst>
              <a:ext uri="{FF2B5EF4-FFF2-40B4-BE49-F238E27FC236}">
                <a16:creationId xmlns:a16="http://schemas.microsoft.com/office/drawing/2014/main" id="{C61B1EC0-ED8B-BCB5-348F-E47EC80E50C3}"/>
              </a:ext>
            </a:extLst>
          </p:cNvPr>
          <p:cNvSpPr txBox="1"/>
          <p:nvPr/>
        </p:nvSpPr>
        <p:spPr>
          <a:xfrm>
            <a:off x="3253940" y="4569857"/>
            <a:ext cx="33206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>
                <a:latin typeface="Poppins" panose="00000500000000000000" pitchFamily="2" charset="0"/>
              </a:rPr>
              <a:t>Repetir as cores.</a:t>
            </a:r>
          </a:p>
        </p:txBody>
      </p:sp>
      <p:sp>
        <p:nvSpPr>
          <p:cNvPr id="29" name="Google Shape;853;p64">
            <a:extLst>
              <a:ext uri="{FF2B5EF4-FFF2-40B4-BE49-F238E27FC236}">
                <a16:creationId xmlns:a16="http://schemas.microsoft.com/office/drawing/2014/main" id="{04C5C731-1F24-627B-19CB-5096C80BBF38}"/>
              </a:ext>
            </a:extLst>
          </p:cNvPr>
          <p:cNvSpPr/>
          <p:nvPr/>
        </p:nvSpPr>
        <p:spPr>
          <a:xfrm>
            <a:off x="6738417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854;p64">
            <a:extLst>
              <a:ext uri="{FF2B5EF4-FFF2-40B4-BE49-F238E27FC236}">
                <a16:creationId xmlns:a16="http://schemas.microsoft.com/office/drawing/2014/main" id="{9E3950BC-9B34-CB66-4268-279D817CEEE2}"/>
              </a:ext>
            </a:extLst>
          </p:cNvPr>
          <p:cNvSpPr txBox="1"/>
          <p:nvPr/>
        </p:nvSpPr>
        <p:spPr>
          <a:xfrm>
            <a:off x="6798473" y="4569856"/>
            <a:ext cx="330187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>
                <a:latin typeface="Poppins" panose="00000500000000000000" pitchFamily="2" charset="0"/>
              </a:rPr>
              <a:t>Preencher os espaços.</a:t>
            </a:r>
            <a:endParaRPr lang="pt-BR" sz="1900" dirty="0">
              <a:latin typeface="Poppins" panose="00000500000000000000" pitchFamily="2" charset="0"/>
            </a:endParaRPr>
          </a:p>
        </p:txBody>
      </p:sp>
      <p:sp>
        <p:nvSpPr>
          <p:cNvPr id="31" name="Google Shape;855;p64">
            <a:extLst>
              <a:ext uri="{FF2B5EF4-FFF2-40B4-BE49-F238E27FC236}">
                <a16:creationId xmlns:a16="http://schemas.microsoft.com/office/drawing/2014/main" id="{6E3D2C29-296A-26DB-453E-18D42E75FC08}"/>
              </a:ext>
            </a:extLst>
          </p:cNvPr>
          <p:cNvSpPr txBox="1"/>
          <p:nvPr/>
        </p:nvSpPr>
        <p:spPr>
          <a:xfrm>
            <a:off x="3351189" y="3485274"/>
            <a:ext cx="30975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>
                <a:latin typeface="Poppins" panose="00000500000000000000" pitchFamily="2" charset="0"/>
              </a:rPr>
              <a:t> Explicar os dados.</a:t>
            </a:r>
          </a:p>
        </p:txBody>
      </p:sp>
      <p:sp>
        <p:nvSpPr>
          <p:cNvPr id="32" name="Google Shape;856;p64">
            <a:extLst>
              <a:ext uri="{FF2B5EF4-FFF2-40B4-BE49-F238E27FC236}">
                <a16:creationId xmlns:a16="http://schemas.microsoft.com/office/drawing/2014/main" id="{F5FBB34A-2D83-0D0A-5DDE-E4ED71D44ABF}"/>
              </a:ext>
            </a:extLst>
          </p:cNvPr>
          <p:cNvSpPr txBox="1"/>
          <p:nvPr/>
        </p:nvSpPr>
        <p:spPr>
          <a:xfrm>
            <a:off x="7002812" y="3485274"/>
            <a:ext cx="30975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>
                <a:latin typeface="Poppins" panose="00000500000000000000" pitchFamily="2" charset="0"/>
              </a:rPr>
              <a:t>Enfeitar o gráfico.</a:t>
            </a:r>
            <a:endParaRPr lang="pt-BR" dirty="0">
              <a:latin typeface="Poppins" panose="000005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98132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>
          <a:extLst>
            <a:ext uri="{FF2B5EF4-FFF2-40B4-BE49-F238E27FC236}">
              <a16:creationId xmlns:a16="http://schemas.microsoft.com/office/drawing/2014/main" id="{00F765D8-99DE-2A83-E736-0AFC49BC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961B4F0-12EC-E2F2-C0DD-1EBE393A91A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67933" y="1833760"/>
            <a:ext cx="6354575" cy="934833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Aprendemos que os textos em um gráfico servem para orientar a leitura, indicando o que deve ser observado e qual é a mensagem principal.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C1AB578-B64F-815F-9CC9-04A9D46F286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875003" y="3035929"/>
            <a:ext cx="6354575" cy="1377632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Compreendemos que títulos informativos e rótulos legíveis facilitam a interpretação dos dados, tornando a comunicação mais direta.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E1B0984-4E19-7545-B025-4C4C1638EDB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867933" y="4211777"/>
            <a:ext cx="6354575" cy="1813047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Aplicamos esses conceitos ao comparar gráficos, identificando como o texto pode complementar ou confundir a leitura das informações.</a:t>
            </a:r>
          </a:p>
        </p:txBody>
      </p:sp>
      <p:sp>
        <p:nvSpPr>
          <p:cNvPr id="3" name="Google Shape;741;p22">
            <a:extLst>
              <a:ext uri="{FF2B5EF4-FFF2-40B4-BE49-F238E27FC236}">
                <a16:creationId xmlns:a16="http://schemas.microsoft.com/office/drawing/2014/main" id="{99EAAB3A-500F-3303-113F-2DE38B40643E}"/>
              </a:ext>
            </a:extLst>
          </p:cNvPr>
          <p:cNvSpPr txBox="1">
            <a:spLocks/>
          </p:cNvSpPr>
          <p:nvPr/>
        </p:nvSpPr>
        <p:spPr>
          <a:xfrm>
            <a:off x="4676921" y="734021"/>
            <a:ext cx="5440600" cy="561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815" indent="-152408">
              <a:spcBef>
                <a:spcPts val="600"/>
              </a:spcBef>
              <a:buClr>
                <a:schemeClr val="dk1"/>
              </a:buClr>
              <a:buSzPts val="4500"/>
            </a:pPr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Então ficamos assim...</a:t>
            </a:r>
          </a:p>
        </p:txBody>
      </p:sp>
    </p:spTree>
    <p:extLst>
      <p:ext uri="{BB962C8B-B14F-4D97-AF65-F5344CB8AC3E}">
        <p14:creationId xmlns:p14="http://schemas.microsoft.com/office/powerpoint/2010/main" val="822114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5;p12">
            <a:extLst>
              <a:ext uri="{FF2B5EF4-FFF2-40B4-BE49-F238E27FC236}">
                <a16:creationId xmlns:a16="http://schemas.microsoft.com/office/drawing/2014/main" id="{8AFD5CF4-520D-C05E-0436-E4E65A8A0785}"/>
              </a:ext>
            </a:extLst>
          </p:cNvPr>
          <p:cNvSpPr txBox="1"/>
          <p:nvPr/>
        </p:nvSpPr>
        <p:spPr>
          <a:xfrm>
            <a:off x="1024125" y="1786467"/>
            <a:ext cx="3183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6000"/>
            </a:pPr>
            <a:r>
              <a:rPr lang="pt-BR" sz="4000" b="1">
                <a:solidFill>
                  <a:schemeClr val="bg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Saiba mais</a:t>
            </a:r>
            <a:endParaRPr lang="pt-BR" sz="4000">
              <a:solidFill>
                <a:schemeClr val="bg1"/>
              </a:solidFill>
              <a:latin typeface="Poppins" panose="00000500000000000000" pitchFamily="2" charset="0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" name="Google Shape;721;p53">
            <a:extLst>
              <a:ext uri="{FF2B5EF4-FFF2-40B4-BE49-F238E27FC236}">
                <a16:creationId xmlns:a16="http://schemas.microsoft.com/office/drawing/2014/main" id="{B51E058D-B19B-D172-8A98-6EC612DD97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88000" y="718284"/>
            <a:ext cx="5822950" cy="4361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chemeClr val="lt1"/>
              </a:buClr>
            </a:pP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Quer entender mais sobre como comunicar suas histórias com gráficos?</a:t>
            </a:r>
          </a:p>
          <a:p>
            <a:pPr marL="0" lvl="0" indent="0">
              <a:spcBef>
                <a:spcPts val="0"/>
              </a:spcBef>
              <a:buClr>
                <a:schemeClr val="lt1"/>
              </a:buClr>
            </a:pPr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/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Recomendamos que assista ao vídeo:</a:t>
            </a:r>
          </a:p>
          <a:p>
            <a:pPr marL="0" indent="0">
              <a:spcBef>
                <a:spcPts val="0"/>
              </a:spcBef>
              <a:buClr>
                <a:schemeClr val="lt1"/>
              </a:buClr>
            </a:pPr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/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DATA DRIVEN I DADOS &amp; IA. </a:t>
            </a:r>
            <a:r>
              <a:rPr lang="pt-BR" sz="1800" dirty="0" err="1">
                <a:latin typeface="Poppins" panose="00000500000000000000" pitchFamily="2" charset="0"/>
                <a:cs typeface="Poppins" panose="00000500000000000000" pitchFamily="2" charset="0"/>
              </a:rPr>
              <a:t>Storytelling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 com dados: como gráficos contam histórias que convertem. YouTube, 4 maio 2025. Disponível em: 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https://youtu.be/HhKmqSe7XmY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. Acesso em:       10 nov. 2025.</a:t>
            </a:r>
          </a:p>
        </p:txBody>
      </p:sp>
    </p:spTree>
    <p:extLst>
      <p:ext uri="{BB962C8B-B14F-4D97-AF65-F5344CB8AC3E}">
        <p14:creationId xmlns:p14="http://schemas.microsoft.com/office/powerpoint/2010/main" val="3819781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D5DB9-1C63-D4BA-2B65-CAA4B41C2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E488911-D934-201E-09B8-94132F76D640}"/>
              </a:ext>
            </a:extLst>
          </p:cNvPr>
          <p:cNvSpPr txBox="1"/>
          <p:nvPr/>
        </p:nvSpPr>
        <p:spPr>
          <a:xfrm>
            <a:off x="3245708" y="139219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38E63A1-722A-6C10-F770-4C1C06C23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528" y="1823428"/>
            <a:ext cx="953043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DALE, K. </a:t>
            </a: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Visualização de dados com Python e </a:t>
            </a:r>
            <a:r>
              <a:rPr lang="pt-BR" sz="1800" b="1" dirty="0" err="1">
                <a:latin typeface="Poppins" panose="00000500000000000000" pitchFamily="2" charset="0"/>
                <a:cs typeface="Poppins" panose="00000500000000000000" pitchFamily="2" charset="0"/>
              </a:rPr>
              <a:t>JavaScript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: raspe, limpe, explore e transforme seus dados. Rio de Janeiro: Alta Books, 2024.</a:t>
            </a:r>
          </a:p>
          <a:p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KNAFLIC, C. N. </a:t>
            </a:r>
            <a:r>
              <a:rPr lang="pt-BR" sz="1800" b="1" dirty="0" err="1">
                <a:latin typeface="Poppins" panose="00000500000000000000" pitchFamily="2" charset="0"/>
                <a:cs typeface="Poppins" panose="00000500000000000000" pitchFamily="2" charset="0"/>
              </a:rPr>
              <a:t>Storytelling</a:t>
            </a: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 com dados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: um guia sobre visualização de dados para profissionais de negócios. Rio de Janeiro: Alta Books, 2019.</a:t>
            </a:r>
          </a:p>
          <a:p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STRACHNYI, K. </a:t>
            </a: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A cor dos dados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: um guia para o uso de cores em </a:t>
            </a:r>
            <a:r>
              <a:rPr lang="pt-BR" sz="1800" dirty="0" err="1">
                <a:latin typeface="Poppins" panose="00000500000000000000" pitchFamily="2" charset="0"/>
                <a:cs typeface="Poppins" panose="00000500000000000000" pitchFamily="2" charset="0"/>
              </a:rPr>
              <a:t>storytelling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 de dados. São Paulo: </a:t>
            </a:r>
            <a:r>
              <a:rPr lang="pt-BR" sz="1800" dirty="0" err="1">
                <a:latin typeface="Poppins" panose="00000500000000000000" pitchFamily="2" charset="0"/>
                <a:cs typeface="Poppins" panose="00000500000000000000" pitchFamily="2" charset="0"/>
              </a:rPr>
              <a:t>Novatec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, 2023.</a:t>
            </a:r>
          </a:p>
          <a:p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Identidade visual: imagens © Getty Images</a:t>
            </a:r>
          </a:p>
        </p:txBody>
      </p:sp>
    </p:spTree>
    <p:extLst>
      <p:ext uri="{BB962C8B-B14F-4D97-AF65-F5344CB8AC3E}">
        <p14:creationId xmlns:p14="http://schemas.microsoft.com/office/powerpoint/2010/main" val="3131121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750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DC9983-5DF6-64F5-C336-396C58718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8BAFE207-37D1-6974-CDBF-A1CCC040D4AA}"/>
              </a:ext>
            </a:extLst>
          </p:cNvPr>
          <p:cNvSpPr/>
          <p:nvPr/>
        </p:nvSpPr>
        <p:spPr>
          <a:xfrm>
            <a:off x="0" y="246717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" name="Conector Reto 6">
            <a:extLst>
              <a:ext uri="{FF2B5EF4-FFF2-40B4-BE49-F238E27FC236}">
                <a16:creationId xmlns:a16="http://schemas.microsoft.com/office/drawing/2014/main" id="{CFF90048-1618-40B3-9104-ED149B71419B}"/>
              </a:ext>
            </a:extLst>
          </p:cNvPr>
          <p:cNvCxnSpPr>
            <a:cxnSpLocks/>
          </p:cNvCxnSpPr>
          <p:nvPr/>
        </p:nvCxnSpPr>
        <p:spPr>
          <a:xfrm flipV="1">
            <a:off x="673284" y="546609"/>
            <a:ext cx="0" cy="3568191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591038F6-ECA3-846B-7961-AA8A3D268AEC}"/>
              </a:ext>
            </a:extLst>
          </p:cNvPr>
          <p:cNvSpPr txBox="1"/>
          <p:nvPr/>
        </p:nvSpPr>
        <p:spPr>
          <a:xfrm>
            <a:off x="987147" y="829734"/>
            <a:ext cx="10464415" cy="3244478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Relembre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retomar conhecimentos já adquiridos por meio de atividades simples/exercícios que abordem conceitos previamente trabalhados com os estudantes. </a:t>
            </a:r>
          </a:p>
          <a:p>
            <a:pPr defTabSz="609630">
              <a:buClrTx/>
              <a:defRPr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8 minutos.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de sala de aula: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ssegure que todos os estudantes tenham a oportunidade de participar. Se necessário, faça rodízio ou direcione perguntas a estudantes que estejam menos ativos para garantir a participação de todos.  Mantenha um ambiente de respeito, em que todas as opiniões são valorizadas, garantindo que os alunos se sintam confortáveis para expressar seus pontos de vista.  Conclua a atividade resumindo as principais ideias discutidas e vinculando-as aos objetivos de aprendizagem da aula. 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 </a:t>
            </a:r>
          </a:p>
          <a:p>
            <a:pPr fontAlgn="base"/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Faça as perguntas dessa seção para os alunos e incentive-os a participar e relembrar os conceitos apresentados nas aulas anteriores. É importante reforçar os conceitos aprendidos, pois os alunos precisarão fixá-los bem para as demais aulas. </a:t>
            </a: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Expectativas de respostas: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pt-BR" sz="1000" b="1" kern="100" dirty="0">
                <a:latin typeface="Poppins" panose="00000500000000000000" pitchFamily="2" charset="0"/>
                <a:cs typeface="Poppins" panose="00000500000000000000" pitchFamily="2" charset="0"/>
              </a:rPr>
              <a:t>Resposta 1: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Organizar os elementos visuais de forma equilibrada e clara, facilitando a leitura das informações.</a:t>
            </a:r>
          </a:p>
          <a:p>
            <a:pPr lvl="1"/>
            <a:endParaRPr lang="pt-BR" sz="1000" kern="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pt-BR" sz="1000" b="1" kern="100" dirty="0">
                <a:latin typeface="Poppins" panose="00000500000000000000" pitchFamily="2" charset="0"/>
                <a:cs typeface="Poppins" panose="00000500000000000000" pitchFamily="2" charset="0"/>
              </a:rPr>
              <a:t>Resposta 2</a:t>
            </a:r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Porque ajudam o leitor a comparar os dados e entender rapidamente as relações entre os elementos.</a:t>
            </a:r>
          </a:p>
          <a:p>
            <a:pPr lvl="1"/>
            <a:endParaRPr lang="pt-BR" sz="1000" kern="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pt-BR" sz="1000" b="1" kern="100" dirty="0">
                <a:latin typeface="Poppins" panose="00000500000000000000" pitchFamily="2" charset="0"/>
                <a:cs typeface="Poppins" panose="00000500000000000000" pitchFamily="2" charset="0"/>
              </a:rPr>
              <a:t>Resposta 3</a:t>
            </a:r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Uma ordem lógica orienta o olhar e permite que o leitor identifique o que é mais importante primeiro.</a:t>
            </a:r>
            <a:endParaRPr lang="pt-BR" sz="1000" kern="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63697A9-8429-C9EA-7705-16B5172E1ECE}"/>
              </a:ext>
            </a:extLst>
          </p:cNvPr>
          <p:cNvSpPr txBox="1"/>
          <p:nvPr/>
        </p:nvSpPr>
        <p:spPr>
          <a:xfrm>
            <a:off x="972642" y="263316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Slide </a:t>
            </a:r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6</a:t>
            </a:r>
            <a:endParaRPr lang="pt-BR" sz="3000" b="1" noProof="0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22" name="Oval 8">
            <a:extLst>
              <a:ext uri="{FF2B5EF4-FFF2-40B4-BE49-F238E27FC236}">
                <a16:creationId xmlns:a16="http://schemas.microsoft.com/office/drawing/2014/main" id="{7FDC9DC0-4A84-8367-C2E0-BDC845267C58}"/>
              </a:ext>
            </a:extLst>
          </p:cNvPr>
          <p:cNvSpPr/>
          <p:nvPr/>
        </p:nvSpPr>
        <p:spPr>
          <a:xfrm>
            <a:off x="471030" y="2993710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Oval 10">
            <a:extLst>
              <a:ext uri="{FF2B5EF4-FFF2-40B4-BE49-F238E27FC236}">
                <a16:creationId xmlns:a16="http://schemas.microsoft.com/office/drawing/2014/main" id="{DF873581-66D7-C98B-AD0B-604479E7532D}"/>
              </a:ext>
            </a:extLst>
          </p:cNvPr>
          <p:cNvSpPr/>
          <p:nvPr/>
        </p:nvSpPr>
        <p:spPr>
          <a:xfrm>
            <a:off x="471030" y="167328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Oval 11">
            <a:extLst>
              <a:ext uri="{FF2B5EF4-FFF2-40B4-BE49-F238E27FC236}">
                <a16:creationId xmlns:a16="http://schemas.microsoft.com/office/drawing/2014/main" id="{D742BA95-A056-DCA3-69A1-C2B1FB3C760D}"/>
              </a:ext>
            </a:extLst>
          </p:cNvPr>
          <p:cNvSpPr/>
          <p:nvPr/>
        </p:nvSpPr>
        <p:spPr>
          <a:xfrm>
            <a:off x="471030" y="1213493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34BC0598-F220-591E-498A-8FF1D410F9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6847" y="1307199"/>
            <a:ext cx="154445" cy="193056"/>
          </a:xfrm>
          <a:prstGeom prst="rect">
            <a:avLst/>
          </a:prstGeom>
        </p:spPr>
      </p:pic>
      <p:sp>
        <p:nvSpPr>
          <p:cNvPr id="28" name="Google Shape;2223;p100">
            <a:extLst>
              <a:ext uri="{FF2B5EF4-FFF2-40B4-BE49-F238E27FC236}">
                <a16:creationId xmlns:a16="http://schemas.microsoft.com/office/drawing/2014/main" id="{5A37E957-5792-A9F7-C95E-9009AF54450D}"/>
              </a:ext>
            </a:extLst>
          </p:cNvPr>
          <p:cNvSpPr>
            <a:spLocks/>
          </p:cNvSpPr>
          <p:nvPr/>
        </p:nvSpPr>
        <p:spPr>
          <a:xfrm>
            <a:off x="541197" y="1751717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C3FCFA14-D312-85C8-5099-9E97A2E016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056" y="3047831"/>
            <a:ext cx="208026" cy="266700"/>
          </a:xfrm>
          <a:prstGeom prst="rect">
            <a:avLst/>
          </a:prstGeom>
        </p:spPr>
      </p:pic>
      <p:sp>
        <p:nvSpPr>
          <p:cNvPr id="30" name="Oval 9">
            <a:extLst>
              <a:ext uri="{FF2B5EF4-FFF2-40B4-BE49-F238E27FC236}">
                <a16:creationId xmlns:a16="http://schemas.microsoft.com/office/drawing/2014/main" id="{60CDA8EA-9476-5E86-5CBD-82D8511311E1}"/>
              </a:ext>
            </a:extLst>
          </p:cNvPr>
          <p:cNvSpPr/>
          <p:nvPr/>
        </p:nvSpPr>
        <p:spPr>
          <a:xfrm>
            <a:off x="471030" y="241096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Gráfico 30">
            <a:extLst>
              <a:ext uri="{FF2B5EF4-FFF2-40B4-BE49-F238E27FC236}">
                <a16:creationId xmlns:a16="http://schemas.microsoft.com/office/drawing/2014/main" id="{5163F108-4C7A-2A45-0395-B2028618A0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421" y="2481424"/>
            <a:ext cx="235296" cy="240643"/>
          </a:xfrm>
          <a:prstGeom prst="rect">
            <a:avLst/>
          </a:prstGeom>
        </p:spPr>
      </p:pic>
      <p:sp>
        <p:nvSpPr>
          <p:cNvPr id="18" name="Oval 12">
            <a:extLst>
              <a:ext uri="{FF2B5EF4-FFF2-40B4-BE49-F238E27FC236}">
                <a16:creationId xmlns:a16="http://schemas.microsoft.com/office/drawing/2014/main" id="{18B84A33-4588-401C-8ED5-0D775953B68E}"/>
              </a:ext>
            </a:extLst>
          </p:cNvPr>
          <p:cNvSpPr/>
          <p:nvPr/>
        </p:nvSpPr>
        <p:spPr>
          <a:xfrm>
            <a:off x="471030" y="79476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Google Shape;2216;p100">
            <a:extLst>
              <a:ext uri="{FF2B5EF4-FFF2-40B4-BE49-F238E27FC236}">
                <a16:creationId xmlns:a16="http://schemas.microsoft.com/office/drawing/2014/main" id="{DE3E89C9-F56C-46AF-AFDE-732FE1283769}"/>
              </a:ext>
            </a:extLst>
          </p:cNvPr>
          <p:cNvSpPr/>
          <p:nvPr/>
        </p:nvSpPr>
        <p:spPr>
          <a:xfrm>
            <a:off x="545452" y="893321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0819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7022740-BFB9-4856-37A9-7CF7C1C55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E585DB2-B182-5CCC-2DF0-4505F3BD78E7}"/>
              </a:ext>
            </a:extLst>
          </p:cNvPr>
          <p:cNvSpPr/>
          <p:nvPr/>
        </p:nvSpPr>
        <p:spPr>
          <a:xfrm>
            <a:off x="0" y="246717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" name="Conector Reto 6">
            <a:extLst>
              <a:ext uri="{FF2B5EF4-FFF2-40B4-BE49-F238E27FC236}">
                <a16:creationId xmlns:a16="http://schemas.microsoft.com/office/drawing/2014/main" id="{2C400C87-17DA-42B1-9676-C443314170CC}"/>
              </a:ext>
            </a:extLst>
          </p:cNvPr>
          <p:cNvCxnSpPr>
            <a:cxnSpLocks/>
          </p:cNvCxnSpPr>
          <p:nvPr/>
        </p:nvCxnSpPr>
        <p:spPr>
          <a:xfrm flipV="1">
            <a:off x="673284" y="546609"/>
            <a:ext cx="0" cy="4143924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576C0B97-8D05-6EF8-35DB-32B6487306C5}"/>
              </a:ext>
            </a:extLst>
          </p:cNvPr>
          <p:cNvSpPr txBox="1"/>
          <p:nvPr/>
        </p:nvSpPr>
        <p:spPr>
          <a:xfrm>
            <a:off x="985520" y="827785"/>
            <a:ext cx="10251440" cy="4032899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Colocando em prática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é levar os estudantes a aplicar os conhecimentos construídos durante a aula, incentivando-os a promover autonomia, senso crítico e criatividade. </a:t>
            </a: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37 minutos.</a:t>
            </a:r>
          </a:p>
          <a:p>
            <a:endParaRPr lang="pt-BR" sz="1000" b="1" i="0" dirty="0">
              <a:solidFill>
                <a:srgbClr val="34322D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Gestão de sala de aula:</a:t>
            </a:r>
            <a:r>
              <a:rPr lang="pt-BR" sz="10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e</a:t>
            </a:r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xplique que os alunos analisarão pares de gráficos prontos, com os mesmos dados, mas diferentes formas de usar textos e rótulos.</a:t>
            </a:r>
            <a:b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Organize a turma em duplas para que possam dialogar e justificar suas observações de forma técnica.</a:t>
            </a:r>
          </a:p>
          <a:p>
            <a:endParaRPr lang="pt-BR" sz="1000" b="1" i="0" dirty="0"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Condução da dinâmica:</a:t>
            </a:r>
            <a:endParaRPr lang="pt-BR" sz="1000" b="0" i="0" dirty="0"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Introdução (5 minutos):</a:t>
            </a:r>
            <a:r>
              <a:rPr lang="pt-BR" sz="10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Mostre o gráfico da base teórica (com título explicativo e rótulos visíveis). Explique que, nessa aula, eles descobrirão como o texto ajuda os dados a falar sozinhos.</a:t>
            </a:r>
            <a:endParaRPr lang="pt-BR" sz="1000" i="0" dirty="0"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Atividade em duplas (20 minutos):</a:t>
            </a:r>
            <a:r>
              <a:rPr lang="pt-BR" sz="10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Oriente os alunos a observar os pares de gráficos (A e B) e responder às perguntas diretamente no roteiro.</a:t>
            </a:r>
          </a:p>
          <a:p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Durante a análise, circule pela sala fazendo perguntas que estimulem o raciocínio visual, como: “Por que esse gráfico é mais fácil de entender?”.</a:t>
            </a:r>
          </a:p>
          <a:p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Garanta que as duplas descrevam suas percepções de forma técnica e clara, evitando respostas superficiais; incentive observações técnicas sobre clareza, foco e legibilidade.</a:t>
            </a:r>
          </a:p>
          <a:p>
            <a:endParaRPr lang="pt-BR" sz="1000" b="0" i="0" dirty="0"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Apresentação e discussão (5 minutos):</a:t>
            </a:r>
            <a:r>
              <a:rPr lang="pt-BR" sz="10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Selecione duas ou três duplas para compartilhar suas conclusões.</a:t>
            </a:r>
            <a:r>
              <a:rPr lang="pt-BR" sz="1000" b="0" i="0" dirty="0"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atividade deve ser entregue no AVA.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Expectativas de respostas: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Estão descritas no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Roteiro do professor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. Use-o como referência para avaliar a clareza da explicação dos erros e a qualidade da reescrita das consultas.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D829EE2-B05B-DB32-9517-F8A06B96A761}"/>
              </a:ext>
            </a:extLst>
          </p:cNvPr>
          <p:cNvSpPr txBox="1"/>
          <p:nvPr/>
        </p:nvSpPr>
        <p:spPr>
          <a:xfrm>
            <a:off x="972642" y="263316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7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84DCFF5-A7CD-007D-D1F7-F189E2316CBA}"/>
              </a:ext>
            </a:extLst>
          </p:cNvPr>
          <p:cNvSpPr/>
          <p:nvPr/>
        </p:nvSpPr>
        <p:spPr>
          <a:xfrm>
            <a:off x="493185" y="409663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F00D31-5C40-A82F-4668-9C1B64326ED3}"/>
              </a:ext>
            </a:extLst>
          </p:cNvPr>
          <p:cNvSpPr/>
          <p:nvPr/>
        </p:nvSpPr>
        <p:spPr>
          <a:xfrm>
            <a:off x="498995" y="1532684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93A510-2BE0-A095-FBD6-C69A3CEC1281}"/>
              </a:ext>
            </a:extLst>
          </p:cNvPr>
          <p:cNvSpPr/>
          <p:nvPr/>
        </p:nvSpPr>
        <p:spPr>
          <a:xfrm>
            <a:off x="488100" y="114719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3178E612-B23D-C4E7-38C2-3F15E13E0C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6331" y="1240903"/>
            <a:ext cx="154445" cy="193056"/>
          </a:xfrm>
          <a:prstGeom prst="rect">
            <a:avLst/>
          </a:prstGeom>
        </p:spPr>
      </p:pic>
      <p:sp>
        <p:nvSpPr>
          <p:cNvPr id="16" name="Google Shape;2223;p100">
            <a:extLst>
              <a:ext uri="{FF2B5EF4-FFF2-40B4-BE49-F238E27FC236}">
                <a16:creationId xmlns:a16="http://schemas.microsoft.com/office/drawing/2014/main" id="{8A5C91E0-310D-67EE-7F11-8C54FEAFF8B2}"/>
              </a:ext>
            </a:extLst>
          </p:cNvPr>
          <p:cNvSpPr>
            <a:spLocks/>
          </p:cNvSpPr>
          <p:nvPr/>
        </p:nvSpPr>
        <p:spPr>
          <a:xfrm>
            <a:off x="568006" y="1611114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2CCAA403-0600-A953-354E-99ADD2D86A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126" y="4150760"/>
            <a:ext cx="208026" cy="266700"/>
          </a:xfrm>
          <a:prstGeom prst="rect">
            <a:avLst/>
          </a:prstGeom>
        </p:spPr>
      </p:pic>
      <p:sp>
        <p:nvSpPr>
          <p:cNvPr id="2" name="Oval 9">
            <a:extLst>
              <a:ext uri="{FF2B5EF4-FFF2-40B4-BE49-F238E27FC236}">
                <a16:creationId xmlns:a16="http://schemas.microsoft.com/office/drawing/2014/main" id="{95A01BA1-12B8-05FC-906E-7CE1DC751D33}"/>
              </a:ext>
            </a:extLst>
          </p:cNvPr>
          <p:cNvSpPr/>
          <p:nvPr/>
        </p:nvSpPr>
        <p:spPr>
          <a:xfrm>
            <a:off x="497841" y="2041813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4AF97E20-5A7B-306D-A902-ED789895F0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906" y="2112268"/>
            <a:ext cx="235296" cy="240643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D2186753-69CE-6684-A022-559C8D596591}"/>
              </a:ext>
            </a:extLst>
          </p:cNvPr>
          <p:cNvSpPr/>
          <p:nvPr/>
        </p:nvSpPr>
        <p:spPr>
          <a:xfrm>
            <a:off x="0" y="4857150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1D8F1A8-3396-4458-F0CB-B711674ACFA8}"/>
              </a:ext>
            </a:extLst>
          </p:cNvPr>
          <p:cNvSpPr txBox="1"/>
          <p:nvPr/>
        </p:nvSpPr>
        <p:spPr>
          <a:xfrm>
            <a:off x="970281" y="5502530"/>
            <a:ext cx="9027160" cy="1292662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Pause e responda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é mobilizar os estudantes em relação aos conhecimentos apresentados e construídos em aula. É registro. 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2 minutos.</a:t>
            </a:r>
          </a:p>
          <a:p>
            <a:pPr defTabSz="609630">
              <a:buClrTx/>
              <a:defRPr/>
            </a:pP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Resposta certa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Explicar os dados.</a:t>
            </a:r>
          </a:p>
          <a:p>
            <a:pPr defTabSz="609630">
              <a:buClrTx/>
              <a:defRPr/>
            </a:pPr>
            <a:r>
              <a:rPr lang="pt-BR" sz="10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Feedback: </a:t>
            </a:r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texto ajuda o leitor a compreender a mensagem do gráfico, explicando o que os dados mostram e destacando as informações mais importantes com títulos e rótulos claros.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4E1A16E-BDA6-F919-9D4F-97E87087AEEF}"/>
              </a:ext>
            </a:extLst>
          </p:cNvPr>
          <p:cNvSpPr txBox="1"/>
          <p:nvPr/>
        </p:nvSpPr>
        <p:spPr>
          <a:xfrm>
            <a:off x="970280" y="4870550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Slides 8 e 9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417C4EA-BBAA-D8EC-F8D1-7CAA6D19E654}"/>
              </a:ext>
            </a:extLst>
          </p:cNvPr>
          <p:cNvSpPr txBox="1"/>
          <p:nvPr/>
        </p:nvSpPr>
        <p:spPr>
          <a:xfrm>
            <a:off x="548640" y="68198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cxnSp>
        <p:nvCxnSpPr>
          <p:cNvPr id="20" name="Conector Reto 18">
            <a:extLst>
              <a:ext uri="{FF2B5EF4-FFF2-40B4-BE49-F238E27FC236}">
                <a16:creationId xmlns:a16="http://schemas.microsoft.com/office/drawing/2014/main" id="{59FC5913-1C1F-5527-DA45-E24E0B5FA59F}"/>
              </a:ext>
            </a:extLst>
          </p:cNvPr>
          <p:cNvCxnSpPr>
            <a:cxnSpLocks/>
          </p:cNvCxnSpPr>
          <p:nvPr/>
        </p:nvCxnSpPr>
        <p:spPr>
          <a:xfrm flipV="1">
            <a:off x="675640" y="5128198"/>
            <a:ext cx="0" cy="1412240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val 19">
            <a:extLst>
              <a:ext uri="{FF2B5EF4-FFF2-40B4-BE49-F238E27FC236}">
                <a16:creationId xmlns:a16="http://schemas.microsoft.com/office/drawing/2014/main" id="{0757896A-F6FF-BFEE-C43F-5D14D4DA0828}"/>
              </a:ext>
            </a:extLst>
          </p:cNvPr>
          <p:cNvSpPr/>
          <p:nvPr/>
        </p:nvSpPr>
        <p:spPr>
          <a:xfrm>
            <a:off x="492761" y="542210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B6477AB6-89C9-9718-A8BC-CA7DF5D0396E}"/>
              </a:ext>
            </a:extLst>
          </p:cNvPr>
          <p:cNvSpPr/>
          <p:nvPr/>
        </p:nvSpPr>
        <p:spPr>
          <a:xfrm>
            <a:off x="492761" y="588765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3" name="Oval 21">
            <a:extLst>
              <a:ext uri="{FF2B5EF4-FFF2-40B4-BE49-F238E27FC236}">
                <a16:creationId xmlns:a16="http://schemas.microsoft.com/office/drawing/2014/main" id="{C644679B-C271-F79F-E636-C9E14564D517}"/>
              </a:ext>
            </a:extLst>
          </p:cNvPr>
          <p:cNvSpPr/>
          <p:nvPr/>
        </p:nvSpPr>
        <p:spPr>
          <a:xfrm>
            <a:off x="492761" y="634993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sp>
        <p:nvSpPr>
          <p:cNvPr id="24" name="Google Shape;2216;p100">
            <a:extLst>
              <a:ext uri="{FF2B5EF4-FFF2-40B4-BE49-F238E27FC236}">
                <a16:creationId xmlns:a16="http://schemas.microsoft.com/office/drawing/2014/main" id="{693F7C2D-5ED6-6DA4-6033-99A86EDDA1F1}"/>
              </a:ext>
            </a:extLst>
          </p:cNvPr>
          <p:cNvSpPr/>
          <p:nvPr/>
        </p:nvSpPr>
        <p:spPr>
          <a:xfrm>
            <a:off x="569897" y="5519198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223;p100">
            <a:extLst>
              <a:ext uri="{FF2B5EF4-FFF2-40B4-BE49-F238E27FC236}">
                <a16:creationId xmlns:a16="http://schemas.microsoft.com/office/drawing/2014/main" id="{C479E652-2F0F-2BE4-144C-070D2D5A63D5}"/>
              </a:ext>
            </a:extLst>
          </p:cNvPr>
          <p:cNvSpPr>
            <a:spLocks/>
          </p:cNvSpPr>
          <p:nvPr/>
        </p:nvSpPr>
        <p:spPr>
          <a:xfrm>
            <a:off x="566852" y="6432942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E0135148-F9C4-E14F-7592-E90E969B7B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4144" y="5977289"/>
            <a:ext cx="154445" cy="193056"/>
          </a:xfrm>
          <a:prstGeom prst="rect">
            <a:avLst/>
          </a:prstGeom>
        </p:spPr>
      </p:pic>
      <p:sp>
        <p:nvSpPr>
          <p:cNvPr id="28" name="Oval 12">
            <a:extLst>
              <a:ext uri="{FF2B5EF4-FFF2-40B4-BE49-F238E27FC236}">
                <a16:creationId xmlns:a16="http://schemas.microsoft.com/office/drawing/2014/main" id="{2294FD3D-0D96-4409-982F-EBFA26DB03A9}"/>
              </a:ext>
            </a:extLst>
          </p:cNvPr>
          <p:cNvSpPr/>
          <p:nvPr/>
        </p:nvSpPr>
        <p:spPr>
          <a:xfrm>
            <a:off x="487003" y="79476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Google Shape;2216;p100">
            <a:extLst>
              <a:ext uri="{FF2B5EF4-FFF2-40B4-BE49-F238E27FC236}">
                <a16:creationId xmlns:a16="http://schemas.microsoft.com/office/drawing/2014/main" id="{C230F54D-DB17-4F7F-B59A-C15617463C9F}"/>
              </a:ext>
            </a:extLst>
          </p:cNvPr>
          <p:cNvSpPr/>
          <p:nvPr/>
        </p:nvSpPr>
        <p:spPr>
          <a:xfrm>
            <a:off x="559059" y="893321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6511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1995CB-7D73-07BF-A510-139865F3C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DC66892-C870-BD6C-EC43-4E386104604E}"/>
              </a:ext>
            </a:extLst>
          </p:cNvPr>
          <p:cNvSpPr/>
          <p:nvPr/>
        </p:nvSpPr>
        <p:spPr>
          <a:xfrm>
            <a:off x="0" y="246717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" name="Conector Reto 6">
            <a:extLst>
              <a:ext uri="{FF2B5EF4-FFF2-40B4-BE49-F238E27FC236}">
                <a16:creationId xmlns:a16="http://schemas.microsoft.com/office/drawing/2014/main" id="{1B355258-3F93-4937-9BCD-58CFF08BAC88}"/>
              </a:ext>
            </a:extLst>
          </p:cNvPr>
          <p:cNvCxnSpPr>
            <a:cxnSpLocks/>
          </p:cNvCxnSpPr>
          <p:nvPr/>
        </p:nvCxnSpPr>
        <p:spPr>
          <a:xfrm flipV="1">
            <a:off x="673284" y="546609"/>
            <a:ext cx="0" cy="3534324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2E539617-BD25-636E-05E9-72F6EFF85C4E}"/>
              </a:ext>
            </a:extLst>
          </p:cNvPr>
          <p:cNvSpPr txBox="1"/>
          <p:nvPr/>
        </p:nvSpPr>
        <p:spPr>
          <a:xfrm>
            <a:off x="985519" y="840663"/>
            <a:ext cx="10532225" cy="2831544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 que nós aprendemos hoje?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reforçar e esclarecer os principais conceitos discutidos, incentivando os estudantes a recordarem e articularem os principais pontos da aula. </a:t>
            </a:r>
          </a:p>
          <a:p>
            <a:pPr>
              <a:buClrTx/>
              <a:buFontTx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 minutos.</a:t>
            </a:r>
          </a:p>
          <a:p>
            <a:pPr marL="153254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da sala de aula: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Mantenha um ambiente de diálogo aberto e respeitoso.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Seja direto e objetivo nas explicações para manter a atividade de acordo com o tempo estipulado.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Engaje os estudantes, rapidamente, pedindo confirmações ou reações breves às definições apresentadas. </a:t>
            </a:r>
          </a:p>
          <a:p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Explique aos estudantes que esse é um momento de reflexão e esclarecimento sobre os conceitos abordados na aula.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Informe que será feita uma rápida revisão para assegurar o entendimento correto das definições e dos conceitos.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o slide com a definição sintética de cada conceito principal discutido na aula, ampliando a explicação com as informações que achar necessárias.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Finalize resumindo os pontos principais e reiterando a importância de cada conceito e como ele se encaixa no contexto maior da aula.</a:t>
            </a:r>
          </a:p>
          <a:p>
            <a:endParaRPr lang="pt-BR" sz="1000" kern="100" dirty="0"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  <a:p>
            <a:pPr fontAlgn="base"/>
            <a:r>
              <a:rPr lang="pt-BR" sz="1000" b="1" kern="100" dirty="0">
                <a:latin typeface="Poppins" panose="00000500000000000000" pitchFamily="2" charset="0"/>
                <a:cs typeface="Poppins" panose="00000500000000000000" pitchFamily="2" charset="0"/>
              </a:rPr>
              <a:t>Expectativas de respostas:</a:t>
            </a:r>
            <a:b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Os estudantes devem sair da aula com um entendimento claro e preciso dos conceitos principais. 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255B230-5AAE-6438-9A4D-685558D54D6C}"/>
              </a:ext>
            </a:extLst>
          </p:cNvPr>
          <p:cNvSpPr txBox="1"/>
          <p:nvPr/>
        </p:nvSpPr>
        <p:spPr>
          <a:xfrm>
            <a:off x="972642" y="263316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10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412DAC-B574-41FE-0A71-FAF9DA79AD70}"/>
              </a:ext>
            </a:extLst>
          </p:cNvPr>
          <p:cNvSpPr/>
          <p:nvPr/>
        </p:nvSpPr>
        <p:spPr>
          <a:xfrm>
            <a:off x="497841" y="3245856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77A460-CB30-6AB0-1E1D-1FB30DE41B42}"/>
              </a:ext>
            </a:extLst>
          </p:cNvPr>
          <p:cNvSpPr/>
          <p:nvPr/>
        </p:nvSpPr>
        <p:spPr>
          <a:xfrm>
            <a:off x="497841" y="2351230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38AD7A-58C5-D68C-F1B0-574B41B28065}"/>
              </a:ext>
            </a:extLst>
          </p:cNvPr>
          <p:cNvSpPr/>
          <p:nvPr/>
        </p:nvSpPr>
        <p:spPr>
          <a:xfrm>
            <a:off x="497841" y="1668203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52D07CD-1137-2625-0EC5-A4DBBDDB1274}"/>
              </a:ext>
            </a:extLst>
          </p:cNvPr>
          <p:cNvSpPr/>
          <p:nvPr/>
        </p:nvSpPr>
        <p:spPr>
          <a:xfrm>
            <a:off x="497841" y="1194642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2F548E2-3B60-2293-BAC2-83A3E18DC5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6072" y="1288348"/>
            <a:ext cx="154445" cy="193056"/>
          </a:xfrm>
          <a:prstGeom prst="rect">
            <a:avLst/>
          </a:prstGeom>
        </p:spPr>
      </p:pic>
      <p:sp>
        <p:nvSpPr>
          <p:cNvPr id="16" name="Google Shape;2223;p100">
            <a:extLst>
              <a:ext uri="{FF2B5EF4-FFF2-40B4-BE49-F238E27FC236}">
                <a16:creationId xmlns:a16="http://schemas.microsoft.com/office/drawing/2014/main" id="{19F877E5-C03A-0768-4E9B-BDB16BCE08B7}"/>
              </a:ext>
            </a:extLst>
          </p:cNvPr>
          <p:cNvSpPr>
            <a:spLocks/>
          </p:cNvSpPr>
          <p:nvPr/>
        </p:nvSpPr>
        <p:spPr>
          <a:xfrm>
            <a:off x="566852" y="1746633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F927B857-BC96-E9CE-4060-A9688DDDA9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906" y="2421685"/>
            <a:ext cx="235296" cy="240643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BF35943E-CF9A-5049-5D41-84BB44DC86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782" y="3299977"/>
            <a:ext cx="208026" cy="2667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EF891EC-1844-8707-A8AF-FE1480474E70}"/>
              </a:ext>
            </a:extLst>
          </p:cNvPr>
          <p:cNvSpPr/>
          <p:nvPr/>
        </p:nvSpPr>
        <p:spPr>
          <a:xfrm>
            <a:off x="0" y="4195189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6176994-8778-C0F2-BEF7-2644861784CE}"/>
              </a:ext>
            </a:extLst>
          </p:cNvPr>
          <p:cNvSpPr txBox="1"/>
          <p:nvPr/>
        </p:nvSpPr>
        <p:spPr>
          <a:xfrm>
            <a:off x="985520" y="4205349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11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cxnSp>
        <p:nvCxnSpPr>
          <p:cNvPr id="19" name="Conector Reto 6">
            <a:extLst>
              <a:ext uri="{FF2B5EF4-FFF2-40B4-BE49-F238E27FC236}">
                <a16:creationId xmlns:a16="http://schemas.microsoft.com/office/drawing/2014/main" id="{FB716F7C-BFD2-1A7E-33BE-F0CD887B6494}"/>
              </a:ext>
            </a:extLst>
          </p:cNvPr>
          <p:cNvCxnSpPr>
            <a:cxnSpLocks/>
          </p:cNvCxnSpPr>
          <p:nvPr/>
        </p:nvCxnSpPr>
        <p:spPr>
          <a:xfrm flipV="1">
            <a:off x="690880" y="4445918"/>
            <a:ext cx="1" cy="1599282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FB0FE931-DA67-3B6B-44D3-6DB2BC2A0365}"/>
              </a:ext>
            </a:extLst>
          </p:cNvPr>
          <p:cNvSpPr/>
          <p:nvPr/>
        </p:nvSpPr>
        <p:spPr>
          <a:xfrm>
            <a:off x="497841" y="5217002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Oval 12">
            <a:extLst>
              <a:ext uri="{FF2B5EF4-FFF2-40B4-BE49-F238E27FC236}">
                <a16:creationId xmlns:a16="http://schemas.microsoft.com/office/drawing/2014/main" id="{141378CC-4A2F-7091-1D41-989C2B99CE86}"/>
              </a:ext>
            </a:extLst>
          </p:cNvPr>
          <p:cNvSpPr/>
          <p:nvPr/>
        </p:nvSpPr>
        <p:spPr>
          <a:xfrm>
            <a:off x="497841" y="4748521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Google Shape;2216;p100">
            <a:extLst>
              <a:ext uri="{FF2B5EF4-FFF2-40B4-BE49-F238E27FC236}">
                <a16:creationId xmlns:a16="http://schemas.microsoft.com/office/drawing/2014/main" id="{2D03E007-73B1-D791-B32E-8FE5D60CEFC4}"/>
              </a:ext>
            </a:extLst>
          </p:cNvPr>
          <p:cNvSpPr/>
          <p:nvPr/>
        </p:nvSpPr>
        <p:spPr>
          <a:xfrm>
            <a:off x="569897" y="4847077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DF365DC8-72FD-85C3-6D5F-4488B76ECC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6072" y="5310708"/>
            <a:ext cx="154445" cy="193056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BD92616A-7492-284E-882F-DFA8205FC122}"/>
              </a:ext>
            </a:extLst>
          </p:cNvPr>
          <p:cNvSpPr txBox="1"/>
          <p:nvPr/>
        </p:nvSpPr>
        <p:spPr>
          <a:xfrm>
            <a:off x="1000171" y="4868236"/>
            <a:ext cx="10251440" cy="984885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Saiba mais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apresenta recursos extraclasse para que os estudantes complementem sua formação. Incentive-os a continuar explorando o tema da aula.</a:t>
            </a:r>
          </a:p>
          <a:p>
            <a:pPr>
              <a:buClrTx/>
              <a:buFontTx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 minuto.</a:t>
            </a:r>
          </a:p>
          <a:p>
            <a:pPr marL="153254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Oval 12">
            <a:extLst>
              <a:ext uri="{FF2B5EF4-FFF2-40B4-BE49-F238E27FC236}">
                <a16:creationId xmlns:a16="http://schemas.microsoft.com/office/drawing/2014/main" id="{4D0A948E-323C-4C64-BF9B-BF1CB641B62A}"/>
              </a:ext>
            </a:extLst>
          </p:cNvPr>
          <p:cNvSpPr/>
          <p:nvPr/>
        </p:nvSpPr>
        <p:spPr>
          <a:xfrm>
            <a:off x="487003" y="79476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Google Shape;2216;p100">
            <a:extLst>
              <a:ext uri="{FF2B5EF4-FFF2-40B4-BE49-F238E27FC236}">
                <a16:creationId xmlns:a16="http://schemas.microsoft.com/office/drawing/2014/main" id="{54F4D90E-E336-47AE-98B7-D7E540CF12C7}"/>
              </a:ext>
            </a:extLst>
          </p:cNvPr>
          <p:cNvSpPr/>
          <p:nvPr/>
        </p:nvSpPr>
        <p:spPr>
          <a:xfrm>
            <a:off x="559059" y="893321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5782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941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rmAutofit/>
      </a:bodyPr>
      <a:lstStyle>
        <a:defPPr algn="l">
          <a:defRPr sz="24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F221F30FA1D846BC6503DE840D959B" ma:contentTypeVersion="12" ma:contentTypeDescription="Crie um novo documento." ma:contentTypeScope="" ma:versionID="53ae0932011ebc5765fda036f9be06b3">
  <xsd:schema xmlns:xsd="http://www.w3.org/2001/XMLSchema" xmlns:xs="http://www.w3.org/2001/XMLSchema" xmlns:p="http://schemas.microsoft.com/office/2006/metadata/properties" xmlns:ns2="4facdbb2-8ef9-464d-a709-26ca1c337062" xmlns:ns3="d8db0f09-d57f-4353-8fed-87a30f195225" targetNamespace="http://schemas.microsoft.com/office/2006/metadata/properties" ma:root="true" ma:fieldsID="5a629c5c031305a68eb787f9011ca533" ns2:_="" ns3:_="">
    <xsd:import namespace="4facdbb2-8ef9-464d-a709-26ca1c337062"/>
    <xsd:import namespace="d8db0f09-d57f-4353-8fed-87a30f1952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acdbb2-8ef9-464d-a709-26ca1c3370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a85b3961-dbc6-48b8-bc39-d380478928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db0f09-d57f-4353-8fed-87a30f1952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3f1f100-ca14-4443-a663-a0783b3478eb}" ma:internalName="TaxCatchAll" ma:showField="CatchAllData" ma:web="d8db0f09-d57f-4353-8fed-87a30f1952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facdbb2-8ef9-464d-a709-26ca1c337062">
      <Terms xmlns="http://schemas.microsoft.com/office/infopath/2007/PartnerControls"/>
    </lcf76f155ced4ddcb4097134ff3c332f>
    <TaxCatchAll xmlns="d8db0f09-d57f-4353-8fed-87a30f19522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677084-0C62-44FA-A523-5D043DCC27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acdbb2-8ef9-464d-a709-26ca1c337062"/>
    <ds:schemaRef ds:uri="d8db0f09-d57f-4353-8fed-87a30f1952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C661F7A-1649-4A39-91A5-A3893F5678E5}">
  <ds:schemaRefs>
    <ds:schemaRef ds:uri="http://purl.org/dc/dcmitype/"/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4facdbb2-8ef9-464d-a709-26ca1c337062"/>
    <ds:schemaRef ds:uri="http://schemas.openxmlformats.org/package/2006/metadata/core-properties"/>
    <ds:schemaRef ds:uri="d8db0f09-d57f-4353-8fed-87a30f19522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27590F2-902A-4FFC-B993-9715B30E05A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12055</TotalTime>
  <Words>1377</Words>
  <Application>Microsoft Office PowerPoint</Application>
  <PresentationFormat>Widescreen</PresentationFormat>
  <Paragraphs>149</Paragraphs>
  <Slides>17</Slides>
  <Notes>14</Notes>
  <HiddenSlides>5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4" baseType="lpstr">
      <vt:lpstr>Poppins Medium</vt:lpstr>
      <vt:lpstr>Poppins</vt:lpstr>
      <vt:lpstr>Poppins Light</vt:lpstr>
      <vt:lpstr>Calibri</vt:lpstr>
      <vt:lpstr>Poppins 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Caco Bressane Ilustração e Design</dc:creator>
  <cp:lastModifiedBy>Alessandra Reis de Souza</cp:lastModifiedBy>
  <cp:revision>232</cp:revision>
  <dcterms:modified xsi:type="dcterms:W3CDTF">2026-01-28T19:27:36Z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0x0101000AF221F30FA1D846BC6503DE840D959B</vt:lpwstr>
  </property>
  <property fmtid="{D5CDD505-2E9C-101B-9397-08002B2CF9AE}" pid="3" name="MediaServiceImageTags">
    <vt:lpwstr/>
  </property>
  <property fmtid="{D5CDD505-2E9C-101B-9397-08002B2CF9AE}" pid="4" name="Order">
    <vt:lpwstr>378100.000000000</vt:lpwstr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