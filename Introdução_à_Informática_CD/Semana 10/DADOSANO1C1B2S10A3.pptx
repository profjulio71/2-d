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4"/>
  </p:sldMasterIdLst>
  <p:notesMasterIdLst>
    <p:notesMasterId r:id="rId31"/>
  </p:notesMasterIdLst>
  <p:handoutMasterIdLst>
    <p:handoutMasterId r:id="rId32"/>
  </p:handoutMasterIdLst>
  <p:sldIdLst>
    <p:sldId id="1273" r:id="rId5"/>
    <p:sldId id="1407" r:id="rId6"/>
    <p:sldId id="1408" r:id="rId7"/>
    <p:sldId id="1409" r:id="rId8"/>
    <p:sldId id="1410" r:id="rId9"/>
    <p:sldId id="1442" r:id="rId10"/>
    <p:sldId id="1412" r:id="rId11"/>
    <p:sldId id="1420" r:id="rId12"/>
    <p:sldId id="1419" r:id="rId13"/>
    <p:sldId id="1424" r:id="rId14"/>
    <p:sldId id="1422" r:id="rId15"/>
    <p:sldId id="1438" r:id="rId16"/>
    <p:sldId id="1425" r:id="rId17"/>
    <p:sldId id="1426" r:id="rId18"/>
    <p:sldId id="1290" r:id="rId19"/>
    <p:sldId id="1428" r:id="rId20"/>
    <p:sldId id="1293" r:id="rId21"/>
    <p:sldId id="1294" r:id="rId22"/>
    <p:sldId id="1295" r:id="rId23"/>
    <p:sldId id="1296" r:id="rId24"/>
    <p:sldId id="1979" r:id="rId25"/>
    <p:sldId id="1980" r:id="rId26"/>
    <p:sldId id="1981" r:id="rId27"/>
    <p:sldId id="1982" r:id="rId28"/>
    <p:sldId id="1983" r:id="rId29"/>
    <p:sldId id="1302" r:id="rId30"/>
  </p:sldIdLst>
  <p:sldSz cx="12192000" cy="6858000"/>
  <p:notesSz cx="6858000" cy="9144000"/>
  <p:embeddedFontLst>
    <p:embeddedFont>
      <p:font typeface="Poppins" panose="00000500000000000000" pitchFamily="2" charset="0"/>
      <p:regular r:id="rId33"/>
      <p:bold r:id="rId34"/>
      <p:italic r:id="rId35"/>
      <p:boldItalic r:id="rId36"/>
    </p:embeddedFont>
    <p:embeddedFont>
      <p:font typeface="Poppins Bold" panose="00000800000000000000" pitchFamily="2" charset="0"/>
      <p:regular r:id="rId37"/>
      <p:bold r:id="rId38"/>
      <p:italic r:id="rId39"/>
      <p:boldItalic r:id="rId40"/>
    </p:embeddedFont>
    <p:embeddedFont>
      <p:font typeface="Poppins Light" panose="00000400000000000000" pitchFamily="2" charset="0"/>
      <p:regular r:id="rId41"/>
      <p:bold r:id="rId42"/>
      <p:italic r:id="rId43"/>
      <p:boldItalic r:id="rId44"/>
    </p:embeddedFont>
    <p:embeddedFont>
      <p:font typeface="Poppins Medium" panose="00000600000000000000"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Aula 3" id="{54DAE088-8E76-4D43-BEEE-B62500187F53}">
          <p14:sldIdLst>
            <p14:sldId id="1273"/>
            <p14:sldId id="1407"/>
            <p14:sldId id="1408"/>
            <p14:sldId id="1409"/>
            <p14:sldId id="1410"/>
            <p14:sldId id="1442"/>
            <p14:sldId id="1412"/>
            <p14:sldId id="1420"/>
            <p14:sldId id="1419"/>
            <p14:sldId id="1424"/>
            <p14:sldId id="1422"/>
            <p14:sldId id="1438"/>
            <p14:sldId id="1425"/>
            <p14:sldId id="1426"/>
            <p14:sldId id="1290"/>
            <p14:sldId id="1428"/>
            <p14:sldId id="1293"/>
            <p14:sldId id="1294"/>
            <p14:sldId id="1295"/>
            <p14:sldId id="1296"/>
            <p14:sldId id="1979"/>
            <p14:sldId id="1980"/>
            <p14:sldId id="1981"/>
            <p14:sldId id="1982"/>
            <p14:sldId id="1983"/>
            <p14:sldId id="130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D93F123-A5E2-A62B-D9E3-D9303D1BB86B}" name="Gustavo Cruz dos Reis" initials="GC" userId="S::greis@vanzolini-ead.org.br::837664e1-438f-44d7-9e01-7f6012fe004f" providerId="AD"/>
  <p188:author id="{6847585A-4F42-89DD-D691-905E424E6AC8}" name="Direitos Autorais" initials="DA" userId="S::direitosautorais@vanzolini-ead.org.br::a458ea69-155c-4a8e-a4bb-1fd63a5f4859" providerId="AD"/>
  <p188:author id="{C6975768-E079-2129-EF66-8C7D8D20589C}" name="Usuário Convidado" initials="UC" userId="S::urn:spo:anon#9c1a6640c4cf430e37b8e52984f4ed92aa1896e2c9d3b1637fd5ce4c8fd5c9d5::" providerId="AD"/>
  <p188:author id="{50A82C6A-F915-E440-2676-7ED0B9B624D1}" name="Lilian Machado" initials="LM" userId="4ac3cebf31a33102" providerId="Windows Live"/>
  <p188:author id="{A42D7C86-2999-ABEF-315C-7093285DA929}" name="Utilizador Convidado" initials="UC" userId="S::urn:spo:tenantanon#4a187474-b69b-445f-9d2d-b39f721fca7f::" providerId="AD"/>
  <p188:author id="{8DD8E787-7B43-E508-6891-C6122D24A71C}" name="Douglas José Mendonça" initials="DM" userId="4153c5f748151241" providerId="Windows Live"/>
  <p188:author id="{EA7E6897-FBE9-9C70-C068-FD298403604C}" name="JOSE AVELINO PLACCA" initials="JP" userId="S::jose.placca@fatec.sp.gov.br::5607103a-18bc-4249-a88b-cf9b68ce5d63" providerId="AD"/>
  <p188:author id="{8467A299-AEEB-4E65-505E-275447848D9D}" name="ACER" initials="A" userId="ACER" providerId="None"/>
  <p188:author id="{E0388DF7-5B9F-86E5-E6C5-3F344187204B}" name="Eloisa Dalbem" initials="ED" userId="S::eldalbem@vanzolini-ead.org.br::9ae0c03a-8642-493e-97df-c9fd93e6c39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A6D3"/>
    <a:srgbClr val="3E3593"/>
    <a:srgbClr val="FB932D"/>
    <a:srgbClr val="E83D68"/>
    <a:srgbClr val="000000"/>
    <a:srgbClr val="FF0000"/>
    <a:srgbClr val="EE0000"/>
    <a:srgbClr val="312F67"/>
    <a:srgbClr val="EC4E58"/>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C04F14-401D-2EE3-1773-F60AA1BDAF90}" v="11" dt="2025-11-17T14:43:51.225"/>
  </p1510:revLst>
</p1510:revInfo>
</file>

<file path=ppt/tableStyles.xml><?xml version="1.0" encoding="utf-8"?>
<a:tblStyleLst xmlns:a="http://schemas.openxmlformats.org/drawingml/2006/main" def="{58B62AC2-CBFF-4FEF-A790-FB120B6FE34D}">
  <a:tblStyle styleId="{58B62AC2-CBFF-4FEF-A790-FB120B6FE34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60" autoAdjust="0"/>
    <p:restoredTop sz="90661" autoAdjust="0"/>
  </p:normalViewPr>
  <p:slideViewPr>
    <p:cSldViewPr snapToGrid="0">
      <p:cViewPr>
        <p:scale>
          <a:sx n="66" d="100"/>
          <a:sy n="66" d="100"/>
        </p:scale>
        <p:origin x="1282" y="192"/>
      </p:cViewPr>
      <p:guideLst/>
    </p:cSldViewPr>
  </p:slideViewPr>
  <p:notesTextViewPr>
    <p:cViewPr>
      <p:scale>
        <a:sx n="1" d="1"/>
        <a:sy n="1" d="1"/>
      </p:scale>
      <p:origin x="0" y="0"/>
    </p:cViewPr>
  </p:notesTextViewPr>
  <p:notesViewPr>
    <p:cSldViewPr snapToGrid="0">
      <p:cViewPr>
        <p:scale>
          <a:sx n="1" d="2"/>
          <a:sy n="1" d="2"/>
        </p:scale>
        <p:origin x="2176" y="-8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7.fntdata"/><Relationship Id="rId21" Type="http://schemas.openxmlformats.org/officeDocument/2006/relationships/slide" Target="slides/slide17.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4" Type="http://schemas.openxmlformats.org/officeDocument/2006/relationships/font" Target="fonts/font12.fntdata"/><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6.xml"/><Relationship Id="rId41" Type="http://schemas.openxmlformats.org/officeDocument/2006/relationships/font" Target="fonts/font9.fntdata"/><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4.fntdata"/><Relationship Id="rId4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0820016A-23B3-8332-53D6-57FE04C281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378ABBCA-ED84-8C3A-7D17-F6393BAD02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BE6816-8789-481E-B2F2-61889E0E8584}" type="datetimeFigureOut">
              <a:rPr lang="pt-BR" smtClean="0"/>
              <a:t>29/01/2026</a:t>
            </a:fld>
            <a:endParaRPr lang="pt-BR"/>
          </a:p>
        </p:txBody>
      </p:sp>
      <p:sp>
        <p:nvSpPr>
          <p:cNvPr id="4" name="Espaço Reservado para Rodapé 3">
            <a:extLst>
              <a:ext uri="{FF2B5EF4-FFF2-40B4-BE49-F238E27FC236}">
                <a16:creationId xmlns:a16="http://schemas.microsoft.com/office/drawing/2014/main" id="{E140203C-C3C0-C509-C3D9-F91275DBAE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A7A17361-C8A0-CABB-2146-B5B19E39C2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44F6E5-A54A-42CC-B250-9D06C7C52CD8}" type="slidenum">
              <a:rPr lang="pt-BR" smtClean="0"/>
              <a:t>‹nº›</a:t>
            </a:fld>
            <a:endParaRPr lang="pt-BR"/>
          </a:p>
        </p:txBody>
      </p:sp>
    </p:spTree>
    <p:extLst>
      <p:ext uri="{BB962C8B-B14F-4D97-AF65-F5344CB8AC3E}">
        <p14:creationId xmlns:p14="http://schemas.microsoft.com/office/powerpoint/2010/main" val="2818438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27090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i="1" dirty="0"/>
          </a:p>
        </p:txBody>
      </p:sp>
      <p:sp>
        <p:nvSpPr>
          <p:cNvPr id="641" name="Google Shape;6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673899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70070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52" name="Google Shape;65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14362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a:extLst>
            <a:ext uri="{FF2B5EF4-FFF2-40B4-BE49-F238E27FC236}">
              <a16:creationId xmlns:a16="http://schemas.microsoft.com/office/drawing/2014/main" id="{59877B19-D4DF-A077-1C15-1975E5FF8EE1}"/>
            </a:ext>
          </a:extLst>
        </p:cNvPr>
        <p:cNvGrpSpPr/>
        <p:nvPr/>
      </p:nvGrpSpPr>
      <p:grpSpPr>
        <a:xfrm>
          <a:off x="0" y="0"/>
          <a:ext cx="0" cy="0"/>
          <a:chOff x="0" y="0"/>
          <a:chExt cx="0" cy="0"/>
        </a:xfrm>
      </p:grpSpPr>
      <p:sp>
        <p:nvSpPr>
          <p:cNvPr id="671" name="Google Shape;671;p5:notes">
            <a:extLst>
              <a:ext uri="{FF2B5EF4-FFF2-40B4-BE49-F238E27FC236}">
                <a16:creationId xmlns:a16="http://schemas.microsoft.com/office/drawing/2014/main" id="{686E7F9B-0AE1-3A0B-05AD-FC35A52DB17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72" name="Google Shape;672;p5:notes">
            <a:extLst>
              <a:ext uri="{FF2B5EF4-FFF2-40B4-BE49-F238E27FC236}">
                <a16:creationId xmlns:a16="http://schemas.microsoft.com/office/drawing/2014/main" id="{F2A509A8-735B-FD21-CCB7-8BE432518D3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464128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80496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7B7453D5-FE37-90F7-0117-6A1069A41852}"/>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E55E856E-71F6-FFFC-27FF-C20FE327B8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C790690E-A198-1BF4-E669-670C98910B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087631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7B7453D5-FE37-90F7-0117-6A1069A41852}"/>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E55E856E-71F6-FFFC-27FF-C20FE327B8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C790690E-A198-1BF4-E669-670C98910B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92208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F21B6-3410-E6A4-AEFF-DA667FA9B90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6B70AAB-BE42-1490-E334-3522A21A7F2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4BE1133-3DA2-DF57-7F2F-23DC45A9C7F5}"/>
              </a:ext>
            </a:extLst>
          </p:cNvPr>
          <p:cNvSpPr>
            <a:spLocks noGrp="1"/>
          </p:cNvSpPr>
          <p:nvPr>
            <p:ph type="body" idx="1"/>
          </p:nvPr>
        </p:nvSpPr>
        <p:spPr/>
        <p:txBody>
          <a:bodyPr/>
          <a:lstStyle/>
          <a:p>
            <a:pPr marL="230400">
              <a:lnSpc>
                <a:spcPct val="107000"/>
              </a:lnSpc>
              <a:spcAft>
                <a:spcPts val="800"/>
              </a:spcAft>
            </a:pPr>
            <a:r>
              <a:rPr lang="pt-BR" sz="1800" kern="100" dirty="0">
                <a:effectLst/>
                <a:latin typeface="Poppins" pitchFamily="2" charset="77"/>
                <a:ea typeface="Aptos" panose="020B0004020202020204" pitchFamily="34" charset="0"/>
                <a:cs typeface="Times New Roman" panose="02020603050405020304" pitchFamily="18" charset="0"/>
              </a:rPr>
              <a:t>	</a:t>
            </a:r>
            <a:endParaRPr lang="pt-BR" dirty="0"/>
          </a:p>
        </p:txBody>
      </p:sp>
      <p:sp>
        <p:nvSpPr>
          <p:cNvPr id="4" name="Espaço Reservado para Número de Slide 3">
            <a:extLst>
              <a:ext uri="{FF2B5EF4-FFF2-40B4-BE49-F238E27FC236}">
                <a16:creationId xmlns:a16="http://schemas.microsoft.com/office/drawing/2014/main" id="{A875E589-B4CD-03D9-BF00-F11917A4AE6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07809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a:extLst>
            <a:ext uri="{FF2B5EF4-FFF2-40B4-BE49-F238E27FC236}">
              <a16:creationId xmlns:a16="http://schemas.microsoft.com/office/drawing/2014/main" id="{65F4DAEE-9901-3731-8F08-D283C21594AC}"/>
            </a:ext>
          </a:extLst>
        </p:cNvPr>
        <p:cNvGrpSpPr/>
        <p:nvPr/>
      </p:nvGrpSpPr>
      <p:grpSpPr>
        <a:xfrm>
          <a:off x="0" y="0"/>
          <a:ext cx="0" cy="0"/>
          <a:chOff x="0" y="0"/>
          <a:chExt cx="0" cy="0"/>
        </a:xfrm>
      </p:grpSpPr>
      <p:sp>
        <p:nvSpPr>
          <p:cNvPr id="723" name="Google Shape;723;g1e5198b4dfb_0_1:notes">
            <a:extLst>
              <a:ext uri="{FF2B5EF4-FFF2-40B4-BE49-F238E27FC236}">
                <a16:creationId xmlns:a16="http://schemas.microsoft.com/office/drawing/2014/main" id="{74B7CBA6-3C74-A542-6503-85E3ED027EE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pt-BR" dirty="0"/>
          </a:p>
        </p:txBody>
      </p:sp>
      <p:sp>
        <p:nvSpPr>
          <p:cNvPr id="724" name="Google Shape;724;g1e5198b4dfb_0_1:notes">
            <a:extLst>
              <a:ext uri="{FF2B5EF4-FFF2-40B4-BE49-F238E27FC236}">
                <a16:creationId xmlns:a16="http://schemas.microsoft.com/office/drawing/2014/main" id="{D3DB5D40-7473-12E9-B92C-1A646EAD81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526108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9" name="Google Shape;71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82395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25526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DCBA9-4A32-1B48-336D-C774E83B407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68F62CA-5687-3F0E-140C-B6392280E7A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57BF73C-14A0-49D8-0B03-FFEE9C9C63B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t>      </a:t>
            </a:r>
            <a:br>
              <a:rPr lang="pt-BR" dirty="0"/>
            </a:br>
            <a:endParaRPr lang="pt-BR" dirty="0"/>
          </a:p>
          <a:p>
            <a:endParaRPr lang="pt-BR" dirty="0"/>
          </a:p>
        </p:txBody>
      </p:sp>
      <p:sp>
        <p:nvSpPr>
          <p:cNvPr id="4" name="Espaço Reservado para Número de Slide 3">
            <a:extLst>
              <a:ext uri="{FF2B5EF4-FFF2-40B4-BE49-F238E27FC236}">
                <a16:creationId xmlns:a16="http://schemas.microsoft.com/office/drawing/2014/main" id="{F10F95F8-50EF-4032-B556-8096B84FA63A}"/>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274355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65FAF-9374-121F-4DDD-A3A68AA9708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243C030-2FEF-BDA0-3CDF-C281B4C3407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55271BE-D458-A4E7-D51F-1BAAD9E7A8D6}"/>
              </a:ext>
            </a:extLst>
          </p:cNvPr>
          <p:cNvSpPr>
            <a:spLocks noGrp="1"/>
          </p:cNvSpPr>
          <p:nvPr>
            <p:ph type="body" idx="1"/>
          </p:nvPr>
        </p:nvSpPr>
        <p:spPr/>
        <p:txBody>
          <a:bodyPr/>
          <a:lstStyle/>
          <a:p>
            <a:r>
              <a:rPr lang="pt-BR"/>
              <a:t>      </a:t>
            </a:r>
          </a:p>
        </p:txBody>
      </p:sp>
      <p:sp>
        <p:nvSpPr>
          <p:cNvPr id="4" name="Espaço Reservado para Número de Slide 3">
            <a:extLst>
              <a:ext uri="{FF2B5EF4-FFF2-40B4-BE49-F238E27FC236}">
                <a16:creationId xmlns:a16="http://schemas.microsoft.com/office/drawing/2014/main" id="{A8C2DF27-02CC-59AC-AD2F-9D6673D1357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819630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7">
          <a:extLst>
            <a:ext uri="{FF2B5EF4-FFF2-40B4-BE49-F238E27FC236}">
              <a16:creationId xmlns:a16="http://schemas.microsoft.com/office/drawing/2014/main" id="{AA03F964-E56B-1156-3CD7-7070A9AFE8A0}"/>
            </a:ext>
          </a:extLst>
        </p:cNvPr>
        <p:cNvGrpSpPr/>
        <p:nvPr/>
      </p:nvGrpSpPr>
      <p:grpSpPr>
        <a:xfrm>
          <a:off x="0" y="0"/>
          <a:ext cx="0" cy="0"/>
          <a:chOff x="0" y="0"/>
          <a:chExt cx="0" cy="0"/>
        </a:xfrm>
      </p:grpSpPr>
      <p:sp>
        <p:nvSpPr>
          <p:cNvPr id="1298" name="Google Shape;1298;p28:notes">
            <a:extLst>
              <a:ext uri="{FF2B5EF4-FFF2-40B4-BE49-F238E27FC236}">
                <a16:creationId xmlns:a16="http://schemas.microsoft.com/office/drawing/2014/main" id="{082427D8-4FEF-3193-DF8B-97078261AB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9" name="Google Shape;1299;p28:notes">
            <a:extLst>
              <a:ext uri="{FF2B5EF4-FFF2-40B4-BE49-F238E27FC236}">
                <a16:creationId xmlns:a16="http://schemas.microsoft.com/office/drawing/2014/main" id="{7DBAA93A-3B35-751F-5B24-4A823A7E85B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pt-BR" dirty="0"/>
              <a:t>      </a:t>
            </a:r>
            <a:endParaRPr dirty="0"/>
          </a:p>
        </p:txBody>
      </p:sp>
      <p:sp>
        <p:nvSpPr>
          <p:cNvPr id="1300" name="Google Shape;1300;p28:notes">
            <a:extLst>
              <a:ext uri="{FF2B5EF4-FFF2-40B4-BE49-F238E27FC236}">
                <a16:creationId xmlns:a16="http://schemas.microsoft.com/office/drawing/2014/main" id="{E5CEC86A-5CFF-2AE6-5023-E51254166F2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23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8542121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32FBC-BED8-432C-A303-CC034EEFD9E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745E054-DBE0-9421-2980-F70F4A10168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5A74C59-EFF0-B071-C624-8461B58ECC28}"/>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E10BA808-5C0B-A022-695E-F4C5E9B907E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69383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442FD-AE90-0F80-3721-82DE9313F03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4A25E9C-4131-58E0-28AA-C74032F7BC0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434BAD8-28DB-731B-922F-D67DDBE8D1DB}"/>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CD2049AD-81E9-637C-C8C9-915325DCD4DF}"/>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655715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26</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623855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A516E6AB-3451-7C49-5A54-649F3B4349BD}"/>
              </a:ext>
            </a:extLst>
          </p:cNvPr>
          <p:cNvSpPr/>
          <p:nvPr userDrawn="1"/>
        </p:nvSpPr>
        <p:spPr>
          <a:xfrm>
            <a:off x="0" y="0"/>
            <a:ext cx="12192000" cy="68580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a:p>
        </p:txBody>
      </p:sp>
      <p:sp>
        <p:nvSpPr>
          <p:cNvPr id="4" name="Retângulo: Cantos Arredondados 3">
            <a:extLst>
              <a:ext uri="{FF2B5EF4-FFF2-40B4-BE49-F238E27FC236}">
                <a16:creationId xmlns:a16="http://schemas.microsoft.com/office/drawing/2014/main" id="{59A94EC9-1FCD-529F-8F34-7793DFA235B6}"/>
              </a:ext>
            </a:extLst>
          </p:cNvPr>
          <p:cNvSpPr/>
          <p:nvPr userDrawn="1"/>
        </p:nvSpPr>
        <p:spPr>
          <a:xfrm>
            <a:off x="5802699" y="1543035"/>
            <a:ext cx="4205858" cy="3044205"/>
          </a:xfrm>
          <a:prstGeom prst="roundRect">
            <a:avLst/>
          </a:prstGeom>
          <a:solidFill>
            <a:srgbClr val="FF16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TextBox 4">
            <a:extLst>
              <a:ext uri="{FF2B5EF4-FFF2-40B4-BE49-F238E27FC236}">
                <a16:creationId xmlns:a16="http://schemas.microsoft.com/office/drawing/2014/main" id="{25C2DDB7-FADD-4F21-8370-E0DBA1B333E2}"/>
              </a:ext>
            </a:extLst>
          </p:cNvPr>
          <p:cNvSpPr txBox="1"/>
          <p:nvPr userDrawn="1"/>
        </p:nvSpPr>
        <p:spPr>
          <a:xfrm>
            <a:off x="2149362" y="2398780"/>
            <a:ext cx="3401671" cy="1574726"/>
          </a:xfrm>
          <a:prstGeom prst="rect">
            <a:avLst/>
          </a:prstGeom>
        </p:spPr>
        <p:txBody>
          <a:bodyPr lIns="0" tIns="0" rIns="0" bIns="0" rtlCol="0" anchor="t">
            <a:spAutoFit/>
          </a:bodyPr>
          <a:lstStyle/>
          <a:p>
            <a:pPr algn="r">
              <a:lnSpc>
                <a:spcPts val="4010"/>
              </a:lnSpc>
            </a:pPr>
            <a:r>
              <a:rPr lang="pt-BR" sz="4266" noProof="0">
                <a:solidFill>
                  <a:srgbClr val="000000"/>
                </a:solidFill>
                <a:latin typeface="Poppins Bold"/>
              </a:rPr>
              <a:t>Educação Profissional Paulista</a:t>
            </a:r>
          </a:p>
        </p:txBody>
      </p:sp>
      <p:sp>
        <p:nvSpPr>
          <p:cNvPr id="9" name="TextBox 5">
            <a:extLst>
              <a:ext uri="{FF2B5EF4-FFF2-40B4-BE49-F238E27FC236}">
                <a16:creationId xmlns:a16="http://schemas.microsoft.com/office/drawing/2014/main" id="{F7824C03-7023-F543-0347-17AA3D38BB09}"/>
              </a:ext>
            </a:extLst>
          </p:cNvPr>
          <p:cNvSpPr txBox="1"/>
          <p:nvPr userDrawn="1"/>
        </p:nvSpPr>
        <p:spPr>
          <a:xfrm>
            <a:off x="6069602" y="2317274"/>
            <a:ext cx="3578455" cy="570669"/>
          </a:xfrm>
          <a:prstGeom prst="rect">
            <a:avLst/>
          </a:prstGeom>
        </p:spPr>
        <p:txBody>
          <a:bodyPr lIns="0" tIns="0" rIns="0" bIns="0" rtlCol="0" anchor="t">
            <a:spAutoFit/>
          </a:bodyPr>
          <a:lstStyle/>
          <a:p>
            <a:pPr>
              <a:lnSpc>
                <a:spcPts val="4564"/>
              </a:lnSpc>
            </a:pPr>
            <a:r>
              <a:rPr lang="pt-BR" sz="3334" noProof="0">
                <a:solidFill>
                  <a:srgbClr val="FFFFFF"/>
                </a:solidFill>
                <a:latin typeface="Poppins Light"/>
              </a:rPr>
              <a:t>Técnico em </a:t>
            </a:r>
          </a:p>
        </p:txBody>
      </p:sp>
      <p:sp>
        <p:nvSpPr>
          <p:cNvPr id="13" name="TextBox 6">
            <a:extLst>
              <a:ext uri="{FF2B5EF4-FFF2-40B4-BE49-F238E27FC236}">
                <a16:creationId xmlns:a16="http://schemas.microsoft.com/office/drawing/2014/main" id="{2F4C803A-BBDE-CAD4-EB09-1F4BAF7B1B59}"/>
              </a:ext>
            </a:extLst>
          </p:cNvPr>
          <p:cNvSpPr txBox="1"/>
          <p:nvPr userDrawn="1"/>
        </p:nvSpPr>
        <p:spPr>
          <a:xfrm>
            <a:off x="6116401" y="2879829"/>
            <a:ext cx="3578455" cy="1026178"/>
          </a:xfrm>
          <a:prstGeom prst="rect">
            <a:avLst/>
          </a:prstGeom>
        </p:spPr>
        <p:txBody>
          <a:bodyPr lIns="0" tIns="0" rIns="0" bIns="0" rtlCol="0" anchor="t">
            <a:spAutoFit/>
          </a:bodyPr>
          <a:lstStyle/>
          <a:p>
            <a:pPr>
              <a:lnSpc>
                <a:spcPct val="100000"/>
              </a:lnSpc>
            </a:pPr>
            <a:r>
              <a:rPr lang="pt-BR" sz="3334" noProof="0">
                <a:solidFill>
                  <a:srgbClr val="FFFFFF"/>
                </a:solidFill>
                <a:latin typeface="Poppins Bold"/>
              </a:rPr>
              <a:t>Ciência de</a:t>
            </a:r>
          </a:p>
          <a:p>
            <a:pPr>
              <a:lnSpc>
                <a:spcPct val="100000"/>
              </a:lnSpc>
            </a:pPr>
            <a:r>
              <a:rPr lang="pt-BR" sz="3334" noProof="0">
                <a:solidFill>
                  <a:srgbClr val="FFFFFF"/>
                </a:solidFill>
                <a:latin typeface="Poppins Bold"/>
              </a:rPr>
              <a:t>Dados</a:t>
            </a:r>
          </a:p>
        </p:txBody>
      </p:sp>
      <p:pic>
        <p:nvPicPr>
          <p:cNvPr id="14" name="Imagem 13" descr="Logotipo&#10;&#10;O conteúdo gerado por IA pode estar incorreto.">
            <a:extLst>
              <a:ext uri="{FF2B5EF4-FFF2-40B4-BE49-F238E27FC236}">
                <a16:creationId xmlns:a16="http://schemas.microsoft.com/office/drawing/2014/main" id="{E77E0BAC-47B6-E124-2BD9-D981B33586B3}"/>
              </a:ext>
            </a:extLst>
          </p:cNvPr>
          <p:cNvPicPr>
            <a:picLocks noChangeAspect="1"/>
          </p:cNvPicPr>
          <p:nvPr userDrawn="1"/>
        </p:nvPicPr>
        <p:blipFill>
          <a:blip r:embed="rId2"/>
          <a:srcRect l="12566" t="26436" r="13369" b="26176"/>
          <a:stretch>
            <a:fillRect/>
          </a:stretch>
        </p:blipFill>
        <p:spPr>
          <a:xfrm>
            <a:off x="4828111" y="5385674"/>
            <a:ext cx="2535779" cy="1147457"/>
          </a:xfrm>
          <a:prstGeom prst="rect">
            <a:avLst/>
          </a:prstGeom>
        </p:spPr>
      </p:pic>
    </p:spTree>
    <p:extLst>
      <p:ext uri="{BB962C8B-B14F-4D97-AF65-F5344CB8AC3E}">
        <p14:creationId xmlns:p14="http://schemas.microsoft.com/office/powerpoint/2010/main" val="17749677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Personalizado" userDrawn="1">
  <p:cSld name="Layout Personalizado">
    <p:spTree>
      <p:nvGrpSpPr>
        <p:cNvPr id="1" name="Shape 10"/>
        <p:cNvGrpSpPr/>
        <p:nvPr/>
      </p:nvGrpSpPr>
      <p:grpSpPr>
        <a:xfrm>
          <a:off x="0" y="0"/>
          <a:ext cx="0" cy="0"/>
          <a:chOff x="0" y="0"/>
          <a:chExt cx="0" cy="0"/>
        </a:xfrm>
      </p:grpSpPr>
      <p:pic>
        <p:nvPicPr>
          <p:cNvPr id="6" name="Google Shape;11;p2">
            <a:extLst>
              <a:ext uri="{FF2B5EF4-FFF2-40B4-BE49-F238E27FC236}">
                <a16:creationId xmlns:a16="http://schemas.microsoft.com/office/drawing/2014/main" id="{1B80DE74-C03C-C4BA-1B5C-CE412EDB9BE0}"/>
              </a:ext>
            </a:extLst>
          </p:cNvPr>
          <p:cNvPicPr preferRelativeResize="0"/>
          <p:nvPr userDrawn="1"/>
        </p:nvPicPr>
        <p:blipFill rotWithShape="1">
          <a:blip r:embed="rId2">
            <a:alphaModFix/>
          </a:blip>
          <a:srcRect/>
          <a:stretch/>
        </p:blipFill>
        <p:spPr>
          <a:xfrm>
            <a:off x="0" y="12"/>
            <a:ext cx="12192000" cy="6857988"/>
          </a:xfrm>
          <a:prstGeom prst="rect">
            <a:avLst/>
          </a:prstGeom>
          <a:noFill/>
          <a:ln>
            <a:noFill/>
          </a:ln>
        </p:spPr>
      </p:pic>
      <p:sp>
        <p:nvSpPr>
          <p:cNvPr id="10" name="CaixaDeTexto 9">
            <a:extLst>
              <a:ext uri="{FF2B5EF4-FFF2-40B4-BE49-F238E27FC236}">
                <a16:creationId xmlns:a16="http://schemas.microsoft.com/office/drawing/2014/main" id="{20872497-E77E-44FD-AF0C-1F243D0E8150}"/>
              </a:ext>
            </a:extLst>
          </p:cNvPr>
          <p:cNvSpPr txBox="1"/>
          <p:nvPr userDrawn="1"/>
        </p:nvSpPr>
        <p:spPr>
          <a:xfrm>
            <a:off x="13050982" y="194887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grpSp>
        <p:nvGrpSpPr>
          <p:cNvPr id="11" name="Agrupar 10">
            <a:extLst>
              <a:ext uri="{FF2B5EF4-FFF2-40B4-BE49-F238E27FC236}">
                <a16:creationId xmlns:a16="http://schemas.microsoft.com/office/drawing/2014/main" id="{F3EA8FAE-AECD-D9C3-D3ED-5545F1977908}"/>
              </a:ext>
            </a:extLst>
          </p:cNvPr>
          <p:cNvGrpSpPr/>
          <p:nvPr userDrawn="1"/>
        </p:nvGrpSpPr>
        <p:grpSpPr>
          <a:xfrm>
            <a:off x="10400796" y="6090630"/>
            <a:ext cx="1791203" cy="767370"/>
            <a:chOff x="10400796" y="6090630"/>
            <a:chExt cx="1791203" cy="767370"/>
          </a:xfrm>
        </p:grpSpPr>
        <p:sp>
          <p:nvSpPr>
            <p:cNvPr id="12" name="Retângulo: Cantos Superiores Arredondados 11">
              <a:extLst>
                <a:ext uri="{FF2B5EF4-FFF2-40B4-BE49-F238E27FC236}">
                  <a16:creationId xmlns:a16="http://schemas.microsoft.com/office/drawing/2014/main" id="{1FE4B0CB-EC59-9160-78BE-8486A0816886}"/>
                </a:ext>
              </a:extLst>
            </p:cNvPr>
            <p:cNvSpPr/>
            <p:nvPr userDrawn="1"/>
          </p:nvSpPr>
          <p:spPr>
            <a:xfrm>
              <a:off x="10400796" y="6090630"/>
              <a:ext cx="1791203" cy="767370"/>
            </a:xfrm>
            <a:prstGeom prst="round2SameRect">
              <a:avLst>
                <a:gd name="adj1" fmla="val 15454"/>
                <a:gd name="adj2" fmla="val 0"/>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08B724B4-0F61-EDEF-D1D0-CB8C016B421B}"/>
                </a:ext>
              </a:extLst>
            </p:cNvPr>
            <p:cNvSpPr/>
            <p:nvPr userDrawn="1"/>
          </p:nvSpPr>
          <p:spPr>
            <a:xfrm>
              <a:off x="11842890" y="6090630"/>
              <a:ext cx="349109" cy="306142"/>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15" name="Imagem 14" descr="Logotipo&#10;&#10;O conteúdo gerado por IA pode estar incorreto.">
            <a:extLst>
              <a:ext uri="{FF2B5EF4-FFF2-40B4-BE49-F238E27FC236}">
                <a16:creationId xmlns:a16="http://schemas.microsoft.com/office/drawing/2014/main" id="{689063B1-CE23-7358-E559-1DFC4F157026}"/>
              </a:ext>
            </a:extLst>
          </p:cNvPr>
          <p:cNvPicPr>
            <a:picLocks noChangeAspect="1"/>
          </p:cNvPicPr>
          <p:nvPr userDrawn="1"/>
        </p:nvPicPr>
        <p:blipFill>
          <a:blip r:embed="rId3"/>
          <a:srcRect l="12566" t="26436" r="13369" b="26176"/>
          <a:stretch>
            <a:fillRect/>
          </a:stretch>
        </p:blipFill>
        <p:spPr>
          <a:xfrm>
            <a:off x="10534930" y="6126882"/>
            <a:ext cx="1539046" cy="696429"/>
          </a:xfrm>
          <a:prstGeom prst="rect">
            <a:avLst/>
          </a:prstGeom>
        </p:spPr>
      </p:pic>
      <p:grpSp>
        <p:nvGrpSpPr>
          <p:cNvPr id="16" name="Agrupar 15">
            <a:extLst>
              <a:ext uri="{FF2B5EF4-FFF2-40B4-BE49-F238E27FC236}">
                <a16:creationId xmlns:a16="http://schemas.microsoft.com/office/drawing/2014/main" id="{C089DC36-7222-2B37-77DC-A83A36D6730E}"/>
              </a:ext>
            </a:extLst>
          </p:cNvPr>
          <p:cNvGrpSpPr/>
          <p:nvPr userDrawn="1"/>
        </p:nvGrpSpPr>
        <p:grpSpPr>
          <a:xfrm>
            <a:off x="0" y="1"/>
            <a:ext cx="8566485" cy="5380264"/>
            <a:chOff x="0" y="0"/>
            <a:chExt cx="8566485" cy="5808133"/>
          </a:xfrm>
        </p:grpSpPr>
        <p:sp>
          <p:nvSpPr>
            <p:cNvPr id="17" name="Retângulo 16">
              <a:extLst>
                <a:ext uri="{FF2B5EF4-FFF2-40B4-BE49-F238E27FC236}">
                  <a16:creationId xmlns:a16="http://schemas.microsoft.com/office/drawing/2014/main" id="{2584225F-A037-F467-9977-0FD8F4763257}"/>
                </a:ext>
              </a:extLst>
            </p:cNvPr>
            <p:cNvSpPr/>
            <p:nvPr userDrawn="1"/>
          </p:nvSpPr>
          <p:spPr>
            <a:xfrm>
              <a:off x="0" y="0"/>
              <a:ext cx="8566485" cy="4656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tângulo: Cantos Arredondados 17">
              <a:extLst>
                <a:ext uri="{FF2B5EF4-FFF2-40B4-BE49-F238E27FC236}">
                  <a16:creationId xmlns:a16="http://schemas.microsoft.com/office/drawing/2014/main" id="{09E191B3-6456-7F4E-B85A-38D8D9BADE3E}"/>
                </a:ext>
              </a:extLst>
            </p:cNvPr>
            <p:cNvSpPr/>
            <p:nvPr userDrawn="1"/>
          </p:nvSpPr>
          <p:spPr>
            <a:xfrm>
              <a:off x="0" y="0"/>
              <a:ext cx="8566485" cy="5808133"/>
            </a:xfrm>
            <a:prstGeom prst="roundRect">
              <a:avLst>
                <a:gd name="adj" fmla="val 125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Retângulo 18">
              <a:extLst>
                <a:ext uri="{FF2B5EF4-FFF2-40B4-BE49-F238E27FC236}">
                  <a16:creationId xmlns:a16="http://schemas.microsoft.com/office/drawing/2014/main" id="{CC59CC77-A504-6C5C-5A13-1DF1DDBF50CD}"/>
                </a:ext>
              </a:extLst>
            </p:cNvPr>
            <p:cNvSpPr/>
            <p:nvPr userDrawn="1"/>
          </p:nvSpPr>
          <p:spPr>
            <a:xfrm>
              <a:off x="0" y="3890433"/>
              <a:ext cx="1109133" cy="191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Personalizado" preserve="1" userDrawn="1">
  <p:cSld name="2_Layout Personalizado">
    <p:spTree>
      <p:nvGrpSpPr>
        <p:cNvPr id="1" name="Shape 10"/>
        <p:cNvGrpSpPr/>
        <p:nvPr/>
      </p:nvGrpSpPr>
      <p:grpSpPr>
        <a:xfrm>
          <a:off x="0" y="0"/>
          <a:ext cx="0" cy="0"/>
          <a:chOff x="0" y="0"/>
          <a:chExt cx="0" cy="0"/>
        </a:xfrm>
      </p:grpSpPr>
      <p:pic>
        <p:nvPicPr>
          <p:cNvPr id="21" name="Google Shape;11;p2">
            <a:extLst>
              <a:ext uri="{FF2B5EF4-FFF2-40B4-BE49-F238E27FC236}">
                <a16:creationId xmlns:a16="http://schemas.microsoft.com/office/drawing/2014/main" id="{B532B203-233C-A94F-6C55-27465054188E}"/>
              </a:ext>
            </a:extLst>
          </p:cNvPr>
          <p:cNvPicPr preferRelativeResize="0"/>
          <p:nvPr userDrawn="1"/>
        </p:nvPicPr>
        <p:blipFill rotWithShape="1">
          <a:blip r:embed="rId2">
            <a:alphaModFix/>
          </a:blip>
          <a:srcRect/>
          <a:stretch/>
        </p:blipFill>
        <p:spPr>
          <a:xfrm>
            <a:off x="4" y="0"/>
            <a:ext cx="12192000" cy="6857989"/>
          </a:xfrm>
          <a:prstGeom prst="rect">
            <a:avLst/>
          </a:prstGeom>
          <a:noFill/>
          <a:ln>
            <a:noFill/>
          </a:ln>
        </p:spPr>
      </p:pic>
      <p:grpSp>
        <p:nvGrpSpPr>
          <p:cNvPr id="22" name="Agrupar 21">
            <a:extLst>
              <a:ext uri="{FF2B5EF4-FFF2-40B4-BE49-F238E27FC236}">
                <a16:creationId xmlns:a16="http://schemas.microsoft.com/office/drawing/2014/main" id="{F035045E-4815-C737-938A-D33C2EFF33FD}"/>
              </a:ext>
            </a:extLst>
          </p:cNvPr>
          <p:cNvGrpSpPr/>
          <p:nvPr userDrawn="1"/>
        </p:nvGrpSpPr>
        <p:grpSpPr>
          <a:xfrm>
            <a:off x="0" y="1"/>
            <a:ext cx="8566485" cy="5380264"/>
            <a:chOff x="0" y="0"/>
            <a:chExt cx="8566485" cy="5808133"/>
          </a:xfrm>
        </p:grpSpPr>
        <p:sp>
          <p:nvSpPr>
            <p:cNvPr id="23" name="Retângulo 22">
              <a:extLst>
                <a:ext uri="{FF2B5EF4-FFF2-40B4-BE49-F238E27FC236}">
                  <a16:creationId xmlns:a16="http://schemas.microsoft.com/office/drawing/2014/main" id="{1EC5FF3C-DAE3-5619-0AC8-043B9EBC30A0}"/>
                </a:ext>
              </a:extLst>
            </p:cNvPr>
            <p:cNvSpPr/>
            <p:nvPr userDrawn="1"/>
          </p:nvSpPr>
          <p:spPr>
            <a:xfrm>
              <a:off x="0" y="0"/>
              <a:ext cx="8566485" cy="4656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Retângulo: Cantos Arredondados 23">
              <a:extLst>
                <a:ext uri="{FF2B5EF4-FFF2-40B4-BE49-F238E27FC236}">
                  <a16:creationId xmlns:a16="http://schemas.microsoft.com/office/drawing/2014/main" id="{72FE739C-D85A-EB56-4115-095CA458338F}"/>
                </a:ext>
              </a:extLst>
            </p:cNvPr>
            <p:cNvSpPr/>
            <p:nvPr userDrawn="1"/>
          </p:nvSpPr>
          <p:spPr>
            <a:xfrm>
              <a:off x="0" y="0"/>
              <a:ext cx="8566485" cy="5808133"/>
            </a:xfrm>
            <a:prstGeom prst="roundRect">
              <a:avLst>
                <a:gd name="adj" fmla="val 125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5" name="Retângulo 24">
              <a:extLst>
                <a:ext uri="{FF2B5EF4-FFF2-40B4-BE49-F238E27FC236}">
                  <a16:creationId xmlns:a16="http://schemas.microsoft.com/office/drawing/2014/main" id="{795DED39-27C6-D220-4942-D7FC51448FD9}"/>
                </a:ext>
              </a:extLst>
            </p:cNvPr>
            <p:cNvSpPr/>
            <p:nvPr userDrawn="1"/>
          </p:nvSpPr>
          <p:spPr>
            <a:xfrm>
              <a:off x="0" y="3890433"/>
              <a:ext cx="1109133" cy="19177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26" name="CaixaDeTexto 25">
            <a:extLst>
              <a:ext uri="{FF2B5EF4-FFF2-40B4-BE49-F238E27FC236}">
                <a16:creationId xmlns:a16="http://schemas.microsoft.com/office/drawing/2014/main" id="{16B44119-9803-24E9-90A4-8A1074A61E1A}"/>
              </a:ext>
            </a:extLst>
          </p:cNvPr>
          <p:cNvSpPr txBox="1"/>
          <p:nvPr userDrawn="1"/>
        </p:nvSpPr>
        <p:spPr>
          <a:xfrm>
            <a:off x="13050982" y="194887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27" name="Google Shape;643;p43">
            <a:extLst>
              <a:ext uri="{FF2B5EF4-FFF2-40B4-BE49-F238E27FC236}">
                <a16:creationId xmlns:a16="http://schemas.microsoft.com/office/drawing/2014/main" id="{8EF1FE8D-015E-6CF1-89F4-AF59BE1DB097}"/>
              </a:ext>
            </a:extLst>
          </p:cNvPr>
          <p:cNvSpPr txBox="1">
            <a:spLocks/>
          </p:cNvSpPr>
          <p:nvPr userDrawn="1"/>
        </p:nvSpPr>
        <p:spPr>
          <a:xfrm>
            <a:off x="625132" y="2553290"/>
            <a:ext cx="6814747" cy="535430"/>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sz="3000">
                <a:solidFill>
                  <a:srgbClr val="FF161F"/>
                </a:solidFill>
              </a:rPr>
              <a:t>Orientações ao Professor</a:t>
            </a:r>
          </a:p>
        </p:txBody>
      </p:sp>
    </p:spTree>
    <p:extLst>
      <p:ext uri="{BB962C8B-B14F-4D97-AF65-F5344CB8AC3E}">
        <p14:creationId xmlns:p14="http://schemas.microsoft.com/office/powerpoint/2010/main" val="419141055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reserve="1" userDrawn="1">
  <p:cSld name="1_Construindo o conceito">
    <p:spTree>
      <p:nvGrpSpPr>
        <p:cNvPr id="1" name="Shape 16"/>
        <p:cNvGrpSpPr/>
        <p:nvPr/>
      </p:nvGrpSpPr>
      <p:grpSpPr>
        <a:xfrm>
          <a:off x="0" y="0"/>
          <a:ext cx="0" cy="0"/>
          <a:chOff x="0" y="0"/>
          <a:chExt cx="0" cy="0"/>
        </a:xfrm>
      </p:grpSpPr>
      <p:pic>
        <p:nvPicPr>
          <p:cNvPr id="41" name="Google Shape;203;p21">
            <a:extLst>
              <a:ext uri="{FF2B5EF4-FFF2-40B4-BE49-F238E27FC236}">
                <a16:creationId xmlns:a16="http://schemas.microsoft.com/office/drawing/2014/main" id="{9DDC5778-3EED-652F-B839-CCA84D3C4B2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rot="10800000">
            <a:off x="-7" y="-9602"/>
            <a:ext cx="3426937" cy="6895887"/>
          </a:xfrm>
          <a:prstGeom prst="rect">
            <a:avLst/>
          </a:prstGeom>
          <a:noFill/>
          <a:ln>
            <a:noFill/>
          </a:ln>
        </p:spPr>
      </p:pic>
      <p:sp>
        <p:nvSpPr>
          <p:cNvPr id="5" name="CaixaDeTexto 4">
            <a:extLst>
              <a:ext uri="{FF2B5EF4-FFF2-40B4-BE49-F238E27FC236}">
                <a16:creationId xmlns:a16="http://schemas.microsoft.com/office/drawing/2014/main" id="{94EF9377-0BC9-8D48-6EB4-411B8F209D6B}"/>
              </a:ext>
            </a:extLst>
          </p:cNvPr>
          <p:cNvSpPr txBox="1"/>
          <p:nvPr userDrawn="1"/>
        </p:nvSpPr>
        <p:spPr>
          <a:xfrm>
            <a:off x="-1469036" y="1009338"/>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6" name="Espaço Reservado para Texto 47">
            <a:extLst>
              <a:ext uri="{FF2B5EF4-FFF2-40B4-BE49-F238E27FC236}">
                <a16:creationId xmlns:a16="http://schemas.microsoft.com/office/drawing/2014/main" id="{755FA726-716F-3542-967C-F40E41D8925B}"/>
              </a:ext>
            </a:extLst>
          </p:cNvPr>
          <p:cNvSpPr>
            <a:spLocks noGrp="1"/>
          </p:cNvSpPr>
          <p:nvPr>
            <p:ph type="body" sz="quarter" idx="18"/>
          </p:nvPr>
        </p:nvSpPr>
        <p:spPr>
          <a:xfrm>
            <a:off x="6095993" y="2930526"/>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11" name="Espaço Reservado para Texto 43">
            <a:extLst>
              <a:ext uri="{FF2B5EF4-FFF2-40B4-BE49-F238E27FC236}">
                <a16:creationId xmlns:a16="http://schemas.microsoft.com/office/drawing/2014/main" id="{6DD254E5-84C4-DE1C-878B-C1F0C6EF462E}"/>
              </a:ext>
            </a:extLst>
          </p:cNvPr>
          <p:cNvSpPr>
            <a:spLocks noGrp="1"/>
          </p:cNvSpPr>
          <p:nvPr>
            <p:ph type="body" sz="quarter" idx="14"/>
          </p:nvPr>
        </p:nvSpPr>
        <p:spPr>
          <a:xfrm>
            <a:off x="6095995" y="328084"/>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cxnSp>
        <p:nvCxnSpPr>
          <p:cNvPr id="19" name="Google Shape;88;p34">
            <a:extLst>
              <a:ext uri="{FF2B5EF4-FFF2-40B4-BE49-F238E27FC236}">
                <a16:creationId xmlns:a16="http://schemas.microsoft.com/office/drawing/2014/main" id="{FE1D9FC3-6D9B-B93D-3FC4-EED1DE367639}"/>
              </a:ext>
            </a:extLst>
          </p:cNvPr>
          <p:cNvCxnSpPr/>
          <p:nvPr userDrawn="1"/>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31" name="Espaço Reservado para Imagem 19">
            <a:extLst>
              <a:ext uri="{FF2B5EF4-FFF2-40B4-BE49-F238E27FC236}">
                <a16:creationId xmlns:a16="http://schemas.microsoft.com/office/drawing/2014/main" id="{48C9A844-3232-91D6-F1BE-08A05DAF5A99}"/>
              </a:ext>
            </a:extLst>
          </p:cNvPr>
          <p:cNvSpPr>
            <a:spLocks noGrp="1"/>
          </p:cNvSpPr>
          <p:nvPr>
            <p:ph type="pic" sz="quarter" idx="4294967295"/>
          </p:nvPr>
        </p:nvSpPr>
        <p:spPr>
          <a:xfrm>
            <a:off x="2916086" y="2386130"/>
            <a:ext cx="2615142" cy="1630053"/>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a:latin typeface="Poppins Light" pitchFamily="2" charset="77"/>
              <a:cs typeface="Poppins Light" pitchFamily="2" charset="77"/>
            </a:endParaRPr>
          </a:p>
        </p:txBody>
      </p:sp>
      <p:sp>
        <p:nvSpPr>
          <p:cNvPr id="32" name="Espaço Reservado para Imagem 19">
            <a:extLst>
              <a:ext uri="{FF2B5EF4-FFF2-40B4-BE49-F238E27FC236}">
                <a16:creationId xmlns:a16="http://schemas.microsoft.com/office/drawing/2014/main" id="{52DA6ED4-41B5-4B53-F858-DAE25D5EF81D}"/>
              </a:ext>
            </a:extLst>
          </p:cNvPr>
          <p:cNvSpPr>
            <a:spLocks noGrp="1"/>
          </p:cNvSpPr>
          <p:nvPr>
            <p:ph type="pic" sz="quarter" idx="4294967295"/>
          </p:nvPr>
        </p:nvSpPr>
        <p:spPr>
          <a:xfrm>
            <a:off x="2916086" y="4507889"/>
            <a:ext cx="2615142" cy="1674500"/>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a:latin typeface="Poppins Light" pitchFamily="2" charset="77"/>
              <a:cs typeface="Poppins Light" pitchFamily="2" charset="77"/>
            </a:endParaRPr>
          </a:p>
        </p:txBody>
      </p:sp>
      <p:sp>
        <p:nvSpPr>
          <p:cNvPr id="33" name="Espaço Reservado para Texto 39">
            <a:extLst>
              <a:ext uri="{FF2B5EF4-FFF2-40B4-BE49-F238E27FC236}">
                <a16:creationId xmlns:a16="http://schemas.microsoft.com/office/drawing/2014/main" id="{2FE83759-B294-5EDA-9E23-31B986610B5E}"/>
              </a:ext>
            </a:extLst>
          </p:cNvPr>
          <p:cNvSpPr>
            <a:spLocks noGrp="1"/>
          </p:cNvSpPr>
          <p:nvPr>
            <p:ph type="body" sz="quarter" idx="11"/>
          </p:nvPr>
        </p:nvSpPr>
        <p:spPr>
          <a:xfrm>
            <a:off x="2909636" y="1999635"/>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34" name="Espaço Reservado para Texto 39">
            <a:extLst>
              <a:ext uri="{FF2B5EF4-FFF2-40B4-BE49-F238E27FC236}">
                <a16:creationId xmlns:a16="http://schemas.microsoft.com/office/drawing/2014/main" id="{5D113CEF-E91F-7BB5-0DA4-3F865EFA8039}"/>
              </a:ext>
            </a:extLst>
          </p:cNvPr>
          <p:cNvSpPr>
            <a:spLocks noGrp="1"/>
          </p:cNvSpPr>
          <p:nvPr>
            <p:ph type="body" sz="quarter" idx="12"/>
          </p:nvPr>
        </p:nvSpPr>
        <p:spPr>
          <a:xfrm>
            <a:off x="2909636" y="4093478"/>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35" name="Espaço Reservado para Texto 39">
            <a:extLst>
              <a:ext uri="{FF2B5EF4-FFF2-40B4-BE49-F238E27FC236}">
                <a16:creationId xmlns:a16="http://schemas.microsoft.com/office/drawing/2014/main" id="{81D97A29-A43A-170D-D98B-E1396C280A21}"/>
              </a:ext>
            </a:extLst>
          </p:cNvPr>
          <p:cNvSpPr>
            <a:spLocks noGrp="1"/>
          </p:cNvSpPr>
          <p:nvPr>
            <p:ph type="body" sz="quarter" idx="13"/>
          </p:nvPr>
        </p:nvSpPr>
        <p:spPr>
          <a:xfrm>
            <a:off x="2909636" y="6265047"/>
            <a:ext cx="2628705" cy="199867"/>
          </a:xfrm>
          <a:prstGeom prst="rect">
            <a:avLst/>
          </a:prstGeom>
        </p:spPr>
        <p:txBody>
          <a:bodyPr/>
          <a:lstStyle>
            <a:lvl1pPr algn="r">
              <a:defRPr sz="800" b="0" i="0">
                <a:latin typeface="Poppins" pitchFamily="2" charset="77"/>
                <a:cs typeface="Poppins" pitchFamily="2" charset="77"/>
              </a:defRPr>
            </a:lvl1pPr>
            <a:lvl2pPr>
              <a:defRPr sz="800" b="0" i="0">
                <a:latin typeface="Poppins" pitchFamily="2" charset="77"/>
                <a:cs typeface="Poppins" pitchFamily="2" charset="77"/>
              </a:defRPr>
            </a:lvl2pPr>
            <a:lvl3pPr>
              <a:defRPr sz="800" b="0" i="0">
                <a:latin typeface="Poppins" pitchFamily="2" charset="77"/>
                <a:cs typeface="Poppins" pitchFamily="2" charset="77"/>
              </a:defRPr>
            </a:lvl3pPr>
            <a:lvl4pPr>
              <a:defRPr sz="800" b="0" i="0">
                <a:latin typeface="Poppins" pitchFamily="2" charset="77"/>
                <a:cs typeface="Poppins" pitchFamily="2" charset="77"/>
              </a:defRPr>
            </a:lvl4pPr>
            <a:lvl5pPr>
              <a:defRPr sz="800" b="0" i="0">
                <a:latin typeface="Poppins" pitchFamily="2" charset="77"/>
                <a:cs typeface="Poppins" pitchFamily="2" charset="77"/>
              </a:defRPr>
            </a:lvl5pPr>
          </a:lstStyle>
          <a:p>
            <a:pPr lvl="0"/>
            <a:endParaRPr lang="pt-BR"/>
          </a:p>
        </p:txBody>
      </p:sp>
      <p:sp>
        <p:nvSpPr>
          <p:cNvPr id="36" name="Espaço Reservado para Texto 43">
            <a:extLst>
              <a:ext uri="{FF2B5EF4-FFF2-40B4-BE49-F238E27FC236}">
                <a16:creationId xmlns:a16="http://schemas.microsoft.com/office/drawing/2014/main" id="{5D05F607-E546-6AD2-FF93-2136D2F7DD0D}"/>
              </a:ext>
            </a:extLst>
          </p:cNvPr>
          <p:cNvSpPr>
            <a:spLocks noGrp="1"/>
          </p:cNvSpPr>
          <p:nvPr>
            <p:ph type="body" sz="quarter" idx="15"/>
          </p:nvPr>
        </p:nvSpPr>
        <p:spPr>
          <a:xfrm>
            <a:off x="6095995" y="2453217"/>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sp>
        <p:nvSpPr>
          <p:cNvPr id="37" name="Espaço Reservado para Texto 43">
            <a:extLst>
              <a:ext uri="{FF2B5EF4-FFF2-40B4-BE49-F238E27FC236}">
                <a16:creationId xmlns:a16="http://schemas.microsoft.com/office/drawing/2014/main" id="{BA3CB418-19BF-ECFB-4717-B021F57B437F}"/>
              </a:ext>
            </a:extLst>
          </p:cNvPr>
          <p:cNvSpPr>
            <a:spLocks noGrp="1"/>
          </p:cNvSpPr>
          <p:nvPr>
            <p:ph type="body" sz="quarter" idx="16"/>
          </p:nvPr>
        </p:nvSpPr>
        <p:spPr>
          <a:xfrm>
            <a:off x="6095995" y="4586817"/>
            <a:ext cx="5714598" cy="345436"/>
          </a:xfrm>
          <a:prstGeom prst="rect">
            <a:avLst/>
          </a:prstGeom>
        </p:spPr>
        <p:txBody>
          <a:bodyPr/>
          <a:lstStyle>
            <a:lvl1pPr>
              <a:defRPr sz="1600" b="1" i="0">
                <a:latin typeface="Poppins" pitchFamily="2" charset="77"/>
                <a:cs typeface="Poppins" pitchFamily="2" charset="77"/>
              </a:defRPr>
            </a:lvl1pPr>
          </a:lstStyle>
          <a:p>
            <a:pPr lvl="0"/>
            <a:endParaRPr lang="pt-BR"/>
          </a:p>
        </p:txBody>
      </p:sp>
      <p:sp>
        <p:nvSpPr>
          <p:cNvPr id="38" name="Espaço Reservado para Texto 47">
            <a:extLst>
              <a:ext uri="{FF2B5EF4-FFF2-40B4-BE49-F238E27FC236}">
                <a16:creationId xmlns:a16="http://schemas.microsoft.com/office/drawing/2014/main" id="{9C3691FD-77E0-0118-DDDB-AB5B29DDEDAC}"/>
              </a:ext>
            </a:extLst>
          </p:cNvPr>
          <p:cNvSpPr>
            <a:spLocks noGrp="1"/>
          </p:cNvSpPr>
          <p:nvPr>
            <p:ph type="body" sz="quarter" idx="17"/>
          </p:nvPr>
        </p:nvSpPr>
        <p:spPr>
          <a:xfrm>
            <a:off x="6095993" y="813859"/>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39" name="Espaço Reservado para Texto 47">
            <a:extLst>
              <a:ext uri="{FF2B5EF4-FFF2-40B4-BE49-F238E27FC236}">
                <a16:creationId xmlns:a16="http://schemas.microsoft.com/office/drawing/2014/main" id="{BE35D090-5B46-6B7E-65CC-038E7D55EC60}"/>
              </a:ext>
            </a:extLst>
          </p:cNvPr>
          <p:cNvSpPr>
            <a:spLocks noGrp="1"/>
          </p:cNvSpPr>
          <p:nvPr>
            <p:ph type="body" sz="quarter" idx="19"/>
          </p:nvPr>
        </p:nvSpPr>
        <p:spPr>
          <a:xfrm>
            <a:off x="6095993" y="5072592"/>
            <a:ext cx="5714599" cy="1385358"/>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40" name="Espaço Reservado para Imagem 19">
            <a:extLst>
              <a:ext uri="{FF2B5EF4-FFF2-40B4-BE49-F238E27FC236}">
                <a16:creationId xmlns:a16="http://schemas.microsoft.com/office/drawing/2014/main" id="{319C1E82-707A-75C5-9E1C-C580DB68724F}"/>
              </a:ext>
            </a:extLst>
          </p:cNvPr>
          <p:cNvSpPr>
            <a:spLocks noGrp="1"/>
          </p:cNvSpPr>
          <p:nvPr>
            <p:ph type="pic" sz="quarter" idx="4294967295"/>
          </p:nvPr>
        </p:nvSpPr>
        <p:spPr>
          <a:xfrm>
            <a:off x="2916086" y="300154"/>
            <a:ext cx="2615142" cy="1630053"/>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800">
              <a:latin typeface="Poppins Light" pitchFamily="2" charset="77"/>
              <a:cs typeface="Poppins Light" pitchFamily="2" charset="77"/>
            </a:endParaRPr>
          </a:p>
        </p:txBody>
      </p:sp>
      <p:sp>
        <p:nvSpPr>
          <p:cNvPr id="2" name="Retângulo: Cantos Arredondados 1">
            <a:extLst>
              <a:ext uri="{FF2B5EF4-FFF2-40B4-BE49-F238E27FC236}">
                <a16:creationId xmlns:a16="http://schemas.microsoft.com/office/drawing/2014/main" id="{F57D3E9E-4955-FE3E-2B01-26D11E1741DB}"/>
              </a:ext>
            </a:extLst>
          </p:cNvPr>
          <p:cNvSpPr/>
          <p:nvPr userDrawn="1"/>
        </p:nvSpPr>
        <p:spPr>
          <a:xfrm>
            <a:off x="229449" y="3216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Google Shape;101;p34">
            <a:extLst>
              <a:ext uri="{FF2B5EF4-FFF2-40B4-BE49-F238E27FC236}">
                <a16:creationId xmlns:a16="http://schemas.microsoft.com/office/drawing/2014/main" id="{5E17D20E-79B0-7966-E15C-12DEF5BF93A2}"/>
              </a:ext>
            </a:extLst>
          </p:cNvPr>
          <p:cNvSpPr txBox="1"/>
          <p:nvPr userDrawn="1"/>
        </p:nvSpPr>
        <p:spPr>
          <a:xfrm>
            <a:off x="495695" y="757428"/>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98271828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1. Conteudo" preserve="1" userDrawn="1">
  <p:cSld name="2_1. Conteudo">
    <p:spTree>
      <p:nvGrpSpPr>
        <p:cNvPr id="1" name="Shape 21"/>
        <p:cNvGrpSpPr/>
        <p:nvPr/>
      </p:nvGrpSpPr>
      <p:grpSpPr>
        <a:xfrm>
          <a:off x="0" y="0"/>
          <a:ext cx="0" cy="0"/>
          <a:chOff x="0" y="0"/>
          <a:chExt cx="0" cy="0"/>
        </a:xfrm>
      </p:grpSpPr>
      <p:pic>
        <p:nvPicPr>
          <p:cNvPr id="18" name="Google Shape;22;p4">
            <a:extLst>
              <a:ext uri="{FF2B5EF4-FFF2-40B4-BE49-F238E27FC236}">
                <a16:creationId xmlns:a16="http://schemas.microsoft.com/office/drawing/2014/main" id="{0441BF1F-C7EE-076D-0E64-5ADFC9612C2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2192000" cy="568301"/>
          </a:xfrm>
          <a:prstGeom prst="rect">
            <a:avLst/>
          </a:prstGeom>
          <a:noFill/>
          <a:ln>
            <a:noFill/>
          </a:ln>
        </p:spPr>
      </p:pic>
      <p:pic>
        <p:nvPicPr>
          <p:cNvPr id="19" name="Google Shape;23;p4">
            <a:extLst>
              <a:ext uri="{FF2B5EF4-FFF2-40B4-BE49-F238E27FC236}">
                <a16:creationId xmlns:a16="http://schemas.microsoft.com/office/drawing/2014/main" id="{9951514B-0229-7045-2962-7AE28BD6721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6262650"/>
            <a:ext cx="12192000" cy="595350"/>
          </a:xfrm>
          <a:prstGeom prst="rect">
            <a:avLst/>
          </a:prstGeom>
          <a:noFill/>
          <a:ln>
            <a:noFill/>
          </a:ln>
        </p:spPr>
      </p:pic>
      <p:cxnSp>
        <p:nvCxnSpPr>
          <p:cNvPr id="16" name="Conector reto 136">
            <a:extLst>
              <a:ext uri="{FF2B5EF4-FFF2-40B4-BE49-F238E27FC236}">
                <a16:creationId xmlns:a16="http://schemas.microsoft.com/office/drawing/2014/main" id="{28ED8E59-867A-4118-491D-688DDC058D38}"/>
              </a:ext>
            </a:extLst>
          </p:cNvPr>
          <p:cNvCxnSpPr/>
          <p:nvPr userDrawn="1"/>
        </p:nvCxnSpPr>
        <p:spPr>
          <a:xfrm>
            <a:off x="6090044" y="840916"/>
            <a:ext cx="0" cy="5101049"/>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Google Shape;30;p31">
            <a:extLst>
              <a:ext uri="{FF2B5EF4-FFF2-40B4-BE49-F238E27FC236}">
                <a16:creationId xmlns:a16="http://schemas.microsoft.com/office/drawing/2014/main" id="{FB7070B6-E757-A6E0-8016-A32842AE691E}"/>
              </a:ext>
            </a:extLst>
          </p:cNvPr>
          <p:cNvSpPr txBox="1"/>
          <p:nvPr userDrawn="1"/>
        </p:nvSpPr>
        <p:spPr>
          <a:xfrm>
            <a:off x="1467545" y="885957"/>
            <a:ext cx="4045354"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a:solidFill>
                  <a:srgbClr val="000000"/>
                </a:solidFill>
                <a:latin typeface="Poppins"/>
                <a:ea typeface="Poppins"/>
                <a:cs typeface="Poppins"/>
                <a:sym typeface="Poppins"/>
              </a:rPr>
              <a:t>Objetivos da aula</a:t>
            </a:r>
            <a:endParaRPr sz="2000" b="1" i="0" u="none" strike="noStrike" cap="none">
              <a:solidFill>
                <a:srgbClr val="000000"/>
              </a:solidFill>
              <a:latin typeface="Poppins"/>
              <a:ea typeface="Poppins"/>
              <a:cs typeface="Poppins"/>
              <a:sym typeface="Poppins"/>
            </a:endParaRPr>
          </a:p>
        </p:txBody>
      </p:sp>
      <p:sp>
        <p:nvSpPr>
          <p:cNvPr id="51" name="Google Shape;29;p31">
            <a:extLst>
              <a:ext uri="{FF2B5EF4-FFF2-40B4-BE49-F238E27FC236}">
                <a16:creationId xmlns:a16="http://schemas.microsoft.com/office/drawing/2014/main" id="{741C94F6-1F01-E259-385F-4E743D12E89E}"/>
              </a:ext>
            </a:extLst>
          </p:cNvPr>
          <p:cNvSpPr txBox="1"/>
          <p:nvPr userDrawn="1"/>
        </p:nvSpPr>
        <p:spPr>
          <a:xfrm>
            <a:off x="7467011" y="885654"/>
            <a:ext cx="4301563"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a:solidFill>
                  <a:srgbClr val="000000"/>
                </a:solidFill>
                <a:latin typeface="Poppins"/>
                <a:ea typeface="Poppins"/>
                <a:cs typeface="Poppins"/>
                <a:sym typeface="Poppins"/>
              </a:rPr>
              <a:t>Habilidades técnicas</a:t>
            </a:r>
            <a:endParaRPr lang="pt-BR" sz="2000" b="0" i="0" u="none" strike="noStrike" cap="none">
              <a:solidFill>
                <a:srgbClr val="000000"/>
              </a:solidFill>
              <a:latin typeface="Poppins"/>
              <a:ea typeface="Poppins"/>
              <a:cs typeface="Poppins"/>
              <a:sym typeface="Poppins"/>
            </a:endParaRPr>
          </a:p>
        </p:txBody>
      </p:sp>
      <p:sp>
        <p:nvSpPr>
          <p:cNvPr id="52" name="Google Shape;27;p31">
            <a:extLst>
              <a:ext uri="{FF2B5EF4-FFF2-40B4-BE49-F238E27FC236}">
                <a16:creationId xmlns:a16="http://schemas.microsoft.com/office/drawing/2014/main" id="{D3A1B340-B3C1-6E5A-098C-780E2B17C68B}"/>
              </a:ext>
            </a:extLst>
          </p:cNvPr>
          <p:cNvSpPr txBox="1"/>
          <p:nvPr userDrawn="1"/>
        </p:nvSpPr>
        <p:spPr>
          <a:xfrm>
            <a:off x="1433188" y="2910758"/>
            <a:ext cx="3369028"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a:solidFill>
                  <a:srgbClr val="000000"/>
                </a:solidFill>
                <a:latin typeface="Poppins"/>
                <a:ea typeface="Poppins"/>
                <a:cs typeface="Poppins"/>
                <a:sym typeface="Poppins"/>
              </a:rPr>
              <a:t>Recursos didáticos</a:t>
            </a:r>
            <a:endParaRPr sz="2000" b="0" i="0" u="none" strike="noStrike" cap="none">
              <a:solidFill>
                <a:srgbClr val="000000"/>
              </a:solidFill>
              <a:latin typeface="Poppins"/>
              <a:ea typeface="Poppins"/>
              <a:cs typeface="Poppins"/>
              <a:sym typeface="Poppins"/>
            </a:endParaRPr>
          </a:p>
        </p:txBody>
      </p:sp>
      <p:sp>
        <p:nvSpPr>
          <p:cNvPr id="53" name="Google Shape;28;p31">
            <a:extLst>
              <a:ext uri="{FF2B5EF4-FFF2-40B4-BE49-F238E27FC236}">
                <a16:creationId xmlns:a16="http://schemas.microsoft.com/office/drawing/2014/main" id="{5B559A0E-AD04-115A-BF39-7DBA374B9335}"/>
              </a:ext>
            </a:extLst>
          </p:cNvPr>
          <p:cNvSpPr txBox="1"/>
          <p:nvPr userDrawn="1"/>
        </p:nvSpPr>
        <p:spPr>
          <a:xfrm>
            <a:off x="1445466" y="4649652"/>
            <a:ext cx="3267249"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a:solidFill>
                  <a:srgbClr val="000000"/>
                </a:solidFill>
                <a:latin typeface="Poppins"/>
                <a:ea typeface="Poppins"/>
                <a:cs typeface="Poppins"/>
                <a:sym typeface="Poppins"/>
              </a:rPr>
              <a:t>Duração da aula</a:t>
            </a:r>
            <a:endParaRPr sz="2000" b="0" i="0" u="none" strike="noStrike" cap="none">
              <a:solidFill>
                <a:srgbClr val="000000"/>
              </a:solidFill>
              <a:latin typeface="Poppins"/>
              <a:ea typeface="Poppins"/>
              <a:cs typeface="Poppins"/>
              <a:sym typeface="Poppins"/>
            </a:endParaRPr>
          </a:p>
        </p:txBody>
      </p:sp>
      <p:sp>
        <p:nvSpPr>
          <p:cNvPr id="54" name="Google Shape;29;p31">
            <a:extLst>
              <a:ext uri="{FF2B5EF4-FFF2-40B4-BE49-F238E27FC236}">
                <a16:creationId xmlns:a16="http://schemas.microsoft.com/office/drawing/2014/main" id="{EE47DDFB-5B6D-7333-B980-89821CD5C453}"/>
              </a:ext>
            </a:extLst>
          </p:cNvPr>
          <p:cNvSpPr txBox="1"/>
          <p:nvPr userDrawn="1"/>
        </p:nvSpPr>
        <p:spPr>
          <a:xfrm>
            <a:off x="7467011" y="3115942"/>
            <a:ext cx="4381080" cy="446276"/>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a:solidFill>
                  <a:srgbClr val="000000"/>
                </a:solidFill>
                <a:latin typeface="Poppins"/>
                <a:ea typeface="Poppins"/>
                <a:cs typeface="Poppins"/>
                <a:sym typeface="Poppins"/>
              </a:rPr>
              <a:t>Habilidades socioemocionais</a:t>
            </a:r>
            <a:endParaRPr lang="pt-BR" sz="2000" b="0" i="0" u="none" strike="noStrike" cap="none">
              <a:solidFill>
                <a:srgbClr val="000000"/>
              </a:solidFill>
              <a:latin typeface="Poppins"/>
              <a:ea typeface="Poppins"/>
              <a:cs typeface="Poppins"/>
              <a:sym typeface="Poppins"/>
            </a:endParaRPr>
          </a:p>
        </p:txBody>
      </p:sp>
      <p:sp>
        <p:nvSpPr>
          <p:cNvPr id="55" name="CaixaDeTexto 54">
            <a:extLst>
              <a:ext uri="{FF2B5EF4-FFF2-40B4-BE49-F238E27FC236}">
                <a16:creationId xmlns:a16="http://schemas.microsoft.com/office/drawing/2014/main" id="{40945717-DA64-748C-A1D1-9DD06F304E75}"/>
              </a:ext>
            </a:extLst>
          </p:cNvPr>
          <p:cNvSpPr txBox="1"/>
          <p:nvPr userDrawn="1"/>
        </p:nvSpPr>
        <p:spPr>
          <a:xfrm>
            <a:off x="4717774" y="224403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56" name="Google Shape;359;p5">
            <a:extLst>
              <a:ext uri="{FF2B5EF4-FFF2-40B4-BE49-F238E27FC236}">
                <a16:creationId xmlns:a16="http://schemas.microsoft.com/office/drawing/2014/main" id="{0B37A977-D54F-7CA4-065E-4F5646195719}"/>
              </a:ext>
            </a:extLst>
          </p:cNvPr>
          <p:cNvSpPr txBox="1"/>
          <p:nvPr userDrawn="1"/>
        </p:nvSpPr>
        <p:spPr>
          <a:xfrm>
            <a:off x="1395562" y="5079496"/>
            <a:ext cx="1723806" cy="292361"/>
          </a:xfrm>
          <a:prstGeom prst="rect">
            <a:avLst/>
          </a:prstGeom>
          <a:solidFill>
            <a:schemeClr val="lt1"/>
          </a:solid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a:solidFill>
                  <a:srgbClr val="000000"/>
                </a:solidFill>
                <a:latin typeface="Poppins" panose="00000500000000000000" pitchFamily="2" charset="0"/>
                <a:ea typeface="Arial"/>
                <a:cs typeface="Poppins" panose="00000500000000000000" pitchFamily="2" charset="0"/>
                <a:sym typeface="Arial"/>
              </a:rPr>
              <a:t>50 minutos.</a:t>
            </a:r>
          </a:p>
        </p:txBody>
      </p:sp>
      <p:sp>
        <p:nvSpPr>
          <p:cNvPr id="57" name="Espaço Reservado para Texto 7">
            <a:extLst>
              <a:ext uri="{FF2B5EF4-FFF2-40B4-BE49-F238E27FC236}">
                <a16:creationId xmlns:a16="http://schemas.microsoft.com/office/drawing/2014/main" id="{9D3B3D7B-3AB2-D2E0-42C8-BEE1A273FFA1}"/>
              </a:ext>
            </a:extLst>
          </p:cNvPr>
          <p:cNvSpPr>
            <a:spLocks noGrp="1"/>
          </p:cNvSpPr>
          <p:nvPr>
            <p:ph type="body" sz="quarter" idx="10"/>
          </p:nvPr>
        </p:nvSpPr>
        <p:spPr>
          <a:xfrm>
            <a:off x="1467909" y="1390650"/>
            <a:ext cx="4044985" cy="1397696"/>
          </a:xfrm>
          <a:prstGeom prst="rect">
            <a:avLst/>
          </a:prstGeom>
        </p:spPr>
        <p:txBody>
          <a:bodyPr/>
          <a:lstStyle>
            <a:lvl1pPr marL="228611" indent="-228611">
              <a:buClr>
                <a:schemeClr val="tx1"/>
              </a:buClr>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58" name="Espaço Reservado para Texto 7">
            <a:extLst>
              <a:ext uri="{FF2B5EF4-FFF2-40B4-BE49-F238E27FC236}">
                <a16:creationId xmlns:a16="http://schemas.microsoft.com/office/drawing/2014/main" id="{2B4474D7-F7C1-8A04-F7F3-06AE90E020C9}"/>
              </a:ext>
            </a:extLst>
          </p:cNvPr>
          <p:cNvSpPr>
            <a:spLocks noGrp="1"/>
          </p:cNvSpPr>
          <p:nvPr>
            <p:ph type="body" sz="quarter" idx="11"/>
          </p:nvPr>
        </p:nvSpPr>
        <p:spPr>
          <a:xfrm>
            <a:off x="7467375" y="1355465"/>
            <a:ext cx="4044985" cy="1555292"/>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59" name="Espaço Reservado para Texto 7">
            <a:extLst>
              <a:ext uri="{FF2B5EF4-FFF2-40B4-BE49-F238E27FC236}">
                <a16:creationId xmlns:a16="http://schemas.microsoft.com/office/drawing/2014/main" id="{750A0485-F79D-BB58-9F3F-FA9A8926590E}"/>
              </a:ext>
            </a:extLst>
          </p:cNvPr>
          <p:cNvSpPr>
            <a:spLocks noGrp="1"/>
          </p:cNvSpPr>
          <p:nvPr>
            <p:ph type="body" sz="quarter" idx="12"/>
          </p:nvPr>
        </p:nvSpPr>
        <p:spPr>
          <a:xfrm>
            <a:off x="7467375" y="3649330"/>
            <a:ext cx="4044985" cy="1590171"/>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60" name="Espaço Reservado para Texto 7">
            <a:extLst>
              <a:ext uri="{FF2B5EF4-FFF2-40B4-BE49-F238E27FC236}">
                <a16:creationId xmlns:a16="http://schemas.microsoft.com/office/drawing/2014/main" id="{E690A38C-21A5-1DD3-8FD9-05A05F954A38}"/>
              </a:ext>
            </a:extLst>
          </p:cNvPr>
          <p:cNvSpPr>
            <a:spLocks noGrp="1"/>
          </p:cNvSpPr>
          <p:nvPr>
            <p:ph type="body" sz="quarter" idx="13"/>
          </p:nvPr>
        </p:nvSpPr>
        <p:spPr>
          <a:xfrm>
            <a:off x="1443515" y="3489566"/>
            <a:ext cx="4044985" cy="1045573"/>
          </a:xfrm>
          <a:prstGeom prst="rect">
            <a:avLst/>
          </a:prstGeom>
        </p:spPr>
        <p:txBody>
          <a:bodyPr/>
          <a:lstStyle>
            <a:lvl1pPr marL="228611" indent="-228611">
              <a:buFont typeface="Arial" panose="020B0604020202020204" pitchFamily="34" charset="0"/>
              <a:buChar char="•"/>
              <a:defRPr sz="1500">
                <a:latin typeface="Poppins" pitchFamily="2" charset="77"/>
                <a:cs typeface="Poppins" pitchFamily="2" charset="77"/>
              </a:defRPr>
            </a:lvl1pPr>
          </a:lstStyle>
          <a:p>
            <a:pPr lvl="0"/>
            <a:endParaRPr lang="pt-BR"/>
          </a:p>
        </p:txBody>
      </p:sp>
      <p:sp>
        <p:nvSpPr>
          <p:cNvPr id="61" name="Google Shape;26;p31">
            <a:extLst>
              <a:ext uri="{FF2B5EF4-FFF2-40B4-BE49-F238E27FC236}">
                <a16:creationId xmlns:a16="http://schemas.microsoft.com/office/drawing/2014/main" id="{94671E74-5053-0B75-2554-2EC14FBC543F}"/>
              </a:ext>
            </a:extLst>
          </p:cNvPr>
          <p:cNvSpPr/>
          <p:nvPr userDrawn="1"/>
        </p:nvSpPr>
        <p:spPr>
          <a:xfrm>
            <a:off x="538284" y="960081"/>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chemeClr val="lt1"/>
              </a:solidFill>
              <a:latin typeface="Calibri"/>
              <a:ea typeface="Calibri"/>
              <a:cs typeface="Calibri"/>
              <a:sym typeface="Calibri"/>
            </a:endParaRPr>
          </a:p>
        </p:txBody>
      </p:sp>
      <p:sp>
        <p:nvSpPr>
          <p:cNvPr id="69" name="Google Shape;42;p31">
            <a:extLst>
              <a:ext uri="{FF2B5EF4-FFF2-40B4-BE49-F238E27FC236}">
                <a16:creationId xmlns:a16="http://schemas.microsoft.com/office/drawing/2014/main" id="{9872EE60-7A4F-1BA5-6C65-F74323570E69}"/>
              </a:ext>
            </a:extLst>
          </p:cNvPr>
          <p:cNvSpPr/>
          <p:nvPr userDrawn="1"/>
        </p:nvSpPr>
        <p:spPr>
          <a:xfrm>
            <a:off x="514540" y="2965834"/>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chemeClr val="lt1"/>
              </a:solidFill>
              <a:latin typeface="Calibri"/>
              <a:ea typeface="Calibri"/>
              <a:cs typeface="Calibri"/>
              <a:sym typeface="Calibri"/>
            </a:endParaRPr>
          </a:p>
        </p:txBody>
      </p:sp>
      <p:grpSp>
        <p:nvGrpSpPr>
          <p:cNvPr id="70" name="Google Shape;44;p31">
            <a:extLst>
              <a:ext uri="{FF2B5EF4-FFF2-40B4-BE49-F238E27FC236}">
                <a16:creationId xmlns:a16="http://schemas.microsoft.com/office/drawing/2014/main" id="{E7AF0D48-4EAB-4341-56B9-E5180E18D687}"/>
              </a:ext>
            </a:extLst>
          </p:cNvPr>
          <p:cNvGrpSpPr/>
          <p:nvPr userDrawn="1"/>
        </p:nvGrpSpPr>
        <p:grpSpPr>
          <a:xfrm>
            <a:off x="632680" y="3096505"/>
            <a:ext cx="486839" cy="481169"/>
            <a:chOff x="8278989" y="8660410"/>
            <a:chExt cx="569755" cy="563121"/>
          </a:xfrm>
        </p:grpSpPr>
        <p:grpSp>
          <p:nvGrpSpPr>
            <p:cNvPr id="71" name="Google Shape;45;p31">
              <a:extLst>
                <a:ext uri="{FF2B5EF4-FFF2-40B4-BE49-F238E27FC236}">
                  <a16:creationId xmlns:a16="http://schemas.microsoft.com/office/drawing/2014/main" id="{25EE43B4-55D5-638C-B8E0-7683EE07DEFE}"/>
                </a:ext>
              </a:extLst>
            </p:cNvPr>
            <p:cNvGrpSpPr/>
            <p:nvPr/>
          </p:nvGrpSpPr>
          <p:grpSpPr>
            <a:xfrm>
              <a:off x="8278989" y="8852628"/>
              <a:ext cx="265651" cy="370903"/>
              <a:chOff x="8278989" y="8852628"/>
              <a:chExt cx="265651" cy="370903"/>
            </a:xfrm>
          </p:grpSpPr>
          <p:sp>
            <p:nvSpPr>
              <p:cNvPr id="75" name="Google Shape;46;p31">
                <a:extLst>
                  <a:ext uri="{FF2B5EF4-FFF2-40B4-BE49-F238E27FC236}">
                    <a16:creationId xmlns:a16="http://schemas.microsoft.com/office/drawing/2014/main" id="{D06AC268-D753-3703-84A7-70B8CEE1953D}"/>
                  </a:ext>
                </a:extLst>
              </p:cNvPr>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76" name="Google Shape;47;p31">
                <a:extLst>
                  <a:ext uri="{FF2B5EF4-FFF2-40B4-BE49-F238E27FC236}">
                    <a16:creationId xmlns:a16="http://schemas.microsoft.com/office/drawing/2014/main" id="{3CA9B3D1-6574-F459-2D19-20757E9DA548}"/>
                  </a:ext>
                </a:extLst>
              </p:cNvPr>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grpSp>
        <p:sp>
          <p:nvSpPr>
            <p:cNvPr id="72" name="Google Shape;48;p31">
              <a:extLst>
                <a:ext uri="{FF2B5EF4-FFF2-40B4-BE49-F238E27FC236}">
                  <a16:creationId xmlns:a16="http://schemas.microsoft.com/office/drawing/2014/main" id="{9C48133A-5E44-59D4-D07A-9F4DA1DB4FB6}"/>
                </a:ext>
              </a:extLst>
            </p:cNvPr>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73" name="Google Shape;49;p31">
              <a:extLst>
                <a:ext uri="{FF2B5EF4-FFF2-40B4-BE49-F238E27FC236}">
                  <a16:creationId xmlns:a16="http://schemas.microsoft.com/office/drawing/2014/main" id="{52692079-AC69-2A35-9041-6474957E1B76}"/>
                </a:ext>
              </a:extLst>
            </p:cNvPr>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74" name="Google Shape;50;p31">
              <a:extLst>
                <a:ext uri="{FF2B5EF4-FFF2-40B4-BE49-F238E27FC236}">
                  <a16:creationId xmlns:a16="http://schemas.microsoft.com/office/drawing/2014/main" id="{DF1F27D0-EFFF-7207-95F6-31380C6AD755}"/>
                </a:ext>
              </a:extLst>
            </p:cNvPr>
            <p:cNvSpPr/>
            <p:nvPr/>
          </p:nvSpPr>
          <p:spPr>
            <a:xfrm>
              <a:off x="8534039" y="8750044"/>
              <a:ext cx="314705" cy="225170"/>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grpSp>
      <p:sp>
        <p:nvSpPr>
          <p:cNvPr id="77" name="Google Shape;43;p31">
            <a:extLst>
              <a:ext uri="{FF2B5EF4-FFF2-40B4-BE49-F238E27FC236}">
                <a16:creationId xmlns:a16="http://schemas.microsoft.com/office/drawing/2014/main" id="{6105EC4C-2897-6550-3658-7F87FDA2E46D}"/>
              </a:ext>
            </a:extLst>
          </p:cNvPr>
          <p:cNvSpPr/>
          <p:nvPr userDrawn="1"/>
        </p:nvSpPr>
        <p:spPr>
          <a:xfrm>
            <a:off x="516205" y="4700100"/>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chemeClr val="lt1"/>
              </a:solidFill>
              <a:latin typeface="Calibri"/>
              <a:ea typeface="Calibri"/>
              <a:cs typeface="Calibri"/>
              <a:sym typeface="Calibri"/>
            </a:endParaRPr>
          </a:p>
        </p:txBody>
      </p:sp>
      <p:pic>
        <p:nvPicPr>
          <p:cNvPr id="78" name="Google Shape;51;p31">
            <a:extLst>
              <a:ext uri="{FF2B5EF4-FFF2-40B4-BE49-F238E27FC236}">
                <a16:creationId xmlns:a16="http://schemas.microsoft.com/office/drawing/2014/main" id="{73A799AF-B157-40EC-DCBE-B8FCFBE7F3C5}"/>
              </a:ext>
            </a:extLst>
          </p:cNvPr>
          <p:cNvPicPr preferRelativeResize="0"/>
          <p:nvPr userDrawn="1"/>
        </p:nvPicPr>
        <p:blipFill rotWithShape="1">
          <a:blip r:embed="rId4" cstate="hqprint">
            <a:alphaModFix/>
            <a:extLst>
              <a:ext uri="{28A0092B-C50C-407E-A947-70E740481C1C}">
                <a14:useLocalDpi xmlns:a14="http://schemas.microsoft.com/office/drawing/2010/main"/>
              </a:ext>
            </a:extLst>
          </a:blip>
          <a:srcRect/>
          <a:stretch/>
        </p:blipFill>
        <p:spPr>
          <a:xfrm>
            <a:off x="658917" y="4858582"/>
            <a:ext cx="380919" cy="380919"/>
          </a:xfrm>
          <a:prstGeom prst="rect">
            <a:avLst/>
          </a:prstGeom>
          <a:noFill/>
          <a:ln>
            <a:noFill/>
          </a:ln>
        </p:spPr>
      </p:pic>
      <p:sp>
        <p:nvSpPr>
          <p:cNvPr id="79" name="Google Shape;41;p31">
            <a:extLst>
              <a:ext uri="{FF2B5EF4-FFF2-40B4-BE49-F238E27FC236}">
                <a16:creationId xmlns:a16="http://schemas.microsoft.com/office/drawing/2014/main" id="{B3B56EED-70D4-931C-A420-FE71A037A5B3}"/>
              </a:ext>
            </a:extLst>
          </p:cNvPr>
          <p:cNvSpPr/>
          <p:nvPr userDrawn="1"/>
        </p:nvSpPr>
        <p:spPr>
          <a:xfrm>
            <a:off x="6537750" y="974816"/>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chemeClr val="lt1"/>
              </a:solidFill>
              <a:latin typeface="Calibri"/>
              <a:ea typeface="Calibri"/>
              <a:cs typeface="Calibri"/>
              <a:sym typeface="Calibri"/>
            </a:endParaRPr>
          </a:p>
        </p:txBody>
      </p:sp>
      <p:grpSp>
        <p:nvGrpSpPr>
          <p:cNvPr id="80" name="Google Shape;52;p31">
            <a:extLst>
              <a:ext uri="{FF2B5EF4-FFF2-40B4-BE49-F238E27FC236}">
                <a16:creationId xmlns:a16="http://schemas.microsoft.com/office/drawing/2014/main" id="{150405F6-AD92-3E93-A0F2-62123F63C231}"/>
              </a:ext>
            </a:extLst>
          </p:cNvPr>
          <p:cNvGrpSpPr/>
          <p:nvPr userDrawn="1"/>
        </p:nvGrpSpPr>
        <p:grpSpPr>
          <a:xfrm>
            <a:off x="6643328" y="1077215"/>
            <a:ext cx="472784" cy="435244"/>
            <a:chOff x="8560697" y="2808577"/>
            <a:chExt cx="496370" cy="456957"/>
          </a:xfrm>
        </p:grpSpPr>
        <p:sp>
          <p:nvSpPr>
            <p:cNvPr id="81" name="Google Shape;53;p31">
              <a:extLst>
                <a:ext uri="{FF2B5EF4-FFF2-40B4-BE49-F238E27FC236}">
                  <a16:creationId xmlns:a16="http://schemas.microsoft.com/office/drawing/2014/main" id="{E89D22AA-CDF5-F8EF-533A-455BBF7ED376}"/>
                </a:ext>
              </a:extLst>
            </p:cNvPr>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grpSp>
          <p:nvGrpSpPr>
            <p:cNvPr id="82" name="Google Shape;54;p31">
              <a:extLst>
                <a:ext uri="{FF2B5EF4-FFF2-40B4-BE49-F238E27FC236}">
                  <a16:creationId xmlns:a16="http://schemas.microsoft.com/office/drawing/2014/main" id="{34CAB52C-B8E8-A6A1-22C9-58CFDA6BF939}"/>
                </a:ext>
              </a:extLst>
            </p:cNvPr>
            <p:cNvGrpSpPr/>
            <p:nvPr/>
          </p:nvGrpSpPr>
          <p:grpSpPr>
            <a:xfrm>
              <a:off x="8560697" y="2875026"/>
              <a:ext cx="496370" cy="324059"/>
              <a:chOff x="8560697" y="2875026"/>
              <a:chExt cx="496370" cy="324059"/>
            </a:xfrm>
          </p:grpSpPr>
          <p:sp>
            <p:nvSpPr>
              <p:cNvPr id="83" name="Google Shape;55;p31">
                <a:extLst>
                  <a:ext uri="{FF2B5EF4-FFF2-40B4-BE49-F238E27FC236}">
                    <a16:creationId xmlns:a16="http://schemas.microsoft.com/office/drawing/2014/main" id="{0380A354-0C36-FBBD-5A99-BEB6A92922F2}"/>
                  </a:ext>
                </a:extLst>
              </p:cNvPr>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84" name="Google Shape;56;p31">
                <a:extLst>
                  <a:ext uri="{FF2B5EF4-FFF2-40B4-BE49-F238E27FC236}">
                    <a16:creationId xmlns:a16="http://schemas.microsoft.com/office/drawing/2014/main" id="{B3EF03DC-1D7C-1510-0CD0-0F69395B797F}"/>
                  </a:ext>
                </a:extLst>
              </p:cNvPr>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85" name="Google Shape;57;p31">
                <a:extLst>
                  <a:ext uri="{FF2B5EF4-FFF2-40B4-BE49-F238E27FC236}">
                    <a16:creationId xmlns:a16="http://schemas.microsoft.com/office/drawing/2014/main" id="{42F9CEE5-E68B-076C-BB6F-7A025F686840}"/>
                  </a:ext>
                </a:extLst>
              </p:cNvPr>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86" name="Google Shape;58;p31">
                <a:extLst>
                  <a:ext uri="{FF2B5EF4-FFF2-40B4-BE49-F238E27FC236}">
                    <a16:creationId xmlns:a16="http://schemas.microsoft.com/office/drawing/2014/main" id="{99B7DFE5-0CDE-9C9C-3FD3-49285C4CFB39}"/>
                  </a:ext>
                </a:extLst>
              </p:cNvPr>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87" name="Google Shape;59;p31">
                <a:extLst>
                  <a:ext uri="{FF2B5EF4-FFF2-40B4-BE49-F238E27FC236}">
                    <a16:creationId xmlns:a16="http://schemas.microsoft.com/office/drawing/2014/main" id="{0F963431-0407-0C32-190B-BA13628B3689}"/>
                  </a:ext>
                </a:extLst>
              </p:cNvPr>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88" name="Google Shape;60;p31">
                <a:extLst>
                  <a:ext uri="{FF2B5EF4-FFF2-40B4-BE49-F238E27FC236}">
                    <a16:creationId xmlns:a16="http://schemas.microsoft.com/office/drawing/2014/main" id="{F439FC39-5565-97D2-9A14-46058DB5EF62}"/>
                  </a:ext>
                </a:extLst>
              </p:cNvPr>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grpSp>
      </p:grpSp>
      <p:sp>
        <p:nvSpPr>
          <p:cNvPr id="89" name="Google Shape;41;p31">
            <a:extLst>
              <a:ext uri="{FF2B5EF4-FFF2-40B4-BE49-F238E27FC236}">
                <a16:creationId xmlns:a16="http://schemas.microsoft.com/office/drawing/2014/main" id="{4FB79224-C783-AB92-7785-7C018D12A249}"/>
              </a:ext>
            </a:extLst>
          </p:cNvPr>
          <p:cNvSpPr/>
          <p:nvPr userDrawn="1"/>
        </p:nvSpPr>
        <p:spPr>
          <a:xfrm>
            <a:off x="6537750" y="3144691"/>
            <a:ext cx="667589" cy="667589"/>
          </a:xfrm>
          <a:prstGeom prst="ellipse">
            <a:avLst/>
          </a:prstGeom>
          <a:solidFill>
            <a:srgbClr val="3E3593"/>
          </a:solidFill>
          <a:ln w="25400" cap="flat" cmpd="sng">
            <a:noFill/>
            <a:prstDash val="solid"/>
            <a:round/>
            <a:headEnd type="none" w="sm" len="sm"/>
            <a:tailEnd type="none" w="sm" len="sm"/>
          </a:ln>
        </p:spPr>
        <p:txBody>
          <a:bodyPr spcFirstLastPara="1" wrap="square" lIns="60950" tIns="30467" rIns="60950" bIns="30467"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a:solidFill>
                <a:schemeClr val="lt1"/>
              </a:solidFill>
              <a:latin typeface="Calibri"/>
              <a:ea typeface="Calibri"/>
              <a:cs typeface="Calibri"/>
              <a:sym typeface="Calibri"/>
            </a:endParaRPr>
          </a:p>
        </p:txBody>
      </p:sp>
      <p:sp>
        <p:nvSpPr>
          <p:cNvPr id="90" name="Google Shape;2215;p100">
            <a:extLst>
              <a:ext uri="{FF2B5EF4-FFF2-40B4-BE49-F238E27FC236}">
                <a16:creationId xmlns:a16="http://schemas.microsoft.com/office/drawing/2014/main" id="{0E0D728E-3A33-4EF4-5212-177932EB7D37}"/>
              </a:ext>
            </a:extLst>
          </p:cNvPr>
          <p:cNvSpPr/>
          <p:nvPr userDrawn="1"/>
        </p:nvSpPr>
        <p:spPr>
          <a:xfrm>
            <a:off x="6637986" y="3252609"/>
            <a:ext cx="458663" cy="45856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bg1"/>
          </a:solidFill>
          <a:ln>
            <a:noFill/>
          </a:ln>
        </p:spPr>
        <p:txBody>
          <a:bodyPr spcFirstLastPara="1" wrap="square" lIns="60950" tIns="30467" rIns="60950" bIns="30467"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8" name="CaixaDeTexto 7">
            <a:extLst>
              <a:ext uri="{FF2B5EF4-FFF2-40B4-BE49-F238E27FC236}">
                <a16:creationId xmlns:a16="http://schemas.microsoft.com/office/drawing/2014/main" id="{758C464C-51C2-DB3D-4C1D-F67CB5B688F7}"/>
              </a:ext>
            </a:extLst>
          </p:cNvPr>
          <p:cNvSpPr txBox="1"/>
          <p:nvPr userDrawn="1"/>
        </p:nvSpPr>
        <p:spPr>
          <a:xfrm>
            <a:off x="13188461" y="4724400"/>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grpSp>
        <p:nvGrpSpPr>
          <p:cNvPr id="7" name="Google Shape;34;p31">
            <a:extLst>
              <a:ext uri="{FF2B5EF4-FFF2-40B4-BE49-F238E27FC236}">
                <a16:creationId xmlns:a16="http://schemas.microsoft.com/office/drawing/2014/main" id="{C430FFE2-579C-F0FF-C290-CF4D2EB9FE97}"/>
              </a:ext>
            </a:extLst>
          </p:cNvPr>
          <p:cNvGrpSpPr/>
          <p:nvPr userDrawn="1"/>
        </p:nvGrpSpPr>
        <p:grpSpPr>
          <a:xfrm>
            <a:off x="664474" y="1066003"/>
            <a:ext cx="428502" cy="428501"/>
            <a:chOff x="9358184" y="2764785"/>
            <a:chExt cx="495514" cy="495513"/>
          </a:xfrm>
        </p:grpSpPr>
        <p:grpSp>
          <p:nvGrpSpPr>
            <p:cNvPr id="9" name="Google Shape;35;p31">
              <a:extLst>
                <a:ext uri="{FF2B5EF4-FFF2-40B4-BE49-F238E27FC236}">
                  <a16:creationId xmlns:a16="http://schemas.microsoft.com/office/drawing/2014/main" id="{75DCD9A7-81F9-4D17-9997-5B22594BE3C9}"/>
                </a:ext>
              </a:extLst>
            </p:cNvPr>
            <p:cNvGrpSpPr/>
            <p:nvPr/>
          </p:nvGrpSpPr>
          <p:grpSpPr>
            <a:xfrm>
              <a:off x="9358184" y="2802389"/>
              <a:ext cx="457909" cy="457909"/>
              <a:chOff x="9358184" y="2802389"/>
              <a:chExt cx="457909" cy="457909"/>
            </a:xfrm>
          </p:grpSpPr>
          <p:sp>
            <p:nvSpPr>
              <p:cNvPr id="14" name="Google Shape;36;p31">
                <a:extLst>
                  <a:ext uri="{FF2B5EF4-FFF2-40B4-BE49-F238E27FC236}">
                    <a16:creationId xmlns:a16="http://schemas.microsoft.com/office/drawing/2014/main" id="{90EABD33-493E-E54A-1A23-1BA99D60F8B0}"/>
                  </a:ext>
                </a:extLst>
              </p:cNvPr>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15" name="Google Shape;37;p31">
                <a:extLst>
                  <a:ext uri="{FF2B5EF4-FFF2-40B4-BE49-F238E27FC236}">
                    <a16:creationId xmlns:a16="http://schemas.microsoft.com/office/drawing/2014/main" id="{A8D933AC-72DA-D72F-77D3-A7207C548944}"/>
                  </a:ext>
                </a:extLst>
              </p:cNvPr>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17" name="Google Shape;38;p31">
                <a:extLst>
                  <a:ext uri="{FF2B5EF4-FFF2-40B4-BE49-F238E27FC236}">
                    <a16:creationId xmlns:a16="http://schemas.microsoft.com/office/drawing/2014/main" id="{4A4515EE-AAD5-6566-FB77-56CD51465C34}"/>
                  </a:ext>
                </a:extLst>
              </p:cNvPr>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grpSp>
        <p:sp>
          <p:nvSpPr>
            <p:cNvPr id="12" name="Google Shape;39;p31">
              <a:extLst>
                <a:ext uri="{FF2B5EF4-FFF2-40B4-BE49-F238E27FC236}">
                  <a16:creationId xmlns:a16="http://schemas.microsoft.com/office/drawing/2014/main" id="{C178D74F-1BD9-301F-4848-BDD92A8BD252}"/>
                </a:ext>
              </a:extLst>
            </p:cNvPr>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sp>
          <p:nvSpPr>
            <p:cNvPr id="13" name="Google Shape;40;p31">
              <a:extLst>
                <a:ext uri="{FF2B5EF4-FFF2-40B4-BE49-F238E27FC236}">
                  <a16:creationId xmlns:a16="http://schemas.microsoft.com/office/drawing/2014/main" id="{2FB8305B-313B-9DA6-397B-FD10C2E02AD9}"/>
                </a:ext>
              </a:extLst>
            </p:cNvPr>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333627844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 Conteudo" preserve="1" userDrawn="1">
  <p:cSld name="2_1. Conteudo">
    <p:spTree>
      <p:nvGrpSpPr>
        <p:cNvPr id="1" name="Shape 78"/>
        <p:cNvGrpSpPr/>
        <p:nvPr/>
      </p:nvGrpSpPr>
      <p:grpSpPr>
        <a:xfrm>
          <a:off x="0" y="0"/>
          <a:ext cx="0" cy="0"/>
          <a:chOff x="0" y="0"/>
          <a:chExt cx="0" cy="0"/>
        </a:xfrm>
      </p:grpSpPr>
      <p:sp>
        <p:nvSpPr>
          <p:cNvPr id="4" name="Espaço Reservado para Texto 7">
            <a:extLst>
              <a:ext uri="{FF2B5EF4-FFF2-40B4-BE49-F238E27FC236}">
                <a16:creationId xmlns:a16="http://schemas.microsoft.com/office/drawing/2014/main" id="{1010BB96-2C5C-93CB-0DE4-6ADDB142D01A}"/>
              </a:ext>
            </a:extLst>
          </p:cNvPr>
          <p:cNvSpPr>
            <a:spLocks noGrp="1"/>
          </p:cNvSpPr>
          <p:nvPr>
            <p:ph type="body" sz="quarter" idx="11"/>
          </p:nvPr>
        </p:nvSpPr>
        <p:spPr>
          <a:xfrm>
            <a:off x="3751838" y="21702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11" name="Espaço Reservado para Texto 7">
            <a:extLst>
              <a:ext uri="{FF2B5EF4-FFF2-40B4-BE49-F238E27FC236}">
                <a16:creationId xmlns:a16="http://schemas.microsoft.com/office/drawing/2014/main" id="{9550BDCE-8C17-2808-26AD-19DADB9A406A}"/>
              </a:ext>
            </a:extLst>
          </p:cNvPr>
          <p:cNvSpPr>
            <a:spLocks noGrp="1"/>
          </p:cNvSpPr>
          <p:nvPr>
            <p:ph type="body" sz="quarter" idx="12"/>
          </p:nvPr>
        </p:nvSpPr>
        <p:spPr>
          <a:xfrm>
            <a:off x="3751838" y="31227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16" name="Espaço Reservado para Texto 7">
            <a:extLst>
              <a:ext uri="{FF2B5EF4-FFF2-40B4-BE49-F238E27FC236}">
                <a16:creationId xmlns:a16="http://schemas.microsoft.com/office/drawing/2014/main" id="{24714A58-2E0F-BD3B-F270-0F26F9E6CD6C}"/>
              </a:ext>
            </a:extLst>
          </p:cNvPr>
          <p:cNvSpPr>
            <a:spLocks noGrp="1"/>
          </p:cNvSpPr>
          <p:nvPr>
            <p:ph type="body" sz="quarter" idx="13"/>
          </p:nvPr>
        </p:nvSpPr>
        <p:spPr>
          <a:xfrm>
            <a:off x="3751838" y="40498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20" name="Espaço Reservado para Texto 7">
            <a:extLst>
              <a:ext uri="{FF2B5EF4-FFF2-40B4-BE49-F238E27FC236}">
                <a16:creationId xmlns:a16="http://schemas.microsoft.com/office/drawing/2014/main" id="{5E0069F1-0137-2FAA-27B5-5B98A6D199E5}"/>
              </a:ext>
            </a:extLst>
          </p:cNvPr>
          <p:cNvSpPr>
            <a:spLocks noGrp="1"/>
          </p:cNvSpPr>
          <p:nvPr>
            <p:ph type="body" sz="quarter" idx="14"/>
          </p:nvPr>
        </p:nvSpPr>
        <p:spPr>
          <a:xfrm>
            <a:off x="3751838" y="4989664"/>
            <a:ext cx="4044985" cy="720942"/>
          </a:xfrm>
          <a:prstGeom prst="rect">
            <a:avLst/>
          </a:prstGeom>
        </p:spPr>
        <p:txBody>
          <a:bodyPr/>
          <a:lstStyle>
            <a:lvl1pPr marL="0" indent="0">
              <a:buClr>
                <a:schemeClr val="tx1"/>
              </a:buClr>
              <a:buFontTx/>
              <a:buNone/>
              <a:defRPr sz="1333">
                <a:latin typeface="Poppins" pitchFamily="2" charset="77"/>
                <a:cs typeface="Poppins" pitchFamily="2" charset="77"/>
              </a:defRPr>
            </a:lvl1pPr>
          </a:lstStyle>
          <a:p>
            <a:pPr lvl="0"/>
            <a:endParaRPr lang="pt-BR"/>
          </a:p>
        </p:txBody>
      </p:sp>
      <p:sp>
        <p:nvSpPr>
          <p:cNvPr id="21" name="Espaço Reservado para Texto 19">
            <a:extLst>
              <a:ext uri="{FF2B5EF4-FFF2-40B4-BE49-F238E27FC236}">
                <a16:creationId xmlns:a16="http://schemas.microsoft.com/office/drawing/2014/main" id="{C140BF74-0D8B-686D-7192-D2693E320B14}"/>
              </a:ext>
            </a:extLst>
          </p:cNvPr>
          <p:cNvSpPr>
            <a:spLocks noGrp="1"/>
          </p:cNvSpPr>
          <p:nvPr>
            <p:ph type="body" sz="quarter" idx="15"/>
          </p:nvPr>
        </p:nvSpPr>
        <p:spPr>
          <a:xfrm>
            <a:off x="3514725" y="559205"/>
            <a:ext cx="7208308" cy="1260627"/>
          </a:xfrm>
          <a:prstGeom prst="rect">
            <a:avLst/>
          </a:prstGeom>
        </p:spPr>
        <p:txBody>
          <a:bodyPr/>
          <a:lstStyle>
            <a:lvl1pPr>
              <a:defRPr sz="1333" b="0" i="0">
                <a:latin typeface="Poppins" pitchFamily="2" charset="77"/>
                <a:cs typeface="Poppins" pitchFamily="2" charset="77"/>
              </a:defRPr>
            </a:lvl1pPr>
          </a:lstStyle>
          <a:p>
            <a:pPr lvl="0"/>
            <a:endParaRPr lang="pt-BR"/>
          </a:p>
        </p:txBody>
      </p:sp>
      <p:sp>
        <p:nvSpPr>
          <p:cNvPr id="6" name="Retângulo: Cantos Arredondados 5">
            <a:extLst>
              <a:ext uri="{FF2B5EF4-FFF2-40B4-BE49-F238E27FC236}">
                <a16:creationId xmlns:a16="http://schemas.microsoft.com/office/drawing/2014/main" id="{90BC4667-2CF1-07A0-F7FA-5A427C1DECA7}"/>
              </a:ext>
            </a:extLst>
          </p:cNvPr>
          <p:cNvSpPr/>
          <p:nvPr userDrawn="1"/>
        </p:nvSpPr>
        <p:spPr>
          <a:xfrm>
            <a:off x="214209" y="372431"/>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Google Shape;69;p32">
            <a:extLst>
              <a:ext uri="{FF2B5EF4-FFF2-40B4-BE49-F238E27FC236}">
                <a16:creationId xmlns:a16="http://schemas.microsoft.com/office/drawing/2014/main" id="{B8926AE7-92C5-7D35-1379-B1969FB7B723}"/>
              </a:ext>
            </a:extLst>
          </p:cNvPr>
          <p:cNvSpPr txBox="1"/>
          <p:nvPr userDrawn="1"/>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lang="pt-B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625498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pic>
        <p:nvPicPr>
          <p:cNvPr id="3" name="Google Shape;203;p21">
            <a:extLst>
              <a:ext uri="{FF2B5EF4-FFF2-40B4-BE49-F238E27FC236}">
                <a16:creationId xmlns:a16="http://schemas.microsoft.com/office/drawing/2014/main" id="{04070031-126A-1C18-A638-9AC483966AB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rot="10800000">
            <a:off x="4" y="0"/>
            <a:ext cx="12192000" cy="6857989"/>
          </a:xfrm>
          <a:prstGeom prst="rect">
            <a:avLst/>
          </a:prstGeom>
          <a:noFill/>
          <a:ln>
            <a:noFill/>
          </a:ln>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2510117" y="-585694"/>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8" name="Espaço Reservado para Texto 10">
            <a:extLst>
              <a:ext uri="{FF2B5EF4-FFF2-40B4-BE49-F238E27FC236}">
                <a16:creationId xmlns:a16="http://schemas.microsoft.com/office/drawing/2014/main" id="{E3EABF6E-626A-0802-C919-B97335045E73}"/>
              </a:ext>
            </a:extLst>
          </p:cNvPr>
          <p:cNvSpPr>
            <a:spLocks noGrp="1"/>
          </p:cNvSpPr>
          <p:nvPr>
            <p:ph type="body" sz="quarter" idx="10"/>
          </p:nvPr>
        </p:nvSpPr>
        <p:spPr>
          <a:xfrm>
            <a:off x="3026388" y="1395942"/>
            <a:ext cx="7107154" cy="515408"/>
          </a:xfrm>
          <a:prstGeom prst="rect">
            <a:avLst/>
          </a:prstGeom>
        </p:spPr>
        <p:txBody>
          <a:bodyPr/>
          <a:lstStyle>
            <a:lvl1pPr>
              <a:defRPr sz="2533" b="1" i="0">
                <a:latin typeface="Poppins" pitchFamily="2" charset="77"/>
                <a:cs typeface="Poppins" pitchFamily="2" charset="77"/>
              </a:defRPr>
            </a:lvl1pPr>
            <a:lvl2pPr>
              <a:defRPr sz="2533" b="1" i="0">
                <a:latin typeface="Poppins" pitchFamily="2" charset="77"/>
                <a:cs typeface="Poppins" pitchFamily="2" charset="77"/>
              </a:defRPr>
            </a:lvl2pPr>
            <a:lvl3pPr>
              <a:defRPr sz="2533" b="1" i="0">
                <a:latin typeface="Poppins" pitchFamily="2" charset="77"/>
                <a:cs typeface="Poppins" pitchFamily="2" charset="77"/>
              </a:defRPr>
            </a:lvl3pPr>
            <a:lvl4pPr>
              <a:defRPr sz="2533" b="1" i="0">
                <a:latin typeface="Poppins" pitchFamily="2" charset="77"/>
                <a:cs typeface="Poppins" pitchFamily="2" charset="77"/>
              </a:defRPr>
            </a:lvl4pPr>
            <a:lvl5pPr>
              <a:defRPr sz="2533" b="1" i="0">
                <a:solidFill>
                  <a:schemeClr val="bg1"/>
                </a:solidFill>
                <a:latin typeface="Poppins" pitchFamily="2" charset="77"/>
                <a:cs typeface="Poppins" pitchFamily="2" charset="77"/>
              </a:defRPr>
            </a:lvl5pPr>
          </a:lstStyle>
          <a:p>
            <a:pPr lvl="4"/>
            <a:endParaRPr lang="pt-BR"/>
          </a:p>
        </p:txBody>
      </p:sp>
      <p:sp>
        <p:nvSpPr>
          <p:cNvPr id="10" name="Espaço Reservado para Texto 10">
            <a:extLst>
              <a:ext uri="{FF2B5EF4-FFF2-40B4-BE49-F238E27FC236}">
                <a16:creationId xmlns:a16="http://schemas.microsoft.com/office/drawing/2014/main" id="{24C57C54-2E58-E7B5-ECF5-2C905E340D3C}"/>
              </a:ext>
            </a:extLst>
          </p:cNvPr>
          <p:cNvSpPr>
            <a:spLocks noGrp="1"/>
          </p:cNvSpPr>
          <p:nvPr>
            <p:ph type="body" sz="quarter" idx="11"/>
          </p:nvPr>
        </p:nvSpPr>
        <p:spPr>
          <a:xfrm>
            <a:off x="3026389" y="2075496"/>
            <a:ext cx="7107153" cy="732586"/>
          </a:xfrm>
          <a:prstGeom prst="rect">
            <a:avLst/>
          </a:prstGeom>
        </p:spPr>
        <p:txBody>
          <a:bodyPr/>
          <a:lstStyle>
            <a:lvl1pPr>
              <a:defRPr sz="2533" b="1" i="0">
                <a:latin typeface="Poppins" pitchFamily="2" charset="77"/>
                <a:cs typeface="Poppins" pitchFamily="2" charset="77"/>
              </a:defRPr>
            </a:lvl1pPr>
            <a:lvl2pPr>
              <a:defRPr sz="2533" b="1" i="0">
                <a:latin typeface="Poppins" pitchFamily="2" charset="77"/>
                <a:cs typeface="Poppins" pitchFamily="2" charset="77"/>
              </a:defRPr>
            </a:lvl2pPr>
            <a:lvl3pPr>
              <a:defRPr sz="2533" b="1" i="0">
                <a:latin typeface="Poppins" pitchFamily="2" charset="77"/>
                <a:cs typeface="Poppins" pitchFamily="2" charset="77"/>
              </a:defRPr>
            </a:lvl3pPr>
            <a:lvl4pPr>
              <a:defRPr sz="2533" b="1" i="0">
                <a:latin typeface="Poppins" pitchFamily="2" charset="77"/>
                <a:cs typeface="Poppins" pitchFamily="2" charset="77"/>
              </a:defRPr>
            </a:lvl4pPr>
            <a:lvl5pPr>
              <a:defRPr sz="1467" b="0" i="0">
                <a:solidFill>
                  <a:schemeClr val="bg1"/>
                </a:solidFill>
                <a:latin typeface="Poppins" pitchFamily="2" charset="77"/>
                <a:cs typeface="Poppins" pitchFamily="2" charset="77"/>
              </a:defRPr>
            </a:lvl5pPr>
          </a:lstStyle>
          <a:p>
            <a:pPr lvl="4"/>
            <a:endParaRPr lang="pt-BR"/>
          </a:p>
        </p:txBody>
      </p:sp>
      <p:sp>
        <p:nvSpPr>
          <p:cNvPr id="4" name="CaixaDeTexto 3">
            <a:extLst>
              <a:ext uri="{FF2B5EF4-FFF2-40B4-BE49-F238E27FC236}">
                <a16:creationId xmlns:a16="http://schemas.microsoft.com/office/drawing/2014/main" id="{E7ADAAD4-7A3D-D08B-1735-2122B430C763}"/>
              </a:ext>
            </a:extLst>
          </p:cNvPr>
          <p:cNvSpPr txBox="1"/>
          <p:nvPr userDrawn="1"/>
        </p:nvSpPr>
        <p:spPr>
          <a:xfrm>
            <a:off x="2510117" y="-585694"/>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6" name="Retângulo: Cantos Arredondados 5">
            <a:extLst>
              <a:ext uri="{FF2B5EF4-FFF2-40B4-BE49-F238E27FC236}">
                <a16:creationId xmlns:a16="http://schemas.microsoft.com/office/drawing/2014/main" id="{2F37E4A0-FDB7-8EA7-782B-A6FDC2BB3F9C}"/>
              </a:ext>
            </a:extLst>
          </p:cNvPr>
          <p:cNvSpPr/>
          <p:nvPr userDrawn="1"/>
        </p:nvSpPr>
        <p:spPr>
          <a:xfrm>
            <a:off x="200184" y="44804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Google Shape;231;p21">
            <a:extLst>
              <a:ext uri="{FF2B5EF4-FFF2-40B4-BE49-F238E27FC236}">
                <a16:creationId xmlns:a16="http://schemas.microsoft.com/office/drawing/2014/main" id="{0A491E50-689E-8A91-796C-730285FBBAAD}"/>
              </a:ext>
            </a:extLst>
          </p:cNvPr>
          <p:cNvSpPr txBox="1"/>
          <p:nvPr userDrawn="1"/>
        </p:nvSpPr>
        <p:spPr>
          <a:xfrm>
            <a:off x="629139" y="882775"/>
            <a:ext cx="1528469"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noProof="0" dirty="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noProof="0" dirty="0">
                <a:solidFill>
                  <a:srgbClr val="FFFFFF"/>
                </a:solidFill>
                <a:latin typeface="Poppins"/>
                <a:ea typeface="Poppins Light"/>
                <a:cs typeface="Poppins"/>
                <a:sym typeface="Poppins"/>
              </a:rPr>
              <a:t>responda</a:t>
            </a:r>
            <a:endParaRPr lang="pt-BR" sz="2333" b="0" i="0" u="none" strike="noStrike" cap="none" noProof="0"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3741301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Atividade_embranco" preserve="1" userDrawn="1">
  <p:cSld name="2_Atividade_embranco">
    <p:spTree>
      <p:nvGrpSpPr>
        <p:cNvPr id="1" name="Shape 307"/>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0416F6-09BD-9981-848C-F13A11B9AEB6}"/>
              </a:ext>
            </a:extLst>
          </p:cNvPr>
          <p:cNvSpPr>
            <a:spLocks noGrp="1"/>
          </p:cNvSpPr>
          <p:nvPr>
            <p:ph type="pic" sz="quarter" idx="10"/>
          </p:nvPr>
        </p:nvSpPr>
        <p:spPr>
          <a:xfrm>
            <a:off x="0" y="0"/>
            <a:ext cx="12192000" cy="6858000"/>
          </a:xfrm>
          <a:prstGeom prst="rect">
            <a:avLst/>
          </a:prstGeom>
          <a:solidFill>
            <a:schemeClr val="bg1">
              <a:lumMod val="85000"/>
            </a:schemeClr>
          </a:solidFill>
        </p:spPr>
        <p:txBody>
          <a:bodyPr/>
          <a:lstStyle>
            <a:lvl1pPr>
              <a:defRPr sz="1200">
                <a:latin typeface="Poppins" pitchFamily="2" charset="77"/>
                <a:cs typeface="Poppins" pitchFamily="2" charset="77"/>
              </a:defRPr>
            </a:lvl1pPr>
          </a:lstStyle>
          <a:p>
            <a:endParaRPr lang="pt-BR"/>
          </a:p>
        </p:txBody>
      </p:sp>
      <p:sp>
        <p:nvSpPr>
          <p:cNvPr id="4" name="Espaço Reservado para Mídia 3">
            <a:extLst>
              <a:ext uri="{FF2B5EF4-FFF2-40B4-BE49-F238E27FC236}">
                <a16:creationId xmlns:a16="http://schemas.microsoft.com/office/drawing/2014/main" id="{93F045AC-FA97-1D94-5C54-6BC8931024B8}"/>
              </a:ext>
            </a:extLst>
          </p:cNvPr>
          <p:cNvSpPr>
            <a:spLocks noGrp="1"/>
          </p:cNvSpPr>
          <p:nvPr>
            <p:ph type="media" sz="quarter" idx="11"/>
          </p:nvPr>
        </p:nvSpPr>
        <p:spPr>
          <a:xfrm>
            <a:off x="862542" y="887942"/>
            <a:ext cx="4092575" cy="3605741"/>
          </a:xfrm>
          <a:prstGeom prst="rect">
            <a:avLst/>
          </a:prstGeom>
        </p:spPr>
        <p:txBody>
          <a:bodyPr/>
          <a:lstStyle/>
          <a:p>
            <a:endParaRPr lang="pt-BR"/>
          </a:p>
        </p:txBody>
      </p:sp>
    </p:spTree>
    <p:extLst>
      <p:ext uri="{BB962C8B-B14F-4D97-AF65-F5344CB8AC3E}">
        <p14:creationId xmlns:p14="http://schemas.microsoft.com/office/powerpoint/2010/main" val="30782261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41"/>
        <p:cNvGrpSpPr/>
        <p:nvPr/>
      </p:nvGrpSpPr>
      <p:grpSpPr>
        <a:xfrm>
          <a:off x="0" y="0"/>
          <a:ext cx="0" cy="0"/>
          <a:chOff x="0" y="0"/>
          <a:chExt cx="0" cy="0"/>
        </a:xfrm>
      </p:grpSpPr>
      <p:pic>
        <p:nvPicPr>
          <p:cNvPr id="6" name="Google Shape;203;p21">
            <a:extLst>
              <a:ext uri="{FF2B5EF4-FFF2-40B4-BE49-F238E27FC236}">
                <a16:creationId xmlns:a16="http://schemas.microsoft.com/office/drawing/2014/main" id="{C2D53C5C-653B-C871-5FD5-4980C285D26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rot="10800000">
            <a:off x="0" y="12"/>
            <a:ext cx="12192000" cy="6857989"/>
          </a:xfrm>
          <a:prstGeom prst="rect">
            <a:avLst/>
          </a:prstGeom>
          <a:noFill/>
          <a:ln>
            <a:noFill/>
          </a:ln>
        </p:spPr>
      </p:pic>
      <p:sp>
        <p:nvSpPr>
          <p:cNvPr id="4" name="Retângulo: Cantos Arredondados 3">
            <a:extLst>
              <a:ext uri="{FF2B5EF4-FFF2-40B4-BE49-F238E27FC236}">
                <a16:creationId xmlns:a16="http://schemas.microsoft.com/office/drawing/2014/main" id="{4F5B8C3E-7A28-2F25-9D20-C8DCC6D1A8F1}"/>
              </a:ext>
            </a:extLst>
          </p:cNvPr>
          <p:cNvSpPr/>
          <p:nvPr userDrawn="1"/>
        </p:nvSpPr>
        <p:spPr>
          <a:xfrm>
            <a:off x="5260792" y="304269"/>
            <a:ext cx="6553729" cy="5568211"/>
          </a:xfrm>
          <a:prstGeom prst="roundRect">
            <a:avLst/>
          </a:prstGeom>
          <a:solidFill>
            <a:schemeClr val="bg1"/>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6" name="Google Shape;146;p12"/>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2" name="CaixaDeTexto 1">
            <a:extLst>
              <a:ext uri="{FF2B5EF4-FFF2-40B4-BE49-F238E27FC236}">
                <a16:creationId xmlns:a16="http://schemas.microsoft.com/office/drawing/2014/main" id="{44A24CA4-AA45-E069-3331-6863E624A858}"/>
              </a:ext>
            </a:extLst>
          </p:cNvPr>
          <p:cNvSpPr txBox="1"/>
          <p:nvPr userDrawn="1"/>
        </p:nvSpPr>
        <p:spPr>
          <a:xfrm>
            <a:off x="3178098" y="-289932"/>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5_OqueAprendemos" userDrawn="1">
  <p:cSld name="5_OqueAprendemos">
    <p:spTree>
      <p:nvGrpSpPr>
        <p:cNvPr id="1" name="Shape 340"/>
        <p:cNvGrpSpPr/>
        <p:nvPr/>
      </p:nvGrpSpPr>
      <p:grpSpPr>
        <a:xfrm>
          <a:off x="0" y="0"/>
          <a:ext cx="0" cy="0"/>
          <a:chOff x="0" y="0"/>
          <a:chExt cx="0" cy="0"/>
        </a:xfrm>
      </p:grpSpPr>
      <p:pic>
        <p:nvPicPr>
          <p:cNvPr id="6" name="Google Shape;316;p32">
            <a:extLst>
              <a:ext uri="{FF2B5EF4-FFF2-40B4-BE49-F238E27FC236}">
                <a16:creationId xmlns:a16="http://schemas.microsoft.com/office/drawing/2014/main" id="{7C738FF4-2E01-8DDD-6839-4D26CF39941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3775249" cy="6858000"/>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136" cy="3899277"/>
          </a:xfrm>
          <a:prstGeom prst="ellipse">
            <a:avLst/>
          </a:prstGeom>
          <a:noFill/>
          <a:ln>
            <a:noFill/>
          </a:ln>
        </p:spPr>
      </p:pic>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918094" y="4658787"/>
            <a:ext cx="833169" cy="148759"/>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800">
                <a:solidFill>
                  <a:schemeClr val="bg1"/>
                </a:solidFill>
                <a:latin typeface="Poppins Light" panose="00000400000000000000" pitchFamily="2" charset="0"/>
                <a:cs typeface="Poppins Light" panose="00000400000000000000" pitchFamily="2" charset="0"/>
              </a:rPr>
              <a:t>© Getty </a:t>
            </a:r>
            <a:r>
              <a:rPr lang="pt-BR" sz="800" err="1">
                <a:solidFill>
                  <a:schemeClr val="bg1"/>
                </a:solidFill>
                <a:latin typeface="Poppins Light" panose="00000400000000000000" pitchFamily="2" charset="0"/>
                <a:cs typeface="Poppins Light" panose="00000400000000000000" pitchFamily="2" charset="0"/>
              </a:rPr>
              <a:t>Images</a:t>
            </a:r>
            <a:endParaRPr lang="pt-BR" sz="800">
              <a:solidFill>
                <a:schemeClr val="bg1"/>
              </a:solidFill>
              <a:latin typeface="Poppins Light" panose="00000400000000000000" pitchFamily="2" charset="0"/>
              <a:cs typeface="Poppins Light" panose="00000400000000000000" pitchFamily="2" charset="0"/>
            </a:endParaRPr>
          </a:p>
        </p:txBody>
      </p:sp>
      <p:sp>
        <p:nvSpPr>
          <p:cNvPr id="2" name="Google Shape;345;p32">
            <a:extLst>
              <a:ext uri="{FF2B5EF4-FFF2-40B4-BE49-F238E27FC236}">
                <a16:creationId xmlns:a16="http://schemas.microsoft.com/office/drawing/2014/main" id="{D958A6C2-8B71-D5A0-1C68-95723A4C4FE5}"/>
              </a:ext>
            </a:extLst>
          </p:cNvPr>
          <p:cNvSpPr txBox="1">
            <a:spLocks noGrp="1"/>
          </p:cNvSpPr>
          <p:nvPr>
            <p:ph type="body" idx="2"/>
          </p:nvPr>
        </p:nvSpPr>
        <p:spPr>
          <a:xfrm>
            <a:off x="4867932" y="1691622"/>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 name="Google Shape;347;p32">
            <a:extLst>
              <a:ext uri="{FF2B5EF4-FFF2-40B4-BE49-F238E27FC236}">
                <a16:creationId xmlns:a16="http://schemas.microsoft.com/office/drawing/2014/main" id="{D60E57C9-84D4-8D99-0D6C-C59B32F7C630}"/>
              </a:ext>
            </a:extLst>
          </p:cNvPr>
          <p:cNvSpPr txBox="1">
            <a:spLocks noGrp="1"/>
          </p:cNvSpPr>
          <p:nvPr>
            <p:ph type="body" idx="3"/>
          </p:nvPr>
        </p:nvSpPr>
        <p:spPr>
          <a:xfrm>
            <a:off x="4867932" y="3080015"/>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4" name="Google Shape;349;p32">
            <a:extLst>
              <a:ext uri="{FF2B5EF4-FFF2-40B4-BE49-F238E27FC236}">
                <a16:creationId xmlns:a16="http://schemas.microsoft.com/office/drawing/2014/main" id="{142C7AEA-387E-A052-1D08-8A416B8497BB}"/>
              </a:ext>
            </a:extLst>
          </p:cNvPr>
          <p:cNvSpPr txBox="1">
            <a:spLocks noGrp="1"/>
          </p:cNvSpPr>
          <p:nvPr>
            <p:ph type="body" idx="4"/>
          </p:nvPr>
        </p:nvSpPr>
        <p:spPr>
          <a:xfrm>
            <a:off x="4867932" y="4490837"/>
            <a:ext cx="6354575" cy="1268957"/>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3" name="Google Shape;233;p39">
            <a:extLst>
              <a:ext uri="{FF2B5EF4-FFF2-40B4-BE49-F238E27FC236}">
                <a16:creationId xmlns:a16="http://schemas.microsoft.com/office/drawing/2014/main" id="{23D223AE-6B47-5244-85DA-E25526DF3862}"/>
              </a:ext>
            </a:extLst>
          </p:cNvPr>
          <p:cNvSpPr txBox="1"/>
          <p:nvPr userDrawn="1"/>
        </p:nvSpPr>
        <p:spPr>
          <a:xfrm>
            <a:off x="4603178" y="173762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a:solidFill>
                  <a:schemeClr val="tx1"/>
                </a:solidFill>
                <a:latin typeface="Poppins"/>
                <a:ea typeface="Poppins"/>
                <a:cs typeface="Poppins"/>
                <a:sym typeface="Poppins"/>
              </a:rPr>
              <a:t>1</a:t>
            </a:r>
            <a:endParaRPr sz="933" b="0" i="0" u="none" strike="noStrike" cap="none">
              <a:solidFill>
                <a:schemeClr val="tx1"/>
              </a:solidFill>
              <a:latin typeface="Arial"/>
              <a:ea typeface="Arial"/>
              <a:cs typeface="Arial"/>
              <a:sym typeface="Arial"/>
            </a:endParaRPr>
          </a:p>
        </p:txBody>
      </p:sp>
      <p:sp>
        <p:nvSpPr>
          <p:cNvPr id="16" name="Google Shape;235;p39">
            <a:extLst>
              <a:ext uri="{FF2B5EF4-FFF2-40B4-BE49-F238E27FC236}">
                <a16:creationId xmlns:a16="http://schemas.microsoft.com/office/drawing/2014/main" id="{607A1E13-022D-D9F1-086C-636AF8EAE3BA}"/>
              </a:ext>
            </a:extLst>
          </p:cNvPr>
          <p:cNvSpPr txBox="1"/>
          <p:nvPr userDrawn="1"/>
        </p:nvSpPr>
        <p:spPr>
          <a:xfrm>
            <a:off x="4574825" y="293423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a:solidFill>
                  <a:schemeClr val="tx1"/>
                </a:solidFill>
                <a:latin typeface="Poppins"/>
                <a:ea typeface="Poppins"/>
                <a:cs typeface="Poppins"/>
                <a:sym typeface="Poppins"/>
              </a:rPr>
              <a:t>2</a:t>
            </a:r>
            <a:endParaRPr sz="933" b="0" i="0" u="none" strike="noStrike" cap="none">
              <a:solidFill>
                <a:schemeClr val="tx1"/>
              </a:solidFill>
              <a:latin typeface="Arial"/>
              <a:ea typeface="Arial"/>
              <a:cs typeface="Arial"/>
              <a:sym typeface="Arial"/>
            </a:endParaRPr>
          </a:p>
        </p:txBody>
      </p:sp>
      <p:sp>
        <p:nvSpPr>
          <p:cNvPr id="17" name="Google Shape;237;p39">
            <a:extLst>
              <a:ext uri="{FF2B5EF4-FFF2-40B4-BE49-F238E27FC236}">
                <a16:creationId xmlns:a16="http://schemas.microsoft.com/office/drawing/2014/main" id="{2E8F90B6-2731-530A-A552-FC88DAE9F7F9}"/>
              </a:ext>
            </a:extLst>
          </p:cNvPr>
          <p:cNvSpPr txBox="1"/>
          <p:nvPr userDrawn="1"/>
        </p:nvSpPr>
        <p:spPr>
          <a:xfrm>
            <a:off x="4574825" y="413084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a:solidFill>
                  <a:schemeClr val="tx1"/>
                </a:solidFill>
                <a:latin typeface="Poppins"/>
                <a:ea typeface="Poppins"/>
                <a:cs typeface="Poppins"/>
                <a:sym typeface="Poppins"/>
              </a:rPr>
              <a:t>3</a:t>
            </a:r>
            <a:endParaRPr sz="933" b="0" i="0" u="none" strike="noStrike" cap="none">
              <a:solidFill>
                <a:schemeClr val="tx1"/>
              </a:solidFill>
              <a:latin typeface="Arial"/>
              <a:ea typeface="Arial"/>
              <a:cs typeface="Arial"/>
              <a:sym typeface="Arial"/>
            </a:endParaRPr>
          </a:p>
        </p:txBody>
      </p:sp>
      <p:sp>
        <p:nvSpPr>
          <p:cNvPr id="9" name="CaixaDeTexto 8">
            <a:extLst>
              <a:ext uri="{FF2B5EF4-FFF2-40B4-BE49-F238E27FC236}">
                <a16:creationId xmlns:a16="http://schemas.microsoft.com/office/drawing/2014/main" id="{7EBE2669-C701-CF93-6C9B-1A151924C387}"/>
              </a:ext>
            </a:extLst>
          </p:cNvPr>
          <p:cNvSpPr txBox="1"/>
          <p:nvPr userDrawn="1"/>
        </p:nvSpPr>
        <p:spPr>
          <a:xfrm>
            <a:off x="12302837" y="905163"/>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3" name="Retângulo: Cantos Arredondados 2">
            <a:extLst>
              <a:ext uri="{FF2B5EF4-FFF2-40B4-BE49-F238E27FC236}">
                <a16:creationId xmlns:a16="http://schemas.microsoft.com/office/drawing/2014/main" id="{C668DD3A-ADB6-8AF5-EDCC-FA1756162E6E}"/>
              </a:ext>
            </a:extLst>
          </p:cNvPr>
          <p:cNvSpPr/>
          <p:nvPr userDrawn="1"/>
        </p:nvSpPr>
        <p:spPr>
          <a:xfrm>
            <a:off x="1827147" y="369589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Google Shape;353;p32">
            <a:extLst>
              <a:ext uri="{FF2B5EF4-FFF2-40B4-BE49-F238E27FC236}">
                <a16:creationId xmlns:a16="http://schemas.microsoft.com/office/drawing/2014/main" id="{40A2C433-9F7D-0D44-6EA7-B0138459CC38}"/>
              </a:ext>
            </a:extLst>
          </p:cNvPr>
          <p:cNvSpPr txBox="1"/>
          <p:nvPr userDrawn="1"/>
        </p:nvSpPr>
        <p:spPr>
          <a:xfrm>
            <a:off x="2025947" y="3952324"/>
            <a:ext cx="2001764" cy="10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noProof="0" dirty="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noProof="0" dirty="0">
                <a:solidFill>
                  <a:schemeClr val="lt1"/>
                </a:solidFill>
                <a:latin typeface="Poppins"/>
                <a:ea typeface="Poppins"/>
                <a:cs typeface="Poppins"/>
                <a:sym typeface="Poppins"/>
              </a:rPr>
              <a:t>aprendemos hoje?</a:t>
            </a:r>
            <a:endParaRPr lang="pt-BR" sz="2333" b="0" i="0" u="none" strike="noStrike" cap="none" noProof="0"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0055881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_Atividade_Seminario" userDrawn="1">
  <p:cSld name="4_Atividade_Seminario">
    <p:spTree>
      <p:nvGrpSpPr>
        <p:cNvPr id="1" name="Shape 353"/>
        <p:cNvGrpSpPr/>
        <p:nvPr/>
      </p:nvGrpSpPr>
      <p:grpSpPr>
        <a:xfrm>
          <a:off x="0" y="0"/>
          <a:ext cx="0" cy="0"/>
          <a:chOff x="0" y="0"/>
          <a:chExt cx="0" cy="0"/>
        </a:xfrm>
      </p:grpSpPr>
      <p:pic>
        <p:nvPicPr>
          <p:cNvPr id="4" name="Google Shape;22;p4">
            <a:extLst>
              <a:ext uri="{FF2B5EF4-FFF2-40B4-BE49-F238E27FC236}">
                <a16:creationId xmlns:a16="http://schemas.microsoft.com/office/drawing/2014/main" id="{96D0DE7F-92AF-A646-0FF2-A77FC5D2471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2192000" cy="568301"/>
          </a:xfrm>
          <a:prstGeom prst="rect">
            <a:avLst/>
          </a:prstGeom>
          <a:noFill/>
          <a:ln>
            <a:noFill/>
          </a:ln>
        </p:spPr>
      </p:pic>
      <p:pic>
        <p:nvPicPr>
          <p:cNvPr id="7" name="Google Shape;23;p4">
            <a:extLst>
              <a:ext uri="{FF2B5EF4-FFF2-40B4-BE49-F238E27FC236}">
                <a16:creationId xmlns:a16="http://schemas.microsoft.com/office/drawing/2014/main" id="{79131217-7207-B376-583C-711407C37445}"/>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6262650"/>
            <a:ext cx="12192000" cy="595350"/>
          </a:xfrm>
          <a:prstGeom prst="rect">
            <a:avLst/>
          </a:prstGeom>
          <a:noFill/>
          <a:ln>
            <a:noFill/>
          </a:ln>
        </p:spPr>
      </p:pic>
      <p:sp>
        <p:nvSpPr>
          <p:cNvPr id="397" name="Google Shape;397;p33"/>
          <p:cNvSpPr txBox="1">
            <a:spLocks noGrp="1"/>
          </p:cNvSpPr>
          <p:nvPr>
            <p:ph type="body" idx="5"/>
          </p:nvPr>
        </p:nvSpPr>
        <p:spPr>
          <a:xfrm>
            <a:off x="1450528" y="1854200"/>
            <a:ext cx="8305873" cy="382291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0" name="Google Shape;624;p42">
            <a:extLst>
              <a:ext uri="{FF2B5EF4-FFF2-40B4-BE49-F238E27FC236}">
                <a16:creationId xmlns:a16="http://schemas.microsoft.com/office/drawing/2014/main" id="{690D8EE8-5EA4-845E-6984-D0C986969508}"/>
              </a:ext>
            </a:extLst>
          </p:cNvPr>
          <p:cNvSpPr txBox="1"/>
          <p:nvPr userDrawn="1"/>
        </p:nvSpPr>
        <p:spPr>
          <a:xfrm>
            <a:off x="1450528" y="1180890"/>
            <a:ext cx="6345600"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noProof="0">
                <a:solidFill>
                  <a:srgbClr val="FF161F"/>
                </a:solidFill>
                <a:latin typeface="Poppins"/>
                <a:ea typeface="Poppins"/>
                <a:cs typeface="Poppins"/>
                <a:sym typeface="Poppins"/>
              </a:rPr>
              <a:t>Referências</a:t>
            </a:r>
            <a:r>
              <a:rPr lang="en-US" sz="3200" b="1" i="0" u="none" strike="noStrike" cap="none">
                <a:solidFill>
                  <a:srgbClr val="FF161F"/>
                </a:solidFill>
                <a:latin typeface="Poppins"/>
                <a:ea typeface="Poppins"/>
                <a:cs typeface="Poppins"/>
                <a:sym typeface="Poppins"/>
              </a:rPr>
              <a:t> da aula</a:t>
            </a:r>
            <a:endParaRPr sz="3200" b="0" i="0" u="none" strike="noStrike" cap="none">
              <a:solidFill>
                <a:srgbClr val="FF161F"/>
              </a:solidFill>
              <a:latin typeface="Poppins"/>
              <a:ea typeface="Poppins"/>
              <a:cs typeface="Poppins"/>
              <a:sym typeface="Poppins"/>
            </a:endParaRPr>
          </a:p>
        </p:txBody>
      </p:sp>
    </p:spTree>
    <p:extLst>
      <p:ext uri="{BB962C8B-B14F-4D97-AF65-F5344CB8AC3E}">
        <p14:creationId xmlns:p14="http://schemas.microsoft.com/office/powerpoint/2010/main" val="6593096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e Conteúdo" preserve="1" userDrawn="1">
  <p:cSld name="1_Título e Conteúdo">
    <p:spTree>
      <p:nvGrpSpPr>
        <p:cNvPr id="1" name="Shape 14"/>
        <p:cNvGrpSpPr/>
        <p:nvPr/>
      </p:nvGrpSpPr>
      <p:grpSpPr>
        <a:xfrm>
          <a:off x="0" y="0"/>
          <a:ext cx="0" cy="0"/>
          <a:chOff x="0" y="0"/>
          <a:chExt cx="0" cy="0"/>
        </a:xfrm>
      </p:grpSpPr>
      <p:pic>
        <p:nvPicPr>
          <p:cNvPr id="2" name="Google Shape;22;p4">
            <a:extLst>
              <a:ext uri="{FF2B5EF4-FFF2-40B4-BE49-F238E27FC236}">
                <a16:creationId xmlns:a16="http://schemas.microsoft.com/office/drawing/2014/main" id="{5E705E55-01E4-945B-7072-330DFCE9FFC9}"/>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2192000" cy="568301"/>
          </a:xfrm>
          <a:prstGeom prst="rect">
            <a:avLst/>
          </a:prstGeom>
          <a:noFill/>
          <a:ln>
            <a:noFill/>
          </a:ln>
        </p:spPr>
      </p:pic>
      <p:pic>
        <p:nvPicPr>
          <p:cNvPr id="3" name="Google Shape;23;p4">
            <a:extLst>
              <a:ext uri="{FF2B5EF4-FFF2-40B4-BE49-F238E27FC236}">
                <a16:creationId xmlns:a16="http://schemas.microsoft.com/office/drawing/2014/main" id="{F49E36B5-2934-9CA4-7B2E-4F438B27C5EB}"/>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6262650"/>
            <a:ext cx="12192000" cy="595350"/>
          </a:xfrm>
          <a:prstGeom prst="rect">
            <a:avLst/>
          </a:prstGeom>
          <a:noFill/>
          <a:ln>
            <a:noFill/>
          </a:ln>
        </p:spPr>
      </p:pic>
      <p:sp>
        <p:nvSpPr>
          <p:cNvPr id="5" name="Espaço Reservado para Imagem 4">
            <a:extLst>
              <a:ext uri="{FF2B5EF4-FFF2-40B4-BE49-F238E27FC236}">
                <a16:creationId xmlns:a16="http://schemas.microsoft.com/office/drawing/2014/main" id="{77D9E9D2-505F-0E7C-E845-C5678130B473}"/>
              </a:ext>
            </a:extLst>
          </p:cNvPr>
          <p:cNvSpPr>
            <a:spLocks noGrp="1"/>
          </p:cNvSpPr>
          <p:nvPr>
            <p:ph type="pic" sz="quarter" idx="4294967295"/>
          </p:nvPr>
        </p:nvSpPr>
        <p:spPr>
          <a:xfrm>
            <a:off x="2805141" y="2431243"/>
            <a:ext cx="9004568" cy="3295901"/>
          </a:xfrm>
          <a:prstGeom prst="rect">
            <a:avLst/>
          </a:prstGeom>
          <a:solidFill>
            <a:schemeClr val="bg1">
              <a:lumMod val="85000"/>
            </a:schemeClr>
          </a:solidFill>
        </p:spPr>
        <p:txBody>
          <a:bodyPr/>
          <a:lstStyle>
            <a:lvl1pPr>
              <a:defRPr sz="1200">
                <a:latin typeface="Poppins" pitchFamily="2" charset="77"/>
                <a:cs typeface="Poppins" pitchFamily="2" charset="77"/>
              </a:defRPr>
            </a:lvl1pPr>
          </a:lstStyle>
          <a:p>
            <a:endParaRPr lang="pt-BR"/>
          </a:p>
        </p:txBody>
      </p:sp>
      <p:sp>
        <p:nvSpPr>
          <p:cNvPr id="7" name="Espaço Reservado para Texto 8">
            <a:extLst>
              <a:ext uri="{FF2B5EF4-FFF2-40B4-BE49-F238E27FC236}">
                <a16:creationId xmlns:a16="http://schemas.microsoft.com/office/drawing/2014/main" id="{B79890C7-E0F3-5660-10F8-DFF87BDACA49}"/>
              </a:ext>
            </a:extLst>
          </p:cNvPr>
          <p:cNvSpPr>
            <a:spLocks noGrp="1"/>
          </p:cNvSpPr>
          <p:nvPr>
            <p:ph type="body" sz="quarter" idx="11"/>
          </p:nvPr>
        </p:nvSpPr>
        <p:spPr>
          <a:xfrm>
            <a:off x="2805142" y="5860191"/>
            <a:ext cx="9004801" cy="279351"/>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8" name="Espaço Reservado para Texto 8">
            <a:extLst>
              <a:ext uri="{FF2B5EF4-FFF2-40B4-BE49-F238E27FC236}">
                <a16:creationId xmlns:a16="http://schemas.microsoft.com/office/drawing/2014/main" id="{54D85AE8-3082-9CC0-AA41-526BEEC898CE}"/>
              </a:ext>
            </a:extLst>
          </p:cNvPr>
          <p:cNvSpPr>
            <a:spLocks noGrp="1"/>
          </p:cNvSpPr>
          <p:nvPr>
            <p:ph type="body" sz="quarter" idx="10"/>
          </p:nvPr>
        </p:nvSpPr>
        <p:spPr>
          <a:xfrm>
            <a:off x="2805142" y="823383"/>
            <a:ext cx="9004801" cy="1363119"/>
          </a:xfrm>
          <a:prstGeom prst="rect">
            <a:avLst/>
          </a:prstGeom>
        </p:spPr>
        <p:txBody>
          <a:bodyPr/>
          <a:lstStyle>
            <a:lvl1pPr>
              <a:defRPr sz="1600" b="0" i="0">
                <a:latin typeface="Poppins" pitchFamily="2" charset="77"/>
                <a:cs typeface="Poppins" pitchFamily="2" charset="77"/>
              </a:defRPr>
            </a:lvl1pPr>
          </a:lstStyle>
          <a:p>
            <a:pPr lvl="0"/>
            <a:endParaRPr lang="pt-BR"/>
          </a:p>
        </p:txBody>
      </p:sp>
      <p:sp>
        <p:nvSpPr>
          <p:cNvPr id="6" name="Retângulo: Cantos Arredondados 5">
            <a:extLst>
              <a:ext uri="{FF2B5EF4-FFF2-40B4-BE49-F238E27FC236}">
                <a16:creationId xmlns:a16="http://schemas.microsoft.com/office/drawing/2014/main" id="{D814D3BE-6E45-8A00-42DF-99C7834E4BA3}"/>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Google Shape;101;p34">
            <a:extLst>
              <a:ext uri="{FF2B5EF4-FFF2-40B4-BE49-F238E27FC236}">
                <a16:creationId xmlns:a16="http://schemas.microsoft.com/office/drawing/2014/main" id="{5673D597-092B-D113-8F0C-AB64539B68F3}"/>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0210429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4135395" y="-1037967"/>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Tree>
    <p:extLst>
      <p:ext uri="{BB962C8B-B14F-4D97-AF65-F5344CB8AC3E}">
        <p14:creationId xmlns:p14="http://schemas.microsoft.com/office/powerpoint/2010/main" val="13589449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_Atividade_seminario2" userDrawn="1">
  <p:cSld name="3_Atividade_seminario2">
    <p:spTree>
      <p:nvGrpSpPr>
        <p:cNvPr id="1" name="Shape 452"/>
        <p:cNvGrpSpPr/>
        <p:nvPr/>
      </p:nvGrpSpPr>
      <p:grpSpPr>
        <a:xfrm>
          <a:off x="0" y="0"/>
          <a:ext cx="0" cy="0"/>
          <a:chOff x="0" y="0"/>
          <a:chExt cx="0" cy="0"/>
        </a:xfrm>
      </p:grpSpPr>
      <p:pic>
        <p:nvPicPr>
          <p:cNvPr id="5" name="Google Shape;22;p4">
            <a:extLst>
              <a:ext uri="{FF2B5EF4-FFF2-40B4-BE49-F238E27FC236}">
                <a16:creationId xmlns:a16="http://schemas.microsoft.com/office/drawing/2014/main" id="{B36FC4F7-12D0-9D87-77F5-84F03FCC4B22}"/>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2192000" cy="568301"/>
          </a:xfrm>
          <a:prstGeom prst="rect">
            <a:avLst/>
          </a:prstGeom>
          <a:noFill/>
          <a:ln>
            <a:noFill/>
          </a:ln>
        </p:spPr>
      </p:pic>
      <p:pic>
        <p:nvPicPr>
          <p:cNvPr id="6" name="Google Shape;23;p4">
            <a:extLst>
              <a:ext uri="{FF2B5EF4-FFF2-40B4-BE49-F238E27FC236}">
                <a16:creationId xmlns:a16="http://schemas.microsoft.com/office/drawing/2014/main" id="{2B016A40-80F4-2C44-91CC-E0383C166B36}"/>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6262650"/>
            <a:ext cx="12192000" cy="595350"/>
          </a:xfrm>
          <a:prstGeom prst="rect">
            <a:avLst/>
          </a:prstGeom>
          <a:noFill/>
          <a:ln>
            <a:noFill/>
          </a:ln>
        </p:spPr>
      </p:pic>
      <p:sp>
        <p:nvSpPr>
          <p:cNvPr id="461" name="Google Shape;461;p35"/>
          <p:cNvSpPr txBox="1">
            <a:spLocks noGrp="1"/>
          </p:cNvSpPr>
          <p:nvPr>
            <p:ph type="body" idx="1"/>
          </p:nvPr>
        </p:nvSpPr>
        <p:spPr>
          <a:xfrm>
            <a:off x="5327897" y="1310099"/>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64" name="Google Shape;464;p35"/>
          <p:cNvSpPr txBox="1">
            <a:spLocks noGrp="1"/>
          </p:cNvSpPr>
          <p:nvPr>
            <p:ph type="body" idx="2"/>
          </p:nvPr>
        </p:nvSpPr>
        <p:spPr>
          <a:xfrm>
            <a:off x="5327897" y="2714368"/>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67" name="Google Shape;467;p35"/>
          <p:cNvSpPr txBox="1">
            <a:spLocks noGrp="1"/>
          </p:cNvSpPr>
          <p:nvPr>
            <p:ph type="body" idx="3"/>
          </p:nvPr>
        </p:nvSpPr>
        <p:spPr>
          <a:xfrm>
            <a:off x="5327897" y="4152739"/>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0" name="Google Shape;470;p35"/>
          <p:cNvSpPr txBox="1">
            <a:spLocks noGrp="1"/>
          </p:cNvSpPr>
          <p:nvPr>
            <p:ph type="body" idx="4"/>
          </p:nvPr>
        </p:nvSpPr>
        <p:spPr>
          <a:xfrm>
            <a:off x="5327897" y="5557008"/>
            <a:ext cx="4084622" cy="647032"/>
          </a:xfrm>
          <a:prstGeom prst="rect">
            <a:avLst/>
          </a:prstGeom>
          <a:noFill/>
          <a:ln>
            <a:noFill/>
          </a:ln>
        </p:spPr>
        <p:txBody>
          <a:bodyPr spcFirstLastPara="1" wrap="square" lIns="91425" tIns="45700" rIns="91425" bIns="45700" anchor="t" anchorCtr="0">
            <a:normAutofit/>
          </a:bodyPr>
          <a:lstStyle>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1" name="Google Shape;471;p35"/>
          <p:cNvSpPr txBox="1">
            <a:spLocks noGrp="1"/>
          </p:cNvSpPr>
          <p:nvPr>
            <p:ph type="body" idx="5"/>
          </p:nvPr>
        </p:nvSpPr>
        <p:spPr>
          <a:xfrm>
            <a:off x="526578" y="3658093"/>
            <a:ext cx="2403423" cy="264240"/>
          </a:xfrm>
          <a:prstGeom prst="rect">
            <a:avLst/>
          </a:prstGeom>
          <a:noFill/>
          <a:ln>
            <a:noFill/>
          </a:ln>
        </p:spPr>
        <p:txBody>
          <a:bodyPr spcFirstLastPara="1" wrap="square" lIns="0" tIns="0" rIns="0" bIns="0" anchor="t" anchorCtr="0">
            <a:spAutoFit/>
          </a:bodyPr>
          <a:lstStyle>
            <a:lvl1pPr marL="0" marR="0" lvl="0" indent="-152408" algn="l" rtl="0">
              <a:lnSpc>
                <a:spcPct val="100000"/>
              </a:lnSpc>
              <a:spcBef>
                <a:spcPts val="293"/>
              </a:spcBef>
              <a:spcAft>
                <a:spcPts val="0"/>
              </a:spcAft>
              <a:buClr>
                <a:schemeClr val="dk1"/>
              </a:buClr>
              <a:buSzPts val="2200"/>
              <a:buFont typeface="Poppins"/>
              <a:buNone/>
              <a:defRPr sz="1467" b="0" i="0" u="none" strike="noStrike" cap="none">
                <a:solidFill>
                  <a:schemeClr val="dk1"/>
                </a:solidFill>
                <a:latin typeface="Poppins Light"/>
                <a:ea typeface="Poppins Light"/>
                <a:cs typeface="Poppins Light"/>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2" name="Google Shape;472;p35"/>
          <p:cNvSpPr txBox="1">
            <a:spLocks noGrp="1"/>
          </p:cNvSpPr>
          <p:nvPr>
            <p:ph type="body" idx="6" hasCustomPrompt="1"/>
          </p:nvPr>
        </p:nvSpPr>
        <p:spPr>
          <a:xfrm>
            <a:off x="854491" y="4775003"/>
            <a:ext cx="1733054" cy="274027"/>
          </a:xfrm>
          <a:prstGeom prst="rect">
            <a:avLst/>
          </a:prstGeom>
          <a:noFill/>
          <a:ln>
            <a:noFill/>
          </a:ln>
        </p:spPr>
        <p:txBody>
          <a:bodyPr spcFirstLastPara="1" wrap="square" lIns="91425" tIns="45700" rIns="91425" bIns="45700" anchor="t" anchorCtr="0">
            <a:noAutofit/>
          </a:bodyPr>
          <a:lstStyle>
            <a:lvl1pPr marL="0" marR="0" lvl="0" indent="-152408" algn="l" rtl="0">
              <a:lnSpc>
                <a:spcPct val="100000"/>
              </a:lnSpc>
              <a:spcBef>
                <a:spcPts val="227"/>
              </a:spcBef>
              <a:spcAft>
                <a:spcPts val="0"/>
              </a:spcAft>
              <a:buClr>
                <a:schemeClr val="dk1"/>
              </a:buClr>
              <a:buSzPts val="1700"/>
              <a:buFont typeface="Poppins"/>
              <a:buNone/>
              <a:defRPr sz="1133" b="1" i="0" u="none" strike="noStrike" cap="none">
                <a:solidFill>
                  <a:schemeClr val="tx1"/>
                </a:solidFill>
                <a:latin typeface="Poppins"/>
                <a:ea typeface="Poppins"/>
                <a:cs typeface="Poppins"/>
                <a:sym typeface="Poppins"/>
              </a:defRPr>
            </a:lvl1pPr>
            <a:lvl2pPr marL="609630" marR="0" lvl="1"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914446" marR="0" lvl="2"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219261" marR="0" lvl="3"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1524076" marR="0" lvl="4"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pPr marL="0" marR="0" lvl="0" indent="-152408" algn="l" defTabSz="609630" rtl="0" eaLnBrk="1" fontAlgn="auto" latinLnBrk="0" hangingPunct="1">
              <a:lnSpc>
                <a:spcPct val="100000"/>
              </a:lnSpc>
              <a:spcBef>
                <a:spcPts val="227"/>
              </a:spcBef>
              <a:spcAft>
                <a:spcPts val="0"/>
              </a:spcAft>
              <a:buClr>
                <a:schemeClr val="dk1"/>
              </a:buClr>
              <a:buSzPts val="1700"/>
              <a:buFont typeface="Poppins"/>
              <a:buNone/>
              <a:tabLst/>
              <a:defRPr/>
            </a:pPr>
            <a:r>
              <a:rPr lang="pt-BR"/>
              <a:t>Próxima aula</a:t>
            </a:r>
          </a:p>
          <a:p>
            <a:endParaRPr/>
          </a:p>
        </p:txBody>
      </p:sp>
      <p:sp>
        <p:nvSpPr>
          <p:cNvPr id="473" name="Google Shape;473;p35"/>
          <p:cNvSpPr txBox="1">
            <a:spLocks noGrp="1"/>
          </p:cNvSpPr>
          <p:nvPr>
            <p:ph type="body" idx="7" hasCustomPrompt="1"/>
          </p:nvPr>
        </p:nvSpPr>
        <p:spPr>
          <a:xfrm>
            <a:off x="882213" y="5217603"/>
            <a:ext cx="1705332" cy="274027"/>
          </a:xfrm>
          <a:prstGeom prst="rect">
            <a:avLst/>
          </a:prstGeom>
          <a:noFill/>
          <a:ln>
            <a:noFill/>
          </a:ln>
        </p:spPr>
        <p:txBody>
          <a:bodyPr spcFirstLastPara="1" wrap="square" lIns="91425" tIns="45700" rIns="91425" bIns="45700" anchor="t" anchorCtr="0">
            <a:noAutofit/>
          </a:bodyPr>
          <a:lstStyle>
            <a:lvl1pPr marL="0" marR="0" lvl="0" indent="-152408" algn="l" rtl="0">
              <a:lnSpc>
                <a:spcPct val="100000"/>
              </a:lnSpc>
              <a:spcBef>
                <a:spcPts val="227"/>
              </a:spcBef>
              <a:spcAft>
                <a:spcPts val="0"/>
              </a:spcAft>
              <a:buClr>
                <a:schemeClr val="dk1"/>
              </a:buClr>
              <a:buSzPts val="1700"/>
              <a:buFont typeface="Poppins"/>
              <a:buNone/>
              <a:defRPr sz="1133" b="1" i="0" u="none" strike="noStrike" cap="none">
                <a:solidFill>
                  <a:schemeClr val="tx1"/>
                </a:solidFill>
                <a:latin typeface="Poppins"/>
                <a:ea typeface="Poppins"/>
                <a:cs typeface="Poppins"/>
                <a:sym typeface="Poppins"/>
              </a:defRPr>
            </a:lvl1pPr>
            <a:lvl2pPr marL="609630" marR="0" lvl="1"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914446" marR="0" lvl="2"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219261" marR="0" lvl="3"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1524076" marR="0" lvl="4"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pPr marL="0" marR="0" lvl="0" indent="0" algn="l" rtl="0">
              <a:lnSpc>
                <a:spcPct val="100000"/>
              </a:lnSpc>
              <a:spcBef>
                <a:spcPts val="227"/>
              </a:spcBef>
              <a:spcAft>
                <a:spcPts val="0"/>
              </a:spcAft>
              <a:buClr>
                <a:schemeClr val="dk1"/>
              </a:buClr>
              <a:buSzPts val="1700"/>
              <a:buFont typeface="Poppins"/>
              <a:buNone/>
            </a:pPr>
            <a:r>
              <a:rPr lang="pt-BR"/>
              <a:t>Em grupo</a:t>
            </a:r>
          </a:p>
          <a:p>
            <a:endParaRPr/>
          </a:p>
        </p:txBody>
      </p:sp>
      <p:sp>
        <p:nvSpPr>
          <p:cNvPr id="8" name="Retângulo: Cantos Arredondados 7">
            <a:extLst>
              <a:ext uri="{FF2B5EF4-FFF2-40B4-BE49-F238E27FC236}">
                <a16:creationId xmlns:a16="http://schemas.microsoft.com/office/drawing/2014/main" id="{CB95B547-7AF7-C769-0F8A-048E6C149652}"/>
              </a:ext>
            </a:extLst>
          </p:cNvPr>
          <p:cNvSpPr/>
          <p:nvPr userDrawn="1"/>
        </p:nvSpPr>
        <p:spPr>
          <a:xfrm>
            <a:off x="200184" y="224527"/>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Google Shape;207;p37">
            <a:extLst>
              <a:ext uri="{FF2B5EF4-FFF2-40B4-BE49-F238E27FC236}">
                <a16:creationId xmlns:a16="http://schemas.microsoft.com/office/drawing/2014/main" id="{06BB78C3-19D9-F4C3-E9A3-CBC03B2D0CD1}"/>
              </a:ext>
            </a:extLst>
          </p:cNvPr>
          <p:cNvSpPr txBox="1"/>
          <p:nvPr userDrawn="1"/>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2333" b="0" i="0" u="none" strike="noStrike" cap="none" dirty="0">
                <a:solidFill>
                  <a:srgbClr val="FFFFFF"/>
                </a:solidFill>
                <a:latin typeface="Poppins Light" pitchFamily="2" charset="77"/>
                <a:ea typeface="Poppins Light"/>
                <a:cs typeface="Poppins Light" pitchFamily="2" charset="77"/>
                <a:sym typeface="Poppins Light"/>
              </a:rPr>
            </a:br>
            <a:r>
              <a:rPr lang="pt-BR" sz="2333" b="0" i="0" u="none" strike="noStrike" cap="none" dirty="0">
                <a:solidFill>
                  <a:srgbClr val="FFFFFF"/>
                </a:solidFill>
                <a:latin typeface="Poppins Light" pitchFamily="2" charset="77"/>
                <a:ea typeface="Poppins Light"/>
                <a:cs typeface="Poppins Light" pitchFamily="2" charset="77"/>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878912996"/>
      </p:ext>
    </p:extLst>
  </p:cSld>
  <p:clrMapOvr>
    <a:masterClrMapping/>
  </p:clrMapOvr>
  <p:extLst>
    <p:ext uri="{DCECCB84-F9BA-43D5-87BE-67443E8EF086}">
      <p15:sldGuideLst xmlns:p15="http://schemas.microsoft.com/office/powerpoint/2012/main">
        <p15:guide id="1" orient="horz" pos="2160">
          <p15:clr>
            <a:srgbClr val="FBAE40"/>
          </p15:clr>
        </p15:guide>
        <p15:guide id="2" pos="34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2" name="Google Shape;22;p4">
            <a:extLst>
              <a:ext uri="{FF2B5EF4-FFF2-40B4-BE49-F238E27FC236}">
                <a16:creationId xmlns:a16="http://schemas.microsoft.com/office/drawing/2014/main" id="{BC01D2E1-6D92-9DBE-0AD0-985A48B0E0F7}"/>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2192000" cy="568301"/>
          </a:xfrm>
          <a:prstGeom prst="rect">
            <a:avLst/>
          </a:prstGeom>
          <a:noFill/>
          <a:ln>
            <a:noFill/>
          </a:ln>
        </p:spPr>
      </p:pic>
      <p:pic>
        <p:nvPicPr>
          <p:cNvPr id="11" name="Google Shape;23;p4">
            <a:extLst>
              <a:ext uri="{FF2B5EF4-FFF2-40B4-BE49-F238E27FC236}">
                <a16:creationId xmlns:a16="http://schemas.microsoft.com/office/drawing/2014/main" id="{3C0ED6D8-8047-3F7A-11D4-CEFA1BD0A41B}"/>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6262650"/>
            <a:ext cx="12192000" cy="595350"/>
          </a:xfrm>
          <a:prstGeom prst="rect">
            <a:avLst/>
          </a:prstGeom>
          <a:noFill/>
          <a:ln>
            <a:noFill/>
          </a:ln>
        </p:spPr>
      </p:pic>
      <p:sp>
        <p:nvSpPr>
          <p:cNvPr id="167" name="Google Shape;167;p14"/>
          <p:cNvSpPr txBox="1"/>
          <p:nvPr/>
        </p:nvSpPr>
        <p:spPr>
          <a:xfrm>
            <a:off x="724598" y="933336"/>
            <a:ext cx="1493943" cy="30777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000" b="1" i="0" u="none" strike="noStrike" cap="none">
                <a:solidFill>
                  <a:schemeClr val="lt1"/>
                </a:solidFill>
                <a:latin typeface="Poppins"/>
                <a:ea typeface="Poppins"/>
                <a:cs typeface="Poppins"/>
                <a:sym typeface="Poppins"/>
              </a:rPr>
              <a:t>Exposição</a:t>
            </a:r>
            <a:endParaRPr sz="2000" b="0" i="0" u="none" strike="noStrike" cap="none">
              <a:solidFill>
                <a:schemeClr val="lt1"/>
              </a:solidFill>
              <a:latin typeface="Poppins Light"/>
              <a:ea typeface="Poppins Light"/>
              <a:cs typeface="Poppins Light"/>
              <a:sym typeface="Poppins Light"/>
            </a:endParaRPr>
          </a:p>
        </p:txBody>
      </p:sp>
      <p:cxnSp>
        <p:nvCxnSpPr>
          <p:cNvPr id="169" name="Google Shape;169;p14"/>
          <p:cNvCxnSpPr/>
          <p:nvPr/>
        </p:nvCxnSpPr>
        <p:spPr>
          <a:xfrm rot="10800000">
            <a:off x="6787299"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3961499"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9587327"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778432" y="3092450"/>
            <a:ext cx="2016125" cy="1677459"/>
          </a:xfrm>
          <a:prstGeom prst="rect">
            <a:avLst/>
          </a:prstGeom>
          <a:solidFill>
            <a:srgbClr val="D8D8D8"/>
          </a:solidFill>
          <a:ln>
            <a:noFill/>
          </a:ln>
        </p:spPr>
        <p:txBody>
          <a:bodyPr/>
          <a:lstStyle/>
          <a:p>
            <a:endParaRPr lang="pt-BR"/>
          </a:p>
        </p:txBody>
      </p:sp>
      <p:sp>
        <p:nvSpPr>
          <p:cNvPr id="173" name="Google Shape;173;p14"/>
          <p:cNvSpPr>
            <a:spLocks noGrp="1"/>
          </p:cNvSpPr>
          <p:nvPr>
            <p:ph type="pic" idx="3"/>
          </p:nvPr>
        </p:nvSpPr>
        <p:spPr>
          <a:xfrm>
            <a:off x="3615829" y="3092450"/>
            <a:ext cx="2016125" cy="1677459"/>
          </a:xfrm>
          <a:prstGeom prst="rect">
            <a:avLst/>
          </a:prstGeom>
          <a:solidFill>
            <a:srgbClr val="D8D8D8"/>
          </a:solidFill>
          <a:ln>
            <a:noFill/>
          </a:ln>
        </p:spPr>
        <p:txBody>
          <a:bodyPr/>
          <a:lstStyle/>
          <a:p>
            <a:endParaRPr lang="pt-BR"/>
          </a:p>
        </p:txBody>
      </p:sp>
      <p:sp>
        <p:nvSpPr>
          <p:cNvPr id="174" name="Google Shape;174;p14"/>
          <p:cNvSpPr>
            <a:spLocks noGrp="1"/>
          </p:cNvSpPr>
          <p:nvPr>
            <p:ph type="pic" idx="4"/>
          </p:nvPr>
        </p:nvSpPr>
        <p:spPr>
          <a:xfrm>
            <a:off x="6432270" y="3092450"/>
            <a:ext cx="2016125" cy="1677459"/>
          </a:xfrm>
          <a:prstGeom prst="rect">
            <a:avLst/>
          </a:prstGeom>
          <a:solidFill>
            <a:srgbClr val="D8D8D8"/>
          </a:solidFill>
          <a:ln>
            <a:noFill/>
          </a:ln>
        </p:spPr>
        <p:txBody>
          <a:bodyPr/>
          <a:lstStyle/>
          <a:p>
            <a:endParaRPr lang="pt-BR"/>
          </a:p>
        </p:txBody>
      </p:sp>
      <p:sp>
        <p:nvSpPr>
          <p:cNvPr id="175" name="Google Shape;175;p14"/>
          <p:cNvSpPr>
            <a:spLocks noGrp="1"/>
          </p:cNvSpPr>
          <p:nvPr>
            <p:ph type="pic" idx="5"/>
          </p:nvPr>
        </p:nvSpPr>
        <p:spPr>
          <a:xfrm>
            <a:off x="9269667" y="3092450"/>
            <a:ext cx="2016125" cy="1677459"/>
          </a:xfrm>
          <a:prstGeom prst="rect">
            <a:avLst/>
          </a:prstGeom>
          <a:solidFill>
            <a:srgbClr val="D8D8D8"/>
          </a:solidFill>
          <a:ln>
            <a:noFill/>
          </a:ln>
        </p:spPr>
        <p:txBody>
          <a:bodyPr/>
          <a:lstStyle/>
          <a:p>
            <a:endParaRPr lang="pt-BR"/>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3005292" y="958054"/>
            <a:ext cx="8280499" cy="451909"/>
          </a:xfrm>
          <a:prstGeom prst="rect">
            <a:avLst/>
          </a:prstGeom>
        </p:spPr>
        <p:txBody>
          <a:bodyPr/>
          <a:lstStyle/>
          <a:p>
            <a:pPr marL="0" marR="0" lvl="0" indent="0" algn="l" defTabSz="609630" rtl="0" eaLnBrk="1" fontAlgn="auto" latinLnBrk="0" hangingPunct="1">
              <a:lnSpc>
                <a:spcPct val="100000"/>
              </a:lnSpc>
              <a:spcBef>
                <a:spcPts val="0"/>
              </a:spcBef>
              <a:spcAft>
                <a:spcPts val="0"/>
              </a:spcAft>
              <a:buClr>
                <a:srgbClr val="000000"/>
              </a:buClr>
              <a:buSzTx/>
              <a:buFont typeface="Arial"/>
              <a:buNone/>
              <a:tabLst/>
              <a:defRPr/>
            </a:pPr>
            <a:r>
              <a:rPr kumimoji="0" lang="pt-BR" sz="2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3" name="Retângulo: Cantos Arredondados 2">
            <a:extLst>
              <a:ext uri="{FF2B5EF4-FFF2-40B4-BE49-F238E27FC236}">
                <a16:creationId xmlns:a16="http://schemas.microsoft.com/office/drawing/2014/main" id="{DCFD9FC0-28C0-66B9-0578-ACF25B9153D1}"/>
              </a:ext>
            </a:extLst>
          </p:cNvPr>
          <p:cNvSpPr/>
          <p:nvPr userDrawn="1"/>
        </p:nvSpPr>
        <p:spPr>
          <a:xfrm>
            <a:off x="214209" y="231883"/>
            <a:ext cx="2290073" cy="159368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Google Shape;101;p34">
            <a:extLst>
              <a:ext uri="{FF2B5EF4-FFF2-40B4-BE49-F238E27FC236}">
                <a16:creationId xmlns:a16="http://schemas.microsoft.com/office/drawing/2014/main" id="{F57CB2EC-0E2F-4F76-777B-0A8A152C18EA}"/>
              </a:ext>
            </a:extLst>
          </p:cNvPr>
          <p:cNvSpPr txBox="1"/>
          <p:nvPr userDrawn="1"/>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11929897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3" r:id="rId1"/>
    <p:sldLayoutId id="2147483648" r:id="rId2"/>
    <p:sldLayoutId id="2147483731" r:id="rId3"/>
    <p:sldLayoutId id="2147483709" r:id="rId4"/>
    <p:sldLayoutId id="2147483710" r:id="rId5"/>
    <p:sldLayoutId id="2147483735" r:id="rId6"/>
    <p:sldLayoutId id="2147483713" r:id="rId7"/>
    <p:sldLayoutId id="2147483701" r:id="rId8"/>
    <p:sldLayoutId id="2147483658" r:id="rId9"/>
    <p:sldLayoutId id="2147483705" r:id="rId10"/>
    <p:sldLayoutId id="2147483707" r:id="rId11"/>
    <p:sldLayoutId id="2147483757" r:id="rId12"/>
    <p:sldLayoutId id="2147483730" r:id="rId13"/>
    <p:sldLayoutId id="2147483766" r:id="rId14"/>
    <p:sldLayoutId id="2147483769"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20.sv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5.xml"/><Relationship Id="rId4" Type="http://schemas.openxmlformats.org/officeDocument/2006/relationships/image" Target="../media/image24.jpeg"/></Relationships>
</file>

<file path=ppt/slides/_rels/slide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27.jpeg"/><Relationship Id="rId4" Type="http://schemas.openxmlformats.org/officeDocument/2006/relationships/image" Target="../media/image26.jpe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emf"/><Relationship Id="rId1" Type="http://schemas.openxmlformats.org/officeDocument/2006/relationships/slideLayout" Target="../slideLayouts/slideLayout12.xml"/><Relationship Id="rId5" Type="http://schemas.openxmlformats.org/officeDocument/2006/relationships/image" Target="../media/image31.jpeg"/><Relationship Id="rId4" Type="http://schemas.openxmlformats.org/officeDocument/2006/relationships/image" Target="../media/image30.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0.sv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0.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406vWzT6_Y8" TargetMode="External"/><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slides/_rels/slide25.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2.png"/><Relationship Id="rId7" Type="http://schemas.openxmlformats.org/officeDocument/2006/relationships/image" Target="../media/image44.sv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37.png"/><Relationship Id="rId5" Type="http://schemas.openxmlformats.org/officeDocument/2006/relationships/image" Target="../media/image43.sv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2490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 name="Google Shape;643;p43">
            <a:extLst>
              <a:ext uri="{FF2B5EF4-FFF2-40B4-BE49-F238E27FC236}">
                <a16:creationId xmlns:a16="http://schemas.microsoft.com/office/drawing/2014/main" id="{21B44D14-C032-9E7B-6137-9125CF4AE115}"/>
              </a:ext>
            </a:extLst>
          </p:cNvPr>
          <p:cNvSpPr txBox="1">
            <a:spLocks/>
          </p:cNvSpPr>
          <p:nvPr/>
        </p:nvSpPr>
        <p:spPr>
          <a:xfrm>
            <a:off x="1018822" y="1262493"/>
            <a:ext cx="6003459" cy="535430"/>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sz="3200" dirty="0">
                <a:solidFill>
                  <a:srgbClr val="FF161F"/>
                </a:solidFill>
              </a:rPr>
              <a:t>Introdução à Informática</a:t>
            </a:r>
          </a:p>
        </p:txBody>
      </p:sp>
      <p:sp>
        <p:nvSpPr>
          <p:cNvPr id="8" name="Google Shape;643;p43">
            <a:extLst>
              <a:ext uri="{FF2B5EF4-FFF2-40B4-BE49-F238E27FC236}">
                <a16:creationId xmlns:a16="http://schemas.microsoft.com/office/drawing/2014/main" id="{79C53378-5638-4394-B211-79094EBC8787}"/>
              </a:ext>
            </a:extLst>
          </p:cNvPr>
          <p:cNvSpPr txBox="1">
            <a:spLocks/>
          </p:cNvSpPr>
          <p:nvPr/>
        </p:nvSpPr>
        <p:spPr>
          <a:xfrm>
            <a:off x="613181" y="2221967"/>
            <a:ext cx="6814747" cy="469116"/>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609630">
              <a:buSzPts val="4500"/>
              <a:defRPr/>
            </a:pPr>
            <a:r>
              <a:rPr lang="pt-BR" sz="2600" b="1" dirty="0">
                <a:solidFill>
                  <a:schemeClr val="tx1"/>
                </a:solidFill>
                <a:latin typeface="Poppins" panose="00000500000000000000" pitchFamily="2" charset="0"/>
                <a:cs typeface="Poppins" pitchFamily="2" charset="77"/>
              </a:rPr>
              <a:t>Organização digital e produtividade II</a:t>
            </a:r>
          </a:p>
        </p:txBody>
      </p:sp>
      <p:sp>
        <p:nvSpPr>
          <p:cNvPr id="9" name="Google Shape;644;p43">
            <a:extLst>
              <a:ext uri="{FF2B5EF4-FFF2-40B4-BE49-F238E27FC236}">
                <a16:creationId xmlns:a16="http://schemas.microsoft.com/office/drawing/2014/main" id="{B612F43F-1A04-48AE-A3B3-9823407766F9}"/>
              </a:ext>
            </a:extLst>
          </p:cNvPr>
          <p:cNvSpPr txBox="1">
            <a:spLocks/>
          </p:cNvSpPr>
          <p:nvPr/>
        </p:nvSpPr>
        <p:spPr>
          <a:xfrm>
            <a:off x="613179" y="3115128"/>
            <a:ext cx="6814747" cy="535430"/>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500"/>
              </a:spcBef>
              <a:spcAft>
                <a:spcPts val="0"/>
              </a:spcAft>
              <a:buClr>
                <a:schemeClr val="dk1"/>
              </a:buClr>
              <a:buSzPts val="2500"/>
              <a:buFont typeface="Arial"/>
              <a:buNone/>
              <a:defRPr sz="2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1"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Arial"/>
              <a:buChar char="•"/>
              <a:defRPr sz="2400" b="1"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defTabSz="609630">
              <a:spcBef>
                <a:spcPts val="0"/>
              </a:spcBef>
              <a:buClr>
                <a:srgbClr val="000000"/>
              </a:buClr>
              <a:defRPr/>
            </a:pPr>
            <a:r>
              <a:rPr lang="pt-BR" sz="1800" b="0" dirty="0">
                <a:solidFill>
                  <a:schemeClr val="bg1">
                    <a:lumMod val="75000"/>
                  </a:schemeClr>
                </a:solidFill>
                <a:latin typeface="Poppins Medium" panose="00000600000000000000" pitchFamily="2" charset="0"/>
                <a:cs typeface="Poppins Medium" panose="00000600000000000000" pitchFamily="2" charset="0"/>
              </a:rPr>
              <a:t>Aula 3: Otimização do sistema operacional</a:t>
            </a:r>
          </a:p>
        </p:txBody>
      </p:sp>
      <p:sp>
        <p:nvSpPr>
          <p:cNvPr id="10" name="Google Shape;644;p43">
            <a:extLst>
              <a:ext uri="{FF2B5EF4-FFF2-40B4-BE49-F238E27FC236}">
                <a16:creationId xmlns:a16="http://schemas.microsoft.com/office/drawing/2014/main" id="{29D62C2D-8EF0-4993-A4E9-775F2B38E16E}"/>
              </a:ext>
            </a:extLst>
          </p:cNvPr>
          <p:cNvSpPr txBox="1">
            <a:spLocks/>
          </p:cNvSpPr>
          <p:nvPr/>
        </p:nvSpPr>
        <p:spPr>
          <a:xfrm>
            <a:off x="613179" y="3650557"/>
            <a:ext cx="6814747" cy="699232"/>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609630">
              <a:buSzPts val="2500"/>
              <a:defRPr/>
            </a:pPr>
            <a:r>
              <a:rPr lang="pt-BR" sz="1800" dirty="0">
                <a:latin typeface="Poppins" panose="00000500000000000000" pitchFamily="2" charset="0"/>
                <a:cs typeface="Poppins"/>
              </a:rPr>
              <a:t>Código da aula: DADOSANO1C1B2S10A3</a:t>
            </a:r>
          </a:p>
        </p:txBody>
      </p:sp>
    </p:spTree>
    <p:extLst>
      <p:ext uri="{BB962C8B-B14F-4D97-AF65-F5344CB8AC3E}">
        <p14:creationId xmlns:p14="http://schemas.microsoft.com/office/powerpoint/2010/main" val="2617146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áfico 1">
            <a:extLst>
              <a:ext uri="{FF2B5EF4-FFF2-40B4-BE49-F238E27FC236}">
                <a16:creationId xmlns:a16="http://schemas.microsoft.com/office/drawing/2014/main" id="{5D7D75E9-0F4B-DBE3-CC79-711BCF1FE0C8}"/>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1999" r="949"/>
          <a:stretch/>
        </p:blipFill>
        <p:spPr>
          <a:xfrm>
            <a:off x="-5171" y="1336655"/>
            <a:ext cx="12197171" cy="4987270"/>
          </a:xfrm>
          <a:prstGeom prst="rect">
            <a:avLst/>
          </a:prstGeom>
        </p:spPr>
      </p:pic>
      <p:sp>
        <p:nvSpPr>
          <p:cNvPr id="6" name="Google Shape;293;p3">
            <a:extLst>
              <a:ext uri="{FF2B5EF4-FFF2-40B4-BE49-F238E27FC236}">
                <a16:creationId xmlns:a16="http://schemas.microsoft.com/office/drawing/2014/main" id="{EA53E5E4-D3ED-749E-28C3-DEE2A2835353}"/>
              </a:ext>
            </a:extLst>
          </p:cNvPr>
          <p:cNvSpPr/>
          <p:nvPr/>
        </p:nvSpPr>
        <p:spPr>
          <a:xfrm rot="-3438299">
            <a:off x="3101898" y="4687148"/>
            <a:ext cx="210524" cy="210524"/>
          </a:xfrm>
          <a:prstGeom prst="ellipse">
            <a:avLst/>
          </a:prstGeom>
          <a:solidFill>
            <a:schemeClr val="tx1"/>
          </a:solidFill>
          <a:ln>
            <a:noFill/>
          </a:ln>
        </p:spPr>
        <p:txBody>
          <a:bodyPr spcFirstLastPara="1" wrap="square" lIns="60950" tIns="30467" rIns="60950" bIns="30467" anchor="ctr" anchorCtr="0">
            <a:noAutofit/>
          </a:bodyPr>
          <a:lstStyle/>
          <a:p>
            <a:pPr algn="r">
              <a:buSzPts val="2700"/>
            </a:pPr>
            <a:endParaRPr sz="1800" dirty="0">
              <a:solidFill>
                <a:schemeClr val="tx1"/>
              </a:solidFill>
              <a:latin typeface="Calibri"/>
              <a:ea typeface="Calibri"/>
              <a:cs typeface="Calibri"/>
              <a:sym typeface="Calibri"/>
            </a:endParaRPr>
          </a:p>
        </p:txBody>
      </p:sp>
      <p:sp>
        <p:nvSpPr>
          <p:cNvPr id="11" name="Google Shape;298;p3">
            <a:extLst>
              <a:ext uri="{FF2B5EF4-FFF2-40B4-BE49-F238E27FC236}">
                <a16:creationId xmlns:a16="http://schemas.microsoft.com/office/drawing/2014/main" id="{4A2899B7-3121-4E75-668A-D6819BA310CC}"/>
              </a:ext>
            </a:extLst>
          </p:cNvPr>
          <p:cNvSpPr/>
          <p:nvPr/>
        </p:nvSpPr>
        <p:spPr>
          <a:xfrm rot="8953789">
            <a:off x="6038168" y="1499766"/>
            <a:ext cx="210524" cy="210524"/>
          </a:xfrm>
          <a:prstGeom prst="ellipse">
            <a:avLst/>
          </a:prstGeom>
          <a:solidFill>
            <a:schemeClr val="tx1"/>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sp>
        <p:nvSpPr>
          <p:cNvPr id="15" name="Google Shape;302;p3">
            <a:extLst>
              <a:ext uri="{FF2B5EF4-FFF2-40B4-BE49-F238E27FC236}">
                <a16:creationId xmlns:a16="http://schemas.microsoft.com/office/drawing/2014/main" id="{B526F078-F664-0138-7558-AC45725A848F}"/>
              </a:ext>
            </a:extLst>
          </p:cNvPr>
          <p:cNvSpPr/>
          <p:nvPr/>
        </p:nvSpPr>
        <p:spPr>
          <a:xfrm rot="-4951757">
            <a:off x="7445899" y="2445517"/>
            <a:ext cx="210524" cy="210524"/>
          </a:xfrm>
          <a:prstGeom prst="ellipse">
            <a:avLst/>
          </a:prstGeom>
          <a:solidFill>
            <a:schemeClr val="tx1"/>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sp>
        <p:nvSpPr>
          <p:cNvPr id="16" name="Google Shape;303;p3">
            <a:extLst>
              <a:ext uri="{FF2B5EF4-FFF2-40B4-BE49-F238E27FC236}">
                <a16:creationId xmlns:a16="http://schemas.microsoft.com/office/drawing/2014/main" id="{F56660FF-75DD-636F-27CC-F8F675E987DE}"/>
              </a:ext>
            </a:extLst>
          </p:cNvPr>
          <p:cNvSpPr/>
          <p:nvPr/>
        </p:nvSpPr>
        <p:spPr>
          <a:xfrm rot="-2290074">
            <a:off x="8128877" y="5906090"/>
            <a:ext cx="210524" cy="210524"/>
          </a:xfrm>
          <a:prstGeom prst="ellipse">
            <a:avLst/>
          </a:prstGeom>
          <a:solidFill>
            <a:srgbClr val="FF0000"/>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sp>
        <p:nvSpPr>
          <p:cNvPr id="21" name="Google Shape;308;p3">
            <a:extLst>
              <a:ext uri="{FF2B5EF4-FFF2-40B4-BE49-F238E27FC236}">
                <a16:creationId xmlns:a16="http://schemas.microsoft.com/office/drawing/2014/main" id="{4808A2D2-A4FC-3D56-47CE-166BBAB51C4E}"/>
              </a:ext>
            </a:extLst>
          </p:cNvPr>
          <p:cNvSpPr/>
          <p:nvPr/>
        </p:nvSpPr>
        <p:spPr>
          <a:xfrm rot="4160691">
            <a:off x="9504311" y="4023267"/>
            <a:ext cx="210524" cy="210524"/>
          </a:xfrm>
          <a:prstGeom prst="ellipse">
            <a:avLst/>
          </a:prstGeom>
          <a:solidFill>
            <a:schemeClr val="tx1"/>
          </a:solidFill>
          <a:ln>
            <a:noFill/>
          </a:ln>
        </p:spPr>
        <p:txBody>
          <a:bodyPr spcFirstLastPara="1" wrap="square" lIns="60950" tIns="30467" rIns="60950" bIns="30467" anchor="ctr" anchorCtr="0">
            <a:noAutofit/>
          </a:bodyPr>
          <a:lstStyle/>
          <a:p>
            <a:pPr algn="ctr">
              <a:buSzPts val="2700"/>
            </a:pPr>
            <a:endParaRPr sz="1800" dirty="0">
              <a:solidFill>
                <a:srgbClr val="FFFFFF"/>
              </a:solidFill>
              <a:latin typeface="Calibri"/>
              <a:ea typeface="Calibri"/>
              <a:cs typeface="Calibri"/>
              <a:sym typeface="Calibri"/>
            </a:endParaRPr>
          </a:p>
        </p:txBody>
      </p:sp>
      <p:grpSp>
        <p:nvGrpSpPr>
          <p:cNvPr id="49" name="Agrupar 48">
            <a:extLst>
              <a:ext uri="{FF2B5EF4-FFF2-40B4-BE49-F238E27FC236}">
                <a16:creationId xmlns:a16="http://schemas.microsoft.com/office/drawing/2014/main" id="{2ADF4355-9ECC-B4E2-9FBC-DA12643DF645}"/>
              </a:ext>
            </a:extLst>
          </p:cNvPr>
          <p:cNvGrpSpPr/>
          <p:nvPr/>
        </p:nvGrpSpPr>
        <p:grpSpPr>
          <a:xfrm>
            <a:off x="587293" y="1657363"/>
            <a:ext cx="11429063" cy="4353397"/>
            <a:chOff x="880938" y="2486044"/>
            <a:chExt cx="17143595" cy="6530095"/>
          </a:xfrm>
          <a:solidFill>
            <a:srgbClr val="3E3593"/>
          </a:solidFill>
        </p:grpSpPr>
        <p:sp>
          <p:nvSpPr>
            <p:cNvPr id="3" name="Google Shape;290;p3">
              <a:extLst>
                <a:ext uri="{FF2B5EF4-FFF2-40B4-BE49-F238E27FC236}">
                  <a16:creationId xmlns:a16="http://schemas.microsoft.com/office/drawing/2014/main" id="{AE89209E-AD43-F36B-EC55-50B97549360D}"/>
                </a:ext>
              </a:extLst>
            </p:cNvPr>
            <p:cNvSpPr/>
            <p:nvPr/>
          </p:nvSpPr>
          <p:spPr>
            <a:xfrm>
              <a:off x="880938" y="819417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4" name="Google Shape;291;p3">
              <a:extLst>
                <a:ext uri="{FF2B5EF4-FFF2-40B4-BE49-F238E27FC236}">
                  <a16:creationId xmlns:a16="http://schemas.microsoft.com/office/drawing/2014/main" id="{EB71AE8F-D310-98D6-CA71-79035040DEC1}"/>
                </a:ext>
              </a:extLst>
            </p:cNvPr>
            <p:cNvSpPr/>
            <p:nvPr/>
          </p:nvSpPr>
          <p:spPr>
            <a:xfrm>
              <a:off x="2332293" y="819417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5" name="Google Shape;292;p3">
              <a:extLst>
                <a:ext uri="{FF2B5EF4-FFF2-40B4-BE49-F238E27FC236}">
                  <a16:creationId xmlns:a16="http://schemas.microsoft.com/office/drawing/2014/main" id="{6C307A4F-094A-23FC-557D-912DF9A29E01}"/>
                </a:ext>
              </a:extLst>
            </p:cNvPr>
            <p:cNvSpPr/>
            <p:nvPr/>
          </p:nvSpPr>
          <p:spPr>
            <a:xfrm>
              <a:off x="3751845" y="8108805"/>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7" name="Google Shape;294;p3">
              <a:extLst>
                <a:ext uri="{FF2B5EF4-FFF2-40B4-BE49-F238E27FC236}">
                  <a16:creationId xmlns:a16="http://schemas.microsoft.com/office/drawing/2014/main" id="{916F17AB-B0F5-C1FB-97C4-50122119F3CA}"/>
                </a:ext>
              </a:extLst>
            </p:cNvPr>
            <p:cNvSpPr/>
            <p:nvPr/>
          </p:nvSpPr>
          <p:spPr>
            <a:xfrm rot="-3438299">
              <a:off x="5201643" y="5679995"/>
              <a:ext cx="315786" cy="315786"/>
            </a:xfrm>
            <a:prstGeom prst="ellipse">
              <a:avLst/>
            </a:prstGeom>
            <a:grpFill/>
            <a:ln>
              <a:noFill/>
            </a:ln>
          </p:spPr>
          <p:txBody>
            <a:bodyPr spcFirstLastPara="1" wrap="square" lIns="60950" tIns="30467" rIns="60950" bIns="30467" anchor="ctr" anchorCtr="0">
              <a:noAutofit/>
            </a:bodyPr>
            <a:lstStyle/>
            <a:p>
              <a:pPr algn="r">
                <a:buSzPts val="2700"/>
              </a:pPr>
              <a:endParaRPr sz="1800" dirty="0">
                <a:solidFill>
                  <a:srgbClr val="E38099"/>
                </a:solidFill>
                <a:latin typeface="Calibri"/>
                <a:ea typeface="Calibri"/>
                <a:cs typeface="Calibri"/>
                <a:sym typeface="Calibri"/>
              </a:endParaRPr>
            </a:p>
          </p:txBody>
        </p:sp>
        <p:sp>
          <p:nvSpPr>
            <p:cNvPr id="8" name="Google Shape;295;p3">
              <a:extLst>
                <a:ext uri="{FF2B5EF4-FFF2-40B4-BE49-F238E27FC236}">
                  <a16:creationId xmlns:a16="http://schemas.microsoft.com/office/drawing/2014/main" id="{0A8D9351-46FD-D23A-3037-C46C45F92D91}"/>
                </a:ext>
              </a:extLst>
            </p:cNvPr>
            <p:cNvSpPr/>
            <p:nvPr/>
          </p:nvSpPr>
          <p:spPr>
            <a:xfrm rot="-911770">
              <a:off x="6624186" y="5419662"/>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9" name="Google Shape;296;p3">
              <a:extLst>
                <a:ext uri="{FF2B5EF4-FFF2-40B4-BE49-F238E27FC236}">
                  <a16:creationId xmlns:a16="http://schemas.microsoft.com/office/drawing/2014/main" id="{22631971-8A49-57CD-7FBA-7BE977CEAB6E}"/>
                </a:ext>
              </a:extLst>
            </p:cNvPr>
            <p:cNvSpPr/>
            <p:nvPr/>
          </p:nvSpPr>
          <p:spPr>
            <a:xfrm rot="-911770">
              <a:off x="7693774" y="475130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0" name="Google Shape;297;p3">
              <a:extLst>
                <a:ext uri="{FF2B5EF4-FFF2-40B4-BE49-F238E27FC236}">
                  <a16:creationId xmlns:a16="http://schemas.microsoft.com/office/drawing/2014/main" id="{50D90645-AF57-FEAD-2749-2B51069E1233}"/>
                </a:ext>
              </a:extLst>
            </p:cNvPr>
            <p:cNvSpPr/>
            <p:nvPr/>
          </p:nvSpPr>
          <p:spPr>
            <a:xfrm rot="8953789">
              <a:off x="10518635" y="248604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2" name="Google Shape;299;p3">
              <a:extLst>
                <a:ext uri="{FF2B5EF4-FFF2-40B4-BE49-F238E27FC236}">
                  <a16:creationId xmlns:a16="http://schemas.microsoft.com/office/drawing/2014/main" id="{9B89F5CA-3CF3-066E-9671-313FE3DA7DD3}"/>
                </a:ext>
              </a:extLst>
            </p:cNvPr>
            <p:cNvSpPr/>
            <p:nvPr/>
          </p:nvSpPr>
          <p:spPr>
            <a:xfrm rot="8953789">
              <a:off x="8026134" y="3148394"/>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3" name="Google Shape;300;p3">
              <a:extLst>
                <a:ext uri="{FF2B5EF4-FFF2-40B4-BE49-F238E27FC236}">
                  <a16:creationId xmlns:a16="http://schemas.microsoft.com/office/drawing/2014/main" id="{99644665-3712-5F2D-5826-629ED5D6892B}"/>
                </a:ext>
              </a:extLst>
            </p:cNvPr>
            <p:cNvSpPr/>
            <p:nvPr/>
          </p:nvSpPr>
          <p:spPr>
            <a:xfrm rot="-4951757">
              <a:off x="11180603" y="6509091"/>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4" name="Google Shape;301;p3">
              <a:extLst>
                <a:ext uri="{FF2B5EF4-FFF2-40B4-BE49-F238E27FC236}">
                  <a16:creationId xmlns:a16="http://schemas.microsoft.com/office/drawing/2014/main" id="{28D0CE33-4442-076D-969F-E0A34D86FAFE}"/>
                </a:ext>
              </a:extLst>
            </p:cNvPr>
            <p:cNvSpPr/>
            <p:nvPr/>
          </p:nvSpPr>
          <p:spPr>
            <a:xfrm rot="-4951757">
              <a:off x="11209817" y="5070056"/>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7" name="Google Shape;304;p3">
              <a:extLst>
                <a:ext uri="{FF2B5EF4-FFF2-40B4-BE49-F238E27FC236}">
                  <a16:creationId xmlns:a16="http://schemas.microsoft.com/office/drawing/2014/main" id="{29001061-2B4E-2A97-25E1-E7EF16B56B34}"/>
                </a:ext>
              </a:extLst>
            </p:cNvPr>
            <p:cNvSpPr/>
            <p:nvPr/>
          </p:nvSpPr>
          <p:spPr>
            <a:xfrm rot="-2290074">
              <a:off x="13545995" y="8700353"/>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8" name="Google Shape;305;p3">
              <a:extLst>
                <a:ext uri="{FF2B5EF4-FFF2-40B4-BE49-F238E27FC236}">
                  <a16:creationId xmlns:a16="http://schemas.microsoft.com/office/drawing/2014/main" id="{1F0E5483-CD99-2945-FC23-E3806E0A67D1}"/>
                </a:ext>
              </a:extLst>
            </p:cNvPr>
            <p:cNvSpPr/>
            <p:nvPr/>
          </p:nvSpPr>
          <p:spPr>
            <a:xfrm rot="-2290074">
              <a:off x="14277272" y="7524837"/>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19" name="Google Shape;306;p3">
              <a:extLst>
                <a:ext uri="{FF2B5EF4-FFF2-40B4-BE49-F238E27FC236}">
                  <a16:creationId xmlns:a16="http://schemas.microsoft.com/office/drawing/2014/main" id="{04211789-F56F-C23C-C247-0FAC2D857D69}"/>
                </a:ext>
              </a:extLst>
            </p:cNvPr>
            <p:cNvSpPr/>
            <p:nvPr/>
          </p:nvSpPr>
          <p:spPr>
            <a:xfrm rot="5404380">
              <a:off x="11261456" y="7971407"/>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20" name="Google Shape;307;p3">
              <a:extLst>
                <a:ext uri="{FF2B5EF4-FFF2-40B4-BE49-F238E27FC236}">
                  <a16:creationId xmlns:a16="http://schemas.microsoft.com/office/drawing/2014/main" id="{52CFE4AB-8A58-6560-93BB-FE230AD3F22F}"/>
                </a:ext>
              </a:extLst>
            </p:cNvPr>
            <p:cNvSpPr/>
            <p:nvPr/>
          </p:nvSpPr>
          <p:spPr>
            <a:xfrm rot="4160691">
              <a:off x="14897363" y="4884671"/>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22" name="Google Shape;309;p3">
              <a:extLst>
                <a:ext uri="{FF2B5EF4-FFF2-40B4-BE49-F238E27FC236}">
                  <a16:creationId xmlns:a16="http://schemas.microsoft.com/office/drawing/2014/main" id="{5126F024-2398-EBCB-6024-73271DC2FCE8}"/>
                </a:ext>
              </a:extLst>
            </p:cNvPr>
            <p:cNvSpPr/>
            <p:nvPr/>
          </p:nvSpPr>
          <p:spPr>
            <a:xfrm rot="-9744855">
              <a:off x="17708747" y="4757012"/>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sp>
          <p:nvSpPr>
            <p:cNvPr id="23" name="Google Shape;310;p3">
              <a:extLst>
                <a:ext uri="{FF2B5EF4-FFF2-40B4-BE49-F238E27FC236}">
                  <a16:creationId xmlns:a16="http://schemas.microsoft.com/office/drawing/2014/main" id="{3DAC69B2-F4BA-1C4E-B6AB-7423C4FE510B}"/>
                </a:ext>
              </a:extLst>
            </p:cNvPr>
            <p:cNvSpPr/>
            <p:nvPr/>
          </p:nvSpPr>
          <p:spPr>
            <a:xfrm rot="-9744855">
              <a:off x="16321559" y="4758488"/>
              <a:ext cx="315786" cy="315786"/>
            </a:xfrm>
            <a:prstGeom prst="ellipse">
              <a:avLst/>
            </a:prstGeom>
            <a:grpFill/>
            <a:ln>
              <a:noFill/>
            </a:ln>
          </p:spPr>
          <p:txBody>
            <a:bodyPr spcFirstLastPara="1" wrap="square" lIns="60950" tIns="30467" rIns="60950" bIns="30467" anchor="ctr" anchorCtr="0">
              <a:noAutofit/>
            </a:bodyPr>
            <a:lstStyle/>
            <a:p>
              <a:pPr algn="ctr">
                <a:buSzPts val="2700"/>
              </a:pPr>
              <a:endParaRPr sz="1800" dirty="0">
                <a:solidFill>
                  <a:srgbClr val="E38099"/>
                </a:solidFill>
                <a:latin typeface="Calibri"/>
                <a:ea typeface="Calibri"/>
                <a:cs typeface="Calibri"/>
                <a:sym typeface="Calibri"/>
              </a:endParaRPr>
            </a:p>
          </p:txBody>
        </p:sp>
      </p:grpSp>
      <p:sp>
        <p:nvSpPr>
          <p:cNvPr id="24" name="Google Shape;311;p3">
            <a:extLst>
              <a:ext uri="{FF2B5EF4-FFF2-40B4-BE49-F238E27FC236}">
                <a16:creationId xmlns:a16="http://schemas.microsoft.com/office/drawing/2014/main" id="{C009BA89-22BC-CFB4-3C0E-83100D24268B}"/>
              </a:ext>
            </a:extLst>
          </p:cNvPr>
          <p:cNvSpPr/>
          <p:nvPr/>
        </p:nvSpPr>
        <p:spPr>
          <a:xfrm>
            <a:off x="2933526" y="2830191"/>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7</a:t>
            </a:r>
            <a:endParaRPr sz="2000" dirty="0">
              <a:solidFill>
                <a:srgbClr val="FFFFFF"/>
              </a:solidFill>
              <a:latin typeface="Calibri"/>
              <a:ea typeface="Calibri"/>
              <a:cs typeface="Calibri"/>
              <a:sym typeface="Calibri"/>
            </a:endParaRPr>
          </a:p>
        </p:txBody>
      </p:sp>
      <p:cxnSp>
        <p:nvCxnSpPr>
          <p:cNvPr id="25" name="Google Shape;312;p3">
            <a:extLst>
              <a:ext uri="{FF2B5EF4-FFF2-40B4-BE49-F238E27FC236}">
                <a16:creationId xmlns:a16="http://schemas.microsoft.com/office/drawing/2014/main" id="{D8F92167-29C2-CA3E-0AD6-79D50CFE9919}"/>
              </a:ext>
            </a:extLst>
          </p:cNvPr>
          <p:cNvCxnSpPr>
            <a:cxnSpLocks/>
            <a:stCxn id="24" idx="4"/>
          </p:cNvCxnSpPr>
          <p:nvPr/>
        </p:nvCxnSpPr>
        <p:spPr>
          <a:xfrm>
            <a:off x="3201572" y="3366284"/>
            <a:ext cx="89" cy="1323283"/>
          </a:xfrm>
          <a:prstGeom prst="straightConnector1">
            <a:avLst/>
          </a:prstGeom>
          <a:noFill/>
          <a:ln w="9525" cap="flat" cmpd="sng">
            <a:solidFill>
              <a:schemeClr val="tx1"/>
            </a:solidFill>
            <a:prstDash val="solid"/>
            <a:round/>
            <a:headEnd type="none" w="sm" len="sm"/>
            <a:tailEnd type="none" w="sm" len="sm"/>
          </a:ln>
        </p:spPr>
      </p:cxnSp>
      <p:cxnSp>
        <p:nvCxnSpPr>
          <p:cNvPr id="28" name="Google Shape;315;p3">
            <a:extLst>
              <a:ext uri="{FF2B5EF4-FFF2-40B4-BE49-F238E27FC236}">
                <a16:creationId xmlns:a16="http://schemas.microsoft.com/office/drawing/2014/main" id="{AE113DAB-1467-3300-D48F-76A846FDA5DB}"/>
              </a:ext>
            </a:extLst>
          </p:cNvPr>
          <p:cNvCxnSpPr>
            <a:cxnSpLocks/>
            <a:endCxn id="16" idx="1"/>
          </p:cNvCxnSpPr>
          <p:nvPr/>
        </p:nvCxnSpPr>
        <p:spPr>
          <a:xfrm flipV="1">
            <a:off x="7013622" y="5998830"/>
            <a:ext cx="1116003" cy="15420"/>
          </a:xfrm>
          <a:prstGeom prst="straightConnector1">
            <a:avLst/>
          </a:prstGeom>
          <a:noFill/>
          <a:ln w="9525" cap="flat" cmpd="sng">
            <a:solidFill>
              <a:srgbClr val="FF0000"/>
            </a:solidFill>
            <a:prstDash val="solid"/>
            <a:round/>
            <a:headEnd type="none" w="sm" len="sm"/>
            <a:tailEnd type="none" w="sm" len="sm"/>
          </a:ln>
        </p:spPr>
      </p:cxnSp>
      <p:sp>
        <p:nvSpPr>
          <p:cNvPr id="30" name="Google Shape;317;p3">
            <a:extLst>
              <a:ext uri="{FF2B5EF4-FFF2-40B4-BE49-F238E27FC236}">
                <a16:creationId xmlns:a16="http://schemas.microsoft.com/office/drawing/2014/main" id="{BC591161-98D6-0211-EA98-799357E38698}"/>
              </a:ext>
            </a:extLst>
          </p:cNvPr>
          <p:cNvSpPr/>
          <p:nvPr/>
        </p:nvSpPr>
        <p:spPr>
          <a:xfrm>
            <a:off x="5860040" y="626852"/>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8</a:t>
            </a:r>
            <a:endParaRPr sz="2000" dirty="0">
              <a:solidFill>
                <a:srgbClr val="FFFFFF"/>
              </a:solidFill>
              <a:latin typeface="Calibri"/>
              <a:ea typeface="Calibri"/>
              <a:cs typeface="Calibri"/>
              <a:sym typeface="Calibri"/>
            </a:endParaRPr>
          </a:p>
        </p:txBody>
      </p:sp>
      <p:cxnSp>
        <p:nvCxnSpPr>
          <p:cNvPr id="31" name="Google Shape;318;p3">
            <a:extLst>
              <a:ext uri="{FF2B5EF4-FFF2-40B4-BE49-F238E27FC236}">
                <a16:creationId xmlns:a16="http://schemas.microsoft.com/office/drawing/2014/main" id="{1E1ABABF-EEF2-4B32-8408-6EC59AAD3800}"/>
              </a:ext>
            </a:extLst>
          </p:cNvPr>
          <p:cNvCxnSpPr>
            <a:cxnSpLocks/>
            <a:stCxn id="30" idx="4"/>
            <a:endCxn id="11" idx="7"/>
          </p:cNvCxnSpPr>
          <p:nvPr/>
        </p:nvCxnSpPr>
        <p:spPr>
          <a:xfrm flipH="1">
            <a:off x="6117555" y="1162945"/>
            <a:ext cx="10531" cy="544115"/>
          </a:xfrm>
          <a:prstGeom prst="straightConnector1">
            <a:avLst/>
          </a:prstGeom>
          <a:noFill/>
          <a:ln w="9525" cap="flat" cmpd="sng">
            <a:solidFill>
              <a:schemeClr val="tx1"/>
            </a:solidFill>
            <a:prstDash val="solid"/>
            <a:round/>
            <a:headEnd type="none" w="sm" len="sm"/>
            <a:tailEnd type="none" w="sm" len="sm"/>
          </a:ln>
        </p:spPr>
      </p:cxnSp>
      <p:sp>
        <p:nvSpPr>
          <p:cNvPr id="33" name="Google Shape;320;p3">
            <a:extLst>
              <a:ext uri="{FF2B5EF4-FFF2-40B4-BE49-F238E27FC236}">
                <a16:creationId xmlns:a16="http://schemas.microsoft.com/office/drawing/2014/main" id="{9B8FDE68-E380-EB27-40EA-3B826FED28DE}"/>
              </a:ext>
            </a:extLst>
          </p:cNvPr>
          <p:cNvSpPr/>
          <p:nvPr/>
        </p:nvSpPr>
        <p:spPr>
          <a:xfrm>
            <a:off x="8025148" y="1688132"/>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9</a:t>
            </a:r>
            <a:endParaRPr sz="2000" dirty="0">
              <a:solidFill>
                <a:srgbClr val="FFFFFF"/>
              </a:solidFill>
              <a:latin typeface="Calibri"/>
              <a:ea typeface="Calibri"/>
              <a:cs typeface="Calibri"/>
              <a:sym typeface="Calibri"/>
            </a:endParaRPr>
          </a:p>
        </p:txBody>
      </p:sp>
      <p:cxnSp>
        <p:nvCxnSpPr>
          <p:cNvPr id="34" name="Google Shape;321;p3">
            <a:extLst>
              <a:ext uri="{FF2B5EF4-FFF2-40B4-BE49-F238E27FC236}">
                <a16:creationId xmlns:a16="http://schemas.microsoft.com/office/drawing/2014/main" id="{C0E391BB-50C3-FED4-8AA1-8F92A5936C6B}"/>
              </a:ext>
            </a:extLst>
          </p:cNvPr>
          <p:cNvCxnSpPr>
            <a:cxnSpLocks/>
            <a:stCxn id="33" idx="3"/>
            <a:endCxn id="15" idx="5"/>
          </p:cNvCxnSpPr>
          <p:nvPr/>
        </p:nvCxnSpPr>
        <p:spPr>
          <a:xfrm flipH="1">
            <a:off x="7634639" y="2145716"/>
            <a:ext cx="469019" cy="340942"/>
          </a:xfrm>
          <a:prstGeom prst="straightConnector1">
            <a:avLst/>
          </a:prstGeom>
          <a:noFill/>
          <a:ln w="9525" cap="flat" cmpd="sng">
            <a:solidFill>
              <a:schemeClr val="tx1"/>
            </a:solidFill>
            <a:prstDash val="solid"/>
            <a:round/>
            <a:headEnd type="none" w="sm" len="sm"/>
            <a:tailEnd type="none" w="sm" len="sm"/>
          </a:ln>
        </p:spPr>
      </p:cxnSp>
      <p:pic>
        <p:nvPicPr>
          <p:cNvPr id="38" name="Google Shape;325;p3">
            <a:extLst>
              <a:ext uri="{FF2B5EF4-FFF2-40B4-BE49-F238E27FC236}">
                <a16:creationId xmlns:a16="http://schemas.microsoft.com/office/drawing/2014/main" id="{9B875051-FE9F-A696-248F-67EFDD495C14}"/>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rot="18723761">
            <a:off x="7890945" y="1533230"/>
            <a:ext cx="595814" cy="351746"/>
          </a:xfrm>
          <a:prstGeom prst="rect">
            <a:avLst/>
          </a:prstGeom>
          <a:noFill/>
          <a:ln>
            <a:noFill/>
          </a:ln>
        </p:spPr>
      </p:pic>
      <p:pic>
        <p:nvPicPr>
          <p:cNvPr id="39" name="Google Shape;326;p3">
            <a:extLst>
              <a:ext uri="{FF2B5EF4-FFF2-40B4-BE49-F238E27FC236}">
                <a16:creationId xmlns:a16="http://schemas.microsoft.com/office/drawing/2014/main" id="{47D50267-A1B5-AD3D-95BD-9B822B9D82DA}"/>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rot="-2744266">
            <a:off x="10072805" y="3716052"/>
            <a:ext cx="595814" cy="351746"/>
          </a:xfrm>
          <a:prstGeom prst="rect">
            <a:avLst/>
          </a:prstGeom>
          <a:noFill/>
          <a:ln>
            <a:noFill/>
          </a:ln>
        </p:spPr>
      </p:pic>
      <p:pic>
        <p:nvPicPr>
          <p:cNvPr id="40" name="Google Shape;327;p3">
            <a:extLst>
              <a:ext uri="{FF2B5EF4-FFF2-40B4-BE49-F238E27FC236}">
                <a16:creationId xmlns:a16="http://schemas.microsoft.com/office/drawing/2014/main" id="{14D81371-99D7-4FAA-B842-A3B7E1B4A643}"/>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rot="-2744266">
            <a:off x="5730774" y="483267"/>
            <a:ext cx="595814" cy="351746"/>
          </a:xfrm>
          <a:prstGeom prst="rect">
            <a:avLst/>
          </a:prstGeom>
          <a:noFill/>
          <a:ln>
            <a:noFill/>
          </a:ln>
        </p:spPr>
      </p:pic>
      <p:pic>
        <p:nvPicPr>
          <p:cNvPr id="41" name="Google Shape;328;p3">
            <a:extLst>
              <a:ext uri="{FF2B5EF4-FFF2-40B4-BE49-F238E27FC236}">
                <a16:creationId xmlns:a16="http://schemas.microsoft.com/office/drawing/2014/main" id="{6E106C96-C7FE-475F-1631-4A17D8C026BF}"/>
              </a:ext>
            </a:extLst>
          </p:cNvPr>
          <p:cNvPicPr preferRelativeResize="0"/>
          <p:nvPr/>
        </p:nvPicPr>
        <p:blipFill rotWithShape="1">
          <a:blip r:embed="rId6" cstate="hqprint">
            <a:alphaModFix/>
            <a:extLst>
              <a:ext uri="{28A0092B-C50C-407E-A947-70E740481C1C}">
                <a14:useLocalDpi xmlns:a14="http://schemas.microsoft.com/office/drawing/2010/main"/>
              </a:ext>
            </a:extLst>
          </a:blip>
          <a:srcRect/>
          <a:stretch/>
        </p:blipFill>
        <p:spPr>
          <a:xfrm flipH="1">
            <a:off x="113993" y="987674"/>
            <a:ext cx="2098825" cy="2106483"/>
          </a:xfrm>
          <a:prstGeom prst="rect">
            <a:avLst/>
          </a:prstGeom>
          <a:noFill/>
          <a:ln>
            <a:noFill/>
          </a:ln>
        </p:spPr>
      </p:pic>
      <p:sp>
        <p:nvSpPr>
          <p:cNvPr id="45" name="Google Shape;332;p3">
            <a:extLst>
              <a:ext uri="{FF2B5EF4-FFF2-40B4-BE49-F238E27FC236}">
                <a16:creationId xmlns:a16="http://schemas.microsoft.com/office/drawing/2014/main" id="{20D05082-7FE0-9C08-E511-E5ABF433E1FA}"/>
              </a:ext>
            </a:extLst>
          </p:cNvPr>
          <p:cNvSpPr/>
          <p:nvPr/>
        </p:nvSpPr>
        <p:spPr>
          <a:xfrm>
            <a:off x="10174052" y="3851166"/>
            <a:ext cx="536093" cy="536093"/>
          </a:xfrm>
          <a:prstGeom prst="ellipse">
            <a:avLst/>
          </a:prstGeom>
          <a:solidFill>
            <a:schemeClr val="tx1"/>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11</a:t>
            </a:r>
            <a:endParaRPr sz="2000" dirty="0">
              <a:solidFill>
                <a:srgbClr val="FFFFFF"/>
              </a:solidFill>
              <a:latin typeface="Calibri"/>
              <a:ea typeface="Calibri"/>
              <a:cs typeface="Calibri"/>
              <a:sym typeface="Calibri"/>
            </a:endParaRPr>
          </a:p>
        </p:txBody>
      </p:sp>
      <p:cxnSp>
        <p:nvCxnSpPr>
          <p:cNvPr id="46" name="Google Shape;333;p3">
            <a:extLst>
              <a:ext uri="{FF2B5EF4-FFF2-40B4-BE49-F238E27FC236}">
                <a16:creationId xmlns:a16="http://schemas.microsoft.com/office/drawing/2014/main" id="{0DF76807-11D9-D815-F260-1D7E45733370}"/>
              </a:ext>
            </a:extLst>
          </p:cNvPr>
          <p:cNvCxnSpPr>
            <a:cxnSpLocks/>
            <a:stCxn id="45" idx="2"/>
          </p:cNvCxnSpPr>
          <p:nvPr/>
        </p:nvCxnSpPr>
        <p:spPr>
          <a:xfrm flipH="1">
            <a:off x="9579615" y="4119213"/>
            <a:ext cx="594436" cy="12271"/>
          </a:xfrm>
          <a:prstGeom prst="straightConnector1">
            <a:avLst/>
          </a:prstGeom>
          <a:noFill/>
          <a:ln w="9525" cap="flat" cmpd="sng">
            <a:solidFill>
              <a:schemeClr val="tx1"/>
            </a:solidFill>
            <a:prstDash val="solid"/>
            <a:round/>
            <a:headEnd type="none" w="sm" len="sm"/>
            <a:tailEnd type="none" w="sm" len="sm"/>
          </a:ln>
        </p:spPr>
      </p:cxnSp>
      <p:sp>
        <p:nvSpPr>
          <p:cNvPr id="50" name="Google Shape;313;p3">
            <a:extLst>
              <a:ext uri="{FF2B5EF4-FFF2-40B4-BE49-F238E27FC236}">
                <a16:creationId xmlns:a16="http://schemas.microsoft.com/office/drawing/2014/main" id="{2534AD05-DEC5-F97B-ADD8-DA0028DFF764}"/>
              </a:ext>
            </a:extLst>
          </p:cNvPr>
          <p:cNvSpPr txBox="1"/>
          <p:nvPr/>
        </p:nvSpPr>
        <p:spPr>
          <a:xfrm>
            <a:off x="287503" y="3965364"/>
            <a:ext cx="2832564" cy="584749"/>
          </a:xfrm>
          <a:prstGeom prst="rect">
            <a:avLst/>
          </a:prstGeom>
          <a:noFill/>
          <a:ln>
            <a:noFill/>
          </a:ln>
        </p:spPr>
        <p:txBody>
          <a:bodyPr spcFirstLastPara="1" wrap="square" lIns="60950" tIns="30467" rIns="60950" bIns="30467" anchor="t" anchorCtr="0">
            <a:spAutoFit/>
          </a:bodyPr>
          <a:lstStyle/>
          <a:p>
            <a:pPr>
              <a:buSzPts val="2250"/>
            </a:pPr>
            <a:r>
              <a:rPr lang="pt-BR" sz="1700" dirty="0">
                <a:latin typeface="Poppins" pitchFamily="2" charset="77"/>
                <a:ea typeface="Poppins Light"/>
                <a:cs typeface="Poppins" pitchFamily="2" charset="77"/>
                <a:sym typeface="Poppins Light"/>
              </a:rPr>
              <a:t>Redes e dispositivos de conectividade</a:t>
            </a:r>
          </a:p>
        </p:txBody>
      </p:sp>
      <p:sp>
        <p:nvSpPr>
          <p:cNvPr id="51" name="Google Shape;316;p3">
            <a:extLst>
              <a:ext uri="{FF2B5EF4-FFF2-40B4-BE49-F238E27FC236}">
                <a16:creationId xmlns:a16="http://schemas.microsoft.com/office/drawing/2014/main" id="{0E40C7D1-B07D-7607-3919-E959E42D9AE8}"/>
              </a:ext>
            </a:extLst>
          </p:cNvPr>
          <p:cNvSpPr txBox="1"/>
          <p:nvPr/>
        </p:nvSpPr>
        <p:spPr>
          <a:xfrm>
            <a:off x="4121308" y="5824870"/>
            <a:ext cx="2454965" cy="58474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Organização digital e produtividade II</a:t>
            </a:r>
          </a:p>
        </p:txBody>
      </p:sp>
      <p:sp>
        <p:nvSpPr>
          <p:cNvPr id="52" name="Google Shape;319;p3">
            <a:extLst>
              <a:ext uri="{FF2B5EF4-FFF2-40B4-BE49-F238E27FC236}">
                <a16:creationId xmlns:a16="http://schemas.microsoft.com/office/drawing/2014/main" id="{C7EBBC61-12C1-8FD9-FE3E-95B596546E94}"/>
              </a:ext>
            </a:extLst>
          </p:cNvPr>
          <p:cNvSpPr txBox="1"/>
          <p:nvPr/>
        </p:nvSpPr>
        <p:spPr>
          <a:xfrm>
            <a:off x="6510730" y="504694"/>
            <a:ext cx="3724381" cy="58474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Endereçamento e protocolos de rede</a:t>
            </a:r>
          </a:p>
        </p:txBody>
      </p:sp>
      <p:sp>
        <p:nvSpPr>
          <p:cNvPr id="53" name="Google Shape;322;p3">
            <a:extLst>
              <a:ext uri="{FF2B5EF4-FFF2-40B4-BE49-F238E27FC236}">
                <a16:creationId xmlns:a16="http://schemas.microsoft.com/office/drawing/2014/main" id="{E937EEE7-8AD5-0965-AFEF-7972D3B0E0C6}"/>
              </a:ext>
            </a:extLst>
          </p:cNvPr>
          <p:cNvSpPr txBox="1"/>
          <p:nvPr/>
        </p:nvSpPr>
        <p:spPr>
          <a:xfrm>
            <a:off x="8673545" y="1652519"/>
            <a:ext cx="2756455" cy="58474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Organização digital e produtividade I</a:t>
            </a:r>
          </a:p>
        </p:txBody>
      </p:sp>
      <p:sp>
        <p:nvSpPr>
          <p:cNvPr id="54" name="Google Shape;329;p3">
            <a:extLst>
              <a:ext uri="{FF2B5EF4-FFF2-40B4-BE49-F238E27FC236}">
                <a16:creationId xmlns:a16="http://schemas.microsoft.com/office/drawing/2014/main" id="{AEB6AFAD-779E-B2E0-98E1-FBB111B33912}"/>
              </a:ext>
            </a:extLst>
          </p:cNvPr>
          <p:cNvSpPr txBox="1"/>
          <p:nvPr/>
        </p:nvSpPr>
        <p:spPr>
          <a:xfrm>
            <a:off x="154176" y="1212563"/>
            <a:ext cx="1865581" cy="471770"/>
          </a:xfrm>
          <a:prstGeom prst="rect">
            <a:avLst/>
          </a:prstGeom>
          <a:noFill/>
          <a:ln>
            <a:noFill/>
          </a:ln>
        </p:spPr>
        <p:txBody>
          <a:bodyPr spcFirstLastPara="1" wrap="square" lIns="60950" tIns="30467" rIns="60950" bIns="30467" anchor="t" anchorCtr="0">
            <a:spAutoFit/>
          </a:bodyPr>
          <a:lstStyle/>
          <a:p>
            <a:pPr algn="r">
              <a:buSzPts val="2000"/>
            </a:pPr>
            <a:r>
              <a:rPr lang="pt-BR" sz="1333" b="1" dirty="0">
                <a:solidFill>
                  <a:srgbClr val="FFFFFF"/>
                </a:solidFill>
                <a:latin typeface="Poppins" pitchFamily="2" charset="77"/>
                <a:ea typeface="Poppins SemiBold"/>
                <a:cs typeface="Poppins" pitchFamily="2" charset="77"/>
                <a:sym typeface="Poppins SemiBold"/>
              </a:rPr>
              <a:t>Introdução à Informática </a:t>
            </a:r>
          </a:p>
        </p:txBody>
      </p:sp>
      <p:pic>
        <p:nvPicPr>
          <p:cNvPr id="55" name="Google Shape;330;p3">
            <a:extLst>
              <a:ext uri="{FF2B5EF4-FFF2-40B4-BE49-F238E27FC236}">
                <a16:creationId xmlns:a16="http://schemas.microsoft.com/office/drawing/2014/main" id="{7D168A3F-085D-8A74-F19B-1BCFC7C7D701}"/>
              </a:ext>
            </a:extLst>
          </p:cNvPr>
          <p:cNvPicPr preferRelativeResize="0"/>
          <p:nvPr/>
        </p:nvPicPr>
        <p:blipFill rotWithShape="1">
          <a:blip r:embed="rId7" cstate="hqprint">
            <a:alphaModFix/>
            <a:extLst>
              <a:ext uri="{28A0092B-C50C-407E-A947-70E740481C1C}">
                <a14:useLocalDpi xmlns:a14="http://schemas.microsoft.com/office/drawing/2010/main"/>
              </a:ext>
            </a:extLst>
          </a:blip>
          <a:srcRect/>
          <a:stretch/>
        </p:blipFill>
        <p:spPr>
          <a:xfrm>
            <a:off x="2087888" y="280143"/>
            <a:ext cx="2549765" cy="2559071"/>
          </a:xfrm>
          <a:prstGeom prst="rect">
            <a:avLst/>
          </a:prstGeom>
          <a:noFill/>
          <a:ln>
            <a:noFill/>
          </a:ln>
        </p:spPr>
      </p:pic>
      <p:sp>
        <p:nvSpPr>
          <p:cNvPr id="57" name="Google Shape;335;p3">
            <a:extLst>
              <a:ext uri="{FF2B5EF4-FFF2-40B4-BE49-F238E27FC236}">
                <a16:creationId xmlns:a16="http://schemas.microsoft.com/office/drawing/2014/main" id="{27DF6EEE-ABB9-F21D-DC51-574CA07674FA}"/>
              </a:ext>
            </a:extLst>
          </p:cNvPr>
          <p:cNvSpPr txBox="1"/>
          <p:nvPr/>
        </p:nvSpPr>
        <p:spPr>
          <a:xfrm>
            <a:off x="9949272" y="4530800"/>
            <a:ext cx="2093345" cy="584749"/>
          </a:xfrm>
          <a:prstGeom prst="rect">
            <a:avLst/>
          </a:prstGeom>
          <a:noFill/>
          <a:ln>
            <a:noFill/>
          </a:ln>
        </p:spPr>
        <p:txBody>
          <a:bodyPr spcFirstLastPara="1" wrap="square" lIns="60950" tIns="30467" rIns="60950" bIns="30467" anchor="t" anchorCtr="0">
            <a:spAutoFit/>
          </a:bodyPr>
          <a:lstStyle/>
          <a:p>
            <a:pPr>
              <a:buSzPts val="2250"/>
            </a:pPr>
            <a:r>
              <a:rPr lang="pt-BR" sz="1700" dirty="0">
                <a:solidFill>
                  <a:schemeClr val="dk1"/>
                </a:solidFill>
                <a:latin typeface="Poppins" pitchFamily="2" charset="77"/>
                <a:ea typeface="Poppins Light"/>
                <a:cs typeface="Poppins" pitchFamily="2" charset="77"/>
                <a:sym typeface="Poppins Light"/>
              </a:rPr>
              <a:t>Ferramentas de escritório I</a:t>
            </a:r>
            <a:endParaRPr lang="pt-BR" sz="1700" dirty="0">
              <a:latin typeface="Poppins" pitchFamily="2" charset="77"/>
              <a:cs typeface="Poppins" pitchFamily="2" charset="77"/>
            </a:endParaRPr>
          </a:p>
        </p:txBody>
      </p:sp>
      <p:sp>
        <p:nvSpPr>
          <p:cNvPr id="26" name="Google Shape;331;p3">
            <a:extLst>
              <a:ext uri="{FF2B5EF4-FFF2-40B4-BE49-F238E27FC236}">
                <a16:creationId xmlns:a16="http://schemas.microsoft.com/office/drawing/2014/main" id="{63BA6607-9D8E-31C1-3A2E-36D5A6BD2C5B}"/>
              </a:ext>
            </a:extLst>
          </p:cNvPr>
          <p:cNvSpPr txBox="1"/>
          <p:nvPr/>
        </p:nvSpPr>
        <p:spPr>
          <a:xfrm>
            <a:off x="2113937" y="653818"/>
            <a:ext cx="2435785" cy="1046222"/>
          </a:xfrm>
          <a:prstGeom prst="rect">
            <a:avLst/>
          </a:prstGeom>
          <a:noFill/>
          <a:ln>
            <a:noFill/>
          </a:ln>
        </p:spPr>
        <p:txBody>
          <a:bodyPr spcFirstLastPara="1" wrap="square" lIns="60950" tIns="30467" rIns="60950" bIns="30467" anchor="t" anchorCtr="0">
            <a:spAutoFit/>
          </a:bodyPr>
          <a:lstStyle/>
          <a:p>
            <a:pPr algn="ctr">
              <a:buSzPts val="3600"/>
            </a:pPr>
            <a:r>
              <a:rPr lang="pt-BR" sz="2133" b="1" dirty="0">
                <a:solidFill>
                  <a:srgbClr val="FFFFFF"/>
                </a:solidFill>
                <a:latin typeface="Poppins"/>
                <a:ea typeface="Poppins"/>
                <a:cs typeface="Poppins"/>
                <a:sym typeface="Poppins"/>
              </a:rPr>
              <a:t>Mapa da Unidade 1   Componente 1</a:t>
            </a:r>
            <a:endParaRPr lang="pt-BR" sz="2133" dirty="0"/>
          </a:p>
        </p:txBody>
      </p:sp>
      <p:sp>
        <p:nvSpPr>
          <p:cNvPr id="27" name="Google Shape;314;p3">
            <a:extLst>
              <a:ext uri="{FF2B5EF4-FFF2-40B4-BE49-F238E27FC236}">
                <a16:creationId xmlns:a16="http://schemas.microsoft.com/office/drawing/2014/main" id="{4001D8D6-34F2-D9E9-BFE3-F0D9953EABE5}"/>
              </a:ext>
            </a:extLst>
          </p:cNvPr>
          <p:cNvSpPr/>
          <p:nvPr/>
        </p:nvSpPr>
        <p:spPr>
          <a:xfrm>
            <a:off x="6649008" y="5735630"/>
            <a:ext cx="536093" cy="536093"/>
          </a:xfrm>
          <a:prstGeom prst="ellipse">
            <a:avLst/>
          </a:prstGeom>
          <a:solidFill>
            <a:srgbClr val="FF0000"/>
          </a:solidFill>
          <a:ln>
            <a:noFill/>
          </a:ln>
        </p:spPr>
        <p:txBody>
          <a:bodyPr spcFirstLastPara="1" wrap="square" lIns="36000" tIns="36000" rIns="36000" bIns="36000" anchor="ctr" anchorCtr="0">
            <a:noAutofit/>
          </a:bodyPr>
          <a:lstStyle/>
          <a:p>
            <a:pPr algn="ctr">
              <a:buSzPts val="2700"/>
            </a:pPr>
            <a:r>
              <a:rPr lang="pt-BR" sz="2000" b="1" dirty="0">
                <a:solidFill>
                  <a:srgbClr val="FFFFFF"/>
                </a:solidFill>
                <a:latin typeface="Poppins"/>
                <a:ea typeface="Calibri"/>
                <a:cs typeface="Poppins"/>
                <a:sym typeface="Poppins"/>
              </a:rPr>
              <a:t>10</a:t>
            </a:r>
            <a:endParaRPr sz="2000" dirty="0">
              <a:solidFill>
                <a:srgbClr val="FFFFFF"/>
              </a:solidFill>
              <a:latin typeface="Calibri"/>
              <a:ea typeface="Calibri"/>
              <a:cs typeface="Calibri"/>
              <a:sym typeface="Calibri"/>
            </a:endParaRPr>
          </a:p>
        </p:txBody>
      </p:sp>
      <p:sp>
        <p:nvSpPr>
          <p:cNvPr id="29" name="Google Shape;323;p3">
            <a:extLst>
              <a:ext uri="{FF2B5EF4-FFF2-40B4-BE49-F238E27FC236}">
                <a16:creationId xmlns:a16="http://schemas.microsoft.com/office/drawing/2014/main" id="{7B57060B-3C4F-2A46-EE0E-178F4AEDFD7B}"/>
              </a:ext>
            </a:extLst>
          </p:cNvPr>
          <p:cNvSpPr txBox="1"/>
          <p:nvPr/>
        </p:nvSpPr>
        <p:spPr>
          <a:xfrm>
            <a:off x="4810742" y="5322556"/>
            <a:ext cx="1728649" cy="276973"/>
          </a:xfrm>
          <a:prstGeom prst="rect">
            <a:avLst/>
          </a:prstGeom>
          <a:noFill/>
          <a:ln>
            <a:noFill/>
          </a:ln>
        </p:spPr>
        <p:txBody>
          <a:bodyPr spcFirstLastPara="1" wrap="square" lIns="60950" tIns="30467" rIns="60950" bIns="30467" anchor="t" anchorCtr="0">
            <a:spAutoFit/>
          </a:bodyPr>
          <a:lstStyle/>
          <a:p>
            <a:pPr>
              <a:buSzPts val="1800"/>
            </a:pPr>
            <a:r>
              <a:rPr lang="pt-BR" sz="1400" b="1" dirty="0">
                <a:solidFill>
                  <a:srgbClr val="FA161E"/>
                </a:solidFill>
                <a:latin typeface="Poppins"/>
                <a:ea typeface="Poppins"/>
                <a:cs typeface="Poppins"/>
                <a:sym typeface="Poppins"/>
              </a:rPr>
              <a:t>Você está aqui!</a:t>
            </a:r>
            <a:endParaRPr sz="1400" dirty="0"/>
          </a:p>
        </p:txBody>
      </p:sp>
      <p:pic>
        <p:nvPicPr>
          <p:cNvPr id="56" name="Google Shape;324;p3">
            <a:extLst>
              <a:ext uri="{FF2B5EF4-FFF2-40B4-BE49-F238E27FC236}">
                <a16:creationId xmlns:a16="http://schemas.microsoft.com/office/drawing/2014/main" id="{2AC5785F-8AC1-DC32-1160-39BF253736D4}"/>
              </a:ext>
            </a:extLst>
          </p:cNvPr>
          <p:cNvPicPr preferRelativeResize="0"/>
          <p:nvPr/>
        </p:nvPicPr>
        <p:blipFill rotWithShape="1">
          <a:blip r:embed="rId8" cstate="hqprint">
            <a:alphaModFix/>
            <a:extLst>
              <a:ext uri="{28A0092B-C50C-407E-A947-70E740481C1C}">
                <a14:useLocalDpi xmlns:a14="http://schemas.microsoft.com/office/drawing/2010/main"/>
              </a:ext>
            </a:extLst>
          </a:blip>
          <a:srcRect/>
          <a:stretch/>
        </p:blipFill>
        <p:spPr>
          <a:xfrm rot="-2744266">
            <a:off x="6553043" y="5566094"/>
            <a:ext cx="595814" cy="351746"/>
          </a:xfrm>
          <a:prstGeom prst="rect">
            <a:avLst/>
          </a:prstGeom>
          <a:noFill/>
          <a:ln>
            <a:noFill/>
          </a:ln>
        </p:spPr>
      </p:pic>
      <p:pic>
        <p:nvPicPr>
          <p:cNvPr id="58" name="Google Shape;326;p3">
            <a:extLst>
              <a:ext uri="{FF2B5EF4-FFF2-40B4-BE49-F238E27FC236}">
                <a16:creationId xmlns:a16="http://schemas.microsoft.com/office/drawing/2014/main" id="{47D50267-A1B5-AD3D-95BD-9B822B9D82DA}"/>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rot="-2744266">
            <a:off x="2837257" y="2684184"/>
            <a:ext cx="595814" cy="351746"/>
          </a:xfrm>
          <a:prstGeom prst="rect">
            <a:avLst/>
          </a:prstGeom>
          <a:noFill/>
          <a:ln>
            <a:noFill/>
          </a:ln>
        </p:spPr>
      </p:pic>
    </p:spTree>
    <p:extLst>
      <p:ext uri="{BB962C8B-B14F-4D97-AF65-F5344CB8AC3E}">
        <p14:creationId xmlns:p14="http://schemas.microsoft.com/office/powerpoint/2010/main" val="1219698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áfico 5">
            <a:extLst>
              <a:ext uri="{FF2B5EF4-FFF2-40B4-BE49-F238E27FC236}">
                <a16:creationId xmlns:a16="http://schemas.microsoft.com/office/drawing/2014/main" id="{B2669C60-1B2E-CB26-6D65-F137874BFC61}"/>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6" t="30197" r="53546" b="6024"/>
          <a:stretch/>
        </p:blipFill>
        <p:spPr>
          <a:xfrm rot="21026348">
            <a:off x="5708588" y="2655329"/>
            <a:ext cx="8603297" cy="4647676"/>
          </a:xfrm>
          <a:prstGeom prst="rect">
            <a:avLst/>
          </a:prstGeom>
        </p:spPr>
      </p:pic>
      <p:sp>
        <p:nvSpPr>
          <p:cNvPr id="7" name="Google Shape;341;p4">
            <a:extLst>
              <a:ext uri="{FF2B5EF4-FFF2-40B4-BE49-F238E27FC236}">
                <a16:creationId xmlns:a16="http://schemas.microsoft.com/office/drawing/2014/main" id="{454BE3FB-DBF5-B9B9-2C32-D91EB68E7728}"/>
              </a:ext>
            </a:extLst>
          </p:cNvPr>
          <p:cNvSpPr/>
          <p:nvPr/>
        </p:nvSpPr>
        <p:spPr>
          <a:xfrm rot="-3438299">
            <a:off x="10617267" y="5326573"/>
            <a:ext cx="408000" cy="408000"/>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60950" tIns="30467" rIns="60950" bIns="30467"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r">
              <a:buSzPts val="2700"/>
            </a:pPr>
            <a:endParaRPr sz="1800" dirty="0">
              <a:solidFill>
                <a:srgbClr val="FFFFFF"/>
              </a:solidFill>
              <a:latin typeface="Calibri"/>
              <a:ea typeface="Calibri"/>
              <a:cs typeface="Calibri"/>
              <a:sym typeface="Calibri"/>
            </a:endParaRPr>
          </a:p>
        </p:txBody>
      </p:sp>
      <p:sp>
        <p:nvSpPr>
          <p:cNvPr id="8" name="Google Shape;342;p4">
            <a:extLst>
              <a:ext uri="{FF2B5EF4-FFF2-40B4-BE49-F238E27FC236}">
                <a16:creationId xmlns:a16="http://schemas.microsoft.com/office/drawing/2014/main" id="{11417446-22F7-018A-FD17-8BE6870376DA}"/>
              </a:ext>
            </a:extLst>
          </p:cNvPr>
          <p:cNvSpPr/>
          <p:nvPr/>
        </p:nvSpPr>
        <p:spPr>
          <a:xfrm>
            <a:off x="9084502" y="3402930"/>
            <a:ext cx="1317209" cy="1317209"/>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36000" tIns="36000" rIns="36000" bIns="36000"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buSzPts val="6000"/>
            </a:pPr>
            <a:r>
              <a:rPr lang="pt-BR" sz="4200" b="1" dirty="0">
                <a:solidFill>
                  <a:srgbClr val="FFFFFF"/>
                </a:solidFill>
                <a:latin typeface="Poppins"/>
                <a:ea typeface="Calibri"/>
                <a:cs typeface="Poppins"/>
                <a:sym typeface="Poppins"/>
              </a:rPr>
              <a:t>10</a:t>
            </a:r>
            <a:endParaRPr sz="4200" dirty="0">
              <a:solidFill>
                <a:srgbClr val="FFFFFF"/>
              </a:solidFill>
              <a:latin typeface="Calibri"/>
              <a:ea typeface="Calibri"/>
              <a:cs typeface="Calibri"/>
              <a:sym typeface="Calibri"/>
            </a:endParaRPr>
          </a:p>
        </p:txBody>
      </p:sp>
      <p:cxnSp>
        <p:nvCxnSpPr>
          <p:cNvPr id="9" name="Google Shape;343;p4">
            <a:extLst>
              <a:ext uri="{FF2B5EF4-FFF2-40B4-BE49-F238E27FC236}">
                <a16:creationId xmlns:a16="http://schemas.microsoft.com/office/drawing/2014/main" id="{38C1C8A1-D576-D03F-ABAB-56823E51B9F2}"/>
              </a:ext>
            </a:extLst>
          </p:cNvPr>
          <p:cNvCxnSpPr/>
          <p:nvPr/>
        </p:nvCxnSpPr>
        <p:spPr>
          <a:xfrm>
            <a:off x="10016903" y="4528943"/>
            <a:ext cx="634075" cy="900448"/>
          </a:xfrm>
          <a:prstGeom prst="straightConnector1">
            <a:avLst/>
          </a:prstGeom>
          <a:noFill/>
          <a:ln w="9525" cap="flat" cmpd="sng">
            <a:solidFill>
              <a:srgbClr val="FA161E"/>
            </a:solidFill>
            <a:prstDash val="solid"/>
            <a:round/>
            <a:headEnd type="none" w="sm" len="sm"/>
            <a:tailEnd type="none" w="sm" len="sm"/>
          </a:ln>
        </p:spPr>
      </p:cxnSp>
      <p:sp>
        <p:nvSpPr>
          <p:cNvPr id="10" name="Google Shape;344;p4">
            <a:extLst>
              <a:ext uri="{FF2B5EF4-FFF2-40B4-BE49-F238E27FC236}">
                <a16:creationId xmlns:a16="http://schemas.microsoft.com/office/drawing/2014/main" id="{5EB2AABC-411A-4DB1-754E-398B32A01EC9}"/>
              </a:ext>
            </a:extLst>
          </p:cNvPr>
          <p:cNvSpPr txBox="1"/>
          <p:nvPr/>
        </p:nvSpPr>
        <p:spPr>
          <a:xfrm>
            <a:off x="3361984" y="3253512"/>
            <a:ext cx="4487736" cy="338528"/>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SzPts val="2250"/>
            </a:pPr>
            <a:r>
              <a:rPr lang="pt-BR" sz="1800" dirty="0">
                <a:solidFill>
                  <a:schemeClr val="dk1"/>
                </a:solidFill>
                <a:latin typeface="Poppins" pitchFamily="2" charset="77"/>
                <a:ea typeface="Poppins Light"/>
                <a:cs typeface="Poppins" pitchFamily="2" charset="77"/>
                <a:sym typeface="Poppins Light"/>
              </a:rPr>
              <a:t>Organização digital e produtividade II</a:t>
            </a:r>
          </a:p>
        </p:txBody>
      </p:sp>
      <p:sp>
        <p:nvSpPr>
          <p:cNvPr id="11" name="Google Shape;345;p4">
            <a:extLst>
              <a:ext uri="{FF2B5EF4-FFF2-40B4-BE49-F238E27FC236}">
                <a16:creationId xmlns:a16="http://schemas.microsoft.com/office/drawing/2014/main" id="{9DC627E0-692B-B963-150C-C9ABA2375B7B}"/>
              </a:ext>
            </a:extLst>
          </p:cNvPr>
          <p:cNvSpPr txBox="1"/>
          <p:nvPr/>
        </p:nvSpPr>
        <p:spPr>
          <a:xfrm>
            <a:off x="3361984" y="2834485"/>
            <a:ext cx="2582980" cy="40008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SzPts val="3000"/>
            </a:pPr>
            <a:r>
              <a:rPr lang="pt-BR" sz="2200" b="1" dirty="0">
                <a:solidFill>
                  <a:srgbClr val="FA161E"/>
                </a:solidFill>
                <a:latin typeface="Poppins"/>
                <a:ea typeface="Poppins"/>
                <a:cs typeface="Poppins"/>
                <a:sym typeface="Poppins"/>
              </a:rPr>
              <a:t>Você está aqui!</a:t>
            </a:r>
            <a:endParaRPr sz="2200" dirty="0">
              <a:latin typeface="Arial"/>
              <a:ea typeface="Arial"/>
              <a:cs typeface="Arial"/>
            </a:endParaRPr>
          </a:p>
        </p:txBody>
      </p:sp>
      <p:sp>
        <p:nvSpPr>
          <p:cNvPr id="15" name="Google Shape;349;p4">
            <a:extLst>
              <a:ext uri="{FF2B5EF4-FFF2-40B4-BE49-F238E27FC236}">
                <a16:creationId xmlns:a16="http://schemas.microsoft.com/office/drawing/2014/main" id="{AFF9433E-50D2-8459-4418-8A47B897A114}"/>
              </a:ext>
            </a:extLst>
          </p:cNvPr>
          <p:cNvSpPr txBox="1"/>
          <p:nvPr/>
        </p:nvSpPr>
        <p:spPr>
          <a:xfrm>
            <a:off x="3331830" y="5324225"/>
            <a:ext cx="4833602" cy="699232"/>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SzPts val="2500"/>
            </a:pPr>
            <a:r>
              <a:rPr lang="pt-BR" sz="1800" dirty="0">
                <a:latin typeface="Poppins"/>
                <a:ea typeface="Poppins"/>
                <a:cs typeface="Poppins"/>
                <a:sym typeface="Poppins"/>
              </a:rPr>
              <a:t>Código da aula: DADOSANO1C1B2S10A3</a:t>
            </a:r>
            <a:endParaRPr lang="pt-BR" sz="1800" dirty="0">
              <a:latin typeface="Arial"/>
              <a:ea typeface="Arial"/>
              <a:cs typeface="Arial"/>
            </a:endParaRPr>
          </a:p>
        </p:txBody>
      </p:sp>
      <p:sp>
        <p:nvSpPr>
          <p:cNvPr id="16" name="Google Shape;350;p4">
            <a:extLst>
              <a:ext uri="{FF2B5EF4-FFF2-40B4-BE49-F238E27FC236}">
                <a16:creationId xmlns:a16="http://schemas.microsoft.com/office/drawing/2014/main" id="{7678E78B-4D53-2DA7-5F21-B11136BABC01}"/>
              </a:ext>
            </a:extLst>
          </p:cNvPr>
          <p:cNvSpPr txBox="1"/>
          <p:nvPr/>
        </p:nvSpPr>
        <p:spPr>
          <a:xfrm>
            <a:off x="3331829" y="4552539"/>
            <a:ext cx="6996031" cy="535430"/>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60950" tIns="30467" rIns="60950" bIns="30467" anchor="t" anchorCtr="0">
            <a:noAutofit/>
          </a:bodyPr>
          <a:lstStyle>
            <a:defPPr marR="0" lvl="0" algn="l" rtl="0">
              <a:lnSpc>
                <a:spcPct val="100000"/>
              </a:lnSpc>
              <a:spcBef>
                <a:spcPts val="0"/>
              </a:spcBef>
              <a:spcAft>
                <a:spcPts val="0"/>
              </a:spcAft>
              <a:defRPr/>
            </a:defPPr>
            <a:lvl1pPr>
              <a:buClr>
                <a:schemeClr val="dk1"/>
              </a:buClr>
              <a:buSzPts val="2500"/>
              <a:defRPr sz="1800" b="1">
                <a:solidFill>
                  <a:schemeClr val="dk1"/>
                </a:solidFill>
                <a:latin typeface="Poppins"/>
                <a:ea typeface="Poppins"/>
                <a:cs typeface="Poppin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pt-BR" dirty="0">
                <a:sym typeface="Poppins"/>
              </a:rPr>
              <a:t>Aula 3: </a:t>
            </a:r>
            <a:r>
              <a:rPr lang="pt-BR" dirty="0"/>
              <a:t>Otimização do sistema operacional</a:t>
            </a:r>
          </a:p>
        </p:txBody>
      </p:sp>
      <p:pic>
        <p:nvPicPr>
          <p:cNvPr id="5" name="Google Shape;328;p3">
            <a:extLst>
              <a:ext uri="{FF2B5EF4-FFF2-40B4-BE49-F238E27FC236}">
                <a16:creationId xmlns:a16="http://schemas.microsoft.com/office/drawing/2014/main" id="{C1528B84-56BA-B334-11AF-69DF703040CF}"/>
              </a:ext>
            </a:extLst>
          </p:cNvPr>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flipH="1">
            <a:off x="113993" y="987674"/>
            <a:ext cx="2098825" cy="2106483"/>
          </a:xfrm>
          <a:prstGeom prst="rect">
            <a:avLst/>
          </a:prstGeom>
          <a:noFill/>
          <a:ln>
            <a:noFill/>
          </a:ln>
        </p:spPr>
      </p:pic>
      <p:sp>
        <p:nvSpPr>
          <p:cNvPr id="13" name="Google Shape;329;p3">
            <a:extLst>
              <a:ext uri="{FF2B5EF4-FFF2-40B4-BE49-F238E27FC236}">
                <a16:creationId xmlns:a16="http://schemas.microsoft.com/office/drawing/2014/main" id="{69AA7886-71A8-E970-6E0A-B6D6869D4C87}"/>
              </a:ext>
            </a:extLst>
          </p:cNvPr>
          <p:cNvSpPr txBox="1"/>
          <p:nvPr/>
        </p:nvSpPr>
        <p:spPr>
          <a:xfrm>
            <a:off x="154176" y="1212563"/>
            <a:ext cx="1865581" cy="471770"/>
          </a:xfrm>
          <a:prstGeom prst="rect">
            <a:avLst/>
          </a:prstGeom>
          <a:noFill/>
          <a:ln>
            <a:noFill/>
          </a:ln>
        </p:spPr>
        <p:txBody>
          <a:bodyPr spcFirstLastPara="1" wrap="square" lIns="60950" tIns="30467" rIns="60950" bIns="30467" anchor="t" anchorCtr="0">
            <a:spAutoFit/>
          </a:bodyPr>
          <a:lstStyle/>
          <a:p>
            <a:pPr algn="r">
              <a:buSzPts val="2000"/>
            </a:pPr>
            <a:r>
              <a:rPr lang="pt-BR" sz="1300" b="1" dirty="0">
                <a:solidFill>
                  <a:srgbClr val="FFFFFF"/>
                </a:solidFill>
                <a:latin typeface="Poppins" pitchFamily="2" charset="77"/>
                <a:ea typeface="Poppins SemiBold"/>
                <a:cs typeface="Poppins" pitchFamily="2" charset="77"/>
                <a:sym typeface="Poppins SemiBold"/>
              </a:rPr>
              <a:t>Introdução à Informática </a:t>
            </a:r>
          </a:p>
        </p:txBody>
      </p:sp>
      <p:pic>
        <p:nvPicPr>
          <p:cNvPr id="14" name="Google Shape;330;p3">
            <a:extLst>
              <a:ext uri="{FF2B5EF4-FFF2-40B4-BE49-F238E27FC236}">
                <a16:creationId xmlns:a16="http://schemas.microsoft.com/office/drawing/2014/main" id="{86823AA7-A22B-D0F9-C973-11B66E704E4D}"/>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2087888" y="280143"/>
            <a:ext cx="2549765" cy="2559071"/>
          </a:xfrm>
          <a:prstGeom prst="rect">
            <a:avLst/>
          </a:prstGeom>
          <a:noFill/>
          <a:ln>
            <a:noFill/>
          </a:ln>
        </p:spPr>
      </p:pic>
      <p:sp>
        <p:nvSpPr>
          <p:cNvPr id="3" name="Google Shape;331;p3">
            <a:extLst>
              <a:ext uri="{FF2B5EF4-FFF2-40B4-BE49-F238E27FC236}">
                <a16:creationId xmlns:a16="http://schemas.microsoft.com/office/drawing/2014/main" id="{43AEA415-7F7B-6D58-BD1C-F5658A41F713}"/>
              </a:ext>
            </a:extLst>
          </p:cNvPr>
          <p:cNvSpPr txBox="1"/>
          <p:nvPr/>
        </p:nvSpPr>
        <p:spPr>
          <a:xfrm>
            <a:off x="2113937" y="653818"/>
            <a:ext cx="2435785" cy="1046222"/>
          </a:xfrm>
          <a:prstGeom prst="rect">
            <a:avLst/>
          </a:prstGeom>
          <a:noFill/>
          <a:ln>
            <a:noFill/>
          </a:ln>
        </p:spPr>
        <p:txBody>
          <a:bodyPr spcFirstLastPara="1" wrap="square" lIns="60950" tIns="30467" rIns="60950" bIns="30467" anchor="t" anchorCtr="0">
            <a:spAutoFit/>
          </a:bodyPr>
          <a:lstStyle/>
          <a:p>
            <a:pPr algn="ctr">
              <a:buSzPts val="3600"/>
            </a:pPr>
            <a:r>
              <a:rPr lang="pt-BR" sz="2100" b="1" dirty="0">
                <a:solidFill>
                  <a:srgbClr val="FFFFFF"/>
                </a:solidFill>
                <a:latin typeface="Poppins"/>
                <a:ea typeface="Poppins"/>
                <a:cs typeface="Poppins"/>
                <a:sym typeface="Poppins"/>
              </a:rPr>
              <a:t>Mapa da Unidade 1   Componente 1</a:t>
            </a:r>
            <a:endParaRPr lang="pt-BR" sz="2100" dirty="0"/>
          </a:p>
        </p:txBody>
      </p:sp>
    </p:spTree>
    <p:extLst>
      <p:ext uri="{BB962C8B-B14F-4D97-AF65-F5344CB8AC3E}">
        <p14:creationId xmlns:p14="http://schemas.microsoft.com/office/powerpoint/2010/main" val="2323971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4" name="Espaço Reservado para Texto 7">
            <a:extLst>
              <a:ext uri="{FF2B5EF4-FFF2-40B4-BE49-F238E27FC236}">
                <a16:creationId xmlns:a16="http://schemas.microsoft.com/office/drawing/2014/main" id="{94495801-E3A7-5C9C-58B6-5A613616DE41}"/>
              </a:ext>
            </a:extLst>
          </p:cNvPr>
          <p:cNvSpPr>
            <a:spLocks noGrp="1"/>
          </p:cNvSpPr>
          <p:nvPr>
            <p:ph type="body" sz="quarter" idx="10"/>
          </p:nvPr>
        </p:nvSpPr>
        <p:spPr>
          <a:xfrm>
            <a:off x="1403741" y="1342524"/>
            <a:ext cx="4286940" cy="977766"/>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r>
              <a:rPr lang="pt-BR" sz="1500" dirty="0">
                <a:solidFill>
                  <a:schemeClr val="tx1">
                    <a:lumMod val="95000"/>
                    <a:lumOff val="5000"/>
                  </a:schemeClr>
                </a:solidFill>
                <a:latin typeface="Poppins" panose="00000500000000000000" pitchFamily="2" charset="0"/>
              </a:rPr>
              <a:t>Compreender e aplicar o conceito de otimização do sistema operacional.</a:t>
            </a:r>
            <a:endParaRPr lang="pt-BR" sz="1500" noProof="0" dirty="0">
              <a:solidFill>
                <a:schemeClr val="tx1">
                  <a:lumMod val="95000"/>
                  <a:lumOff val="5000"/>
                </a:schemeClr>
              </a:solidFill>
              <a:latin typeface="Poppins" panose="00000500000000000000" pitchFamily="2" charset="0"/>
            </a:endParaRPr>
          </a:p>
        </p:txBody>
      </p:sp>
      <p:sp>
        <p:nvSpPr>
          <p:cNvPr id="13" name="Espaço Reservado para Texto 7">
            <a:extLst>
              <a:ext uri="{FF2B5EF4-FFF2-40B4-BE49-F238E27FC236}">
                <a16:creationId xmlns:a16="http://schemas.microsoft.com/office/drawing/2014/main" id="{D4D707D4-C5C3-358C-828D-F0E51DF1C563}"/>
              </a:ext>
            </a:extLst>
          </p:cNvPr>
          <p:cNvSpPr>
            <a:spLocks noGrp="1"/>
          </p:cNvSpPr>
          <p:nvPr>
            <p:ph type="body" sz="quarter" idx="11"/>
          </p:nvPr>
        </p:nvSpPr>
        <p:spPr>
          <a:xfrm>
            <a:off x="7387165" y="1355465"/>
            <a:ext cx="3814235" cy="1159135"/>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r>
              <a:rPr lang="pt-BR" sz="1500" dirty="0">
                <a:solidFill>
                  <a:schemeClr val="tx1">
                    <a:lumMod val="95000"/>
                    <a:lumOff val="5000"/>
                  </a:schemeClr>
                </a:solidFill>
                <a:latin typeface="Poppins" panose="00000500000000000000" pitchFamily="2" charset="0"/>
              </a:rPr>
              <a:t>Utilizar estratégias de otimização e segurança digital no sistema.</a:t>
            </a:r>
            <a:endParaRPr lang="pt-BR" sz="1500" noProof="0" dirty="0">
              <a:solidFill>
                <a:schemeClr val="tx1">
                  <a:lumMod val="95000"/>
                  <a:lumOff val="5000"/>
                </a:schemeClr>
              </a:solidFill>
              <a:latin typeface="Poppins" panose="00000500000000000000" pitchFamily="2" charset="0"/>
            </a:endParaRPr>
          </a:p>
        </p:txBody>
      </p:sp>
      <p:sp>
        <p:nvSpPr>
          <p:cNvPr id="14" name="Espaço Reservado para Texto 7">
            <a:extLst>
              <a:ext uri="{FF2B5EF4-FFF2-40B4-BE49-F238E27FC236}">
                <a16:creationId xmlns:a16="http://schemas.microsoft.com/office/drawing/2014/main" id="{DE336765-0FB7-BD47-5351-9D659F6B6C07}"/>
              </a:ext>
            </a:extLst>
          </p:cNvPr>
          <p:cNvSpPr>
            <a:spLocks noGrp="1"/>
          </p:cNvSpPr>
          <p:nvPr>
            <p:ph type="body" sz="quarter" idx="12"/>
          </p:nvPr>
        </p:nvSpPr>
        <p:spPr>
          <a:xfrm>
            <a:off x="7387165" y="3649331"/>
            <a:ext cx="4202855" cy="11855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r>
              <a:rPr lang="pt-BR" sz="1500" dirty="0">
                <a:solidFill>
                  <a:schemeClr val="tx1">
                    <a:lumMod val="95000"/>
                    <a:lumOff val="5000"/>
                  </a:schemeClr>
                </a:solidFill>
                <a:latin typeface="Poppins" panose="00000500000000000000" pitchFamily="2" charset="0"/>
              </a:rPr>
              <a:t>Manter equilíbrio emocional diante de imprevistos nas tarefas.</a:t>
            </a:r>
          </a:p>
        </p:txBody>
      </p:sp>
      <p:sp>
        <p:nvSpPr>
          <p:cNvPr id="15" name="Espaço Reservado para Texto 7">
            <a:extLst>
              <a:ext uri="{FF2B5EF4-FFF2-40B4-BE49-F238E27FC236}">
                <a16:creationId xmlns:a16="http://schemas.microsoft.com/office/drawing/2014/main" id="{6E3FB853-DB70-A92D-898B-C5E6E9178764}"/>
              </a:ext>
            </a:extLst>
          </p:cNvPr>
          <p:cNvSpPr>
            <a:spLocks noGrp="1"/>
          </p:cNvSpPr>
          <p:nvPr>
            <p:ph type="body" sz="quarter" idx="13"/>
          </p:nvPr>
        </p:nvSpPr>
        <p:spPr>
          <a:xfrm>
            <a:off x="1395390" y="3308863"/>
            <a:ext cx="3976711" cy="152602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a:spcAft>
                <a:spcPts val="400"/>
              </a:spcAft>
            </a:pPr>
            <a:r>
              <a:rPr lang="pt-BR" sz="1500" noProof="0" dirty="0">
                <a:solidFill>
                  <a:schemeClr val="tx1">
                    <a:lumMod val="95000"/>
                    <a:lumOff val="5000"/>
                  </a:schemeClr>
                </a:solidFill>
                <a:latin typeface="Poppins" panose="00000500000000000000" pitchFamily="2" charset="0"/>
              </a:rPr>
              <a:t>Recurso audiovisual para exibição de vídeos e imagens.</a:t>
            </a:r>
          </a:p>
          <a:p>
            <a:pPr>
              <a:spcAft>
                <a:spcPts val="400"/>
              </a:spcAft>
            </a:pPr>
            <a:r>
              <a:rPr lang="pt-BR" sz="1500" noProof="0" dirty="0">
                <a:solidFill>
                  <a:schemeClr val="tx1">
                    <a:lumMod val="95000"/>
                    <a:lumOff val="5000"/>
                  </a:schemeClr>
                </a:solidFill>
                <a:latin typeface="Poppins" panose="00000500000000000000" pitchFamily="2" charset="0"/>
              </a:rPr>
              <a:t>Acesso ao laboratório de informática e/ou à internet.</a:t>
            </a:r>
          </a:p>
          <a:p>
            <a:pPr>
              <a:spcAft>
                <a:spcPts val="400"/>
              </a:spcAft>
            </a:pPr>
            <a:r>
              <a:rPr lang="pt-BR" sz="1500" dirty="0">
                <a:solidFill>
                  <a:schemeClr val="tx1">
                    <a:lumMod val="95000"/>
                    <a:lumOff val="5000"/>
                  </a:schemeClr>
                </a:solidFill>
                <a:latin typeface="Poppins" panose="00000500000000000000" pitchFamily="2" charset="0"/>
              </a:rPr>
              <a:t>Papel e caneta.</a:t>
            </a:r>
          </a:p>
          <a:p>
            <a:pPr marL="0" indent="0">
              <a:spcAft>
                <a:spcPts val="400"/>
              </a:spcAft>
              <a:buNone/>
            </a:pPr>
            <a:endParaRPr lang="pt-BR" sz="1500" noProof="0" dirty="0">
              <a:solidFill>
                <a:schemeClr val="tx1">
                  <a:lumMod val="95000"/>
                  <a:lumOff val="5000"/>
                </a:schemeClr>
              </a:solidFill>
              <a:latin typeface="Poppins" panose="00000500000000000000" pitchFamily="2" charset="0"/>
            </a:endParaRPr>
          </a:p>
          <a:p>
            <a:pPr marL="0" indent="0">
              <a:spcAft>
                <a:spcPts val="400"/>
              </a:spcAft>
              <a:buNone/>
            </a:pPr>
            <a:endParaRPr lang="pt-BR" sz="1500" noProof="0" dirty="0">
              <a:solidFill>
                <a:schemeClr val="tx1">
                  <a:lumMod val="95000"/>
                  <a:lumOff val="5000"/>
                </a:schemeClr>
              </a:solidFill>
              <a:latin typeface="Poppins" panose="00000500000000000000" pitchFamily="2" charset="0"/>
            </a:endParaRPr>
          </a:p>
        </p:txBody>
      </p:sp>
    </p:spTree>
    <p:extLst>
      <p:ext uri="{BB962C8B-B14F-4D97-AF65-F5344CB8AC3E}">
        <p14:creationId xmlns:p14="http://schemas.microsoft.com/office/powerpoint/2010/main" val="4255533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73">
          <a:extLst>
            <a:ext uri="{FF2B5EF4-FFF2-40B4-BE49-F238E27FC236}">
              <a16:creationId xmlns:a16="http://schemas.microsoft.com/office/drawing/2014/main" id="{DC7B1B0E-4E5A-B656-F773-353ED4538710}"/>
            </a:ext>
          </a:extLst>
        </p:cNvPr>
        <p:cNvGrpSpPr/>
        <p:nvPr/>
      </p:nvGrpSpPr>
      <p:grpSpPr>
        <a:xfrm>
          <a:off x="0" y="0"/>
          <a:ext cx="0" cy="0"/>
          <a:chOff x="0" y="0"/>
          <a:chExt cx="0" cy="0"/>
        </a:xfrm>
      </p:grpSpPr>
      <p:sp>
        <p:nvSpPr>
          <p:cNvPr id="16" name="Espaço Reservado para Texto 15">
            <a:extLst>
              <a:ext uri="{FF2B5EF4-FFF2-40B4-BE49-F238E27FC236}">
                <a16:creationId xmlns:a16="http://schemas.microsoft.com/office/drawing/2014/main" id="{9CD16D69-F30D-CBDB-19DB-09F19D1454AD}"/>
              </a:ext>
            </a:extLst>
          </p:cNvPr>
          <p:cNvSpPr>
            <a:spLocks noGrp="1"/>
          </p:cNvSpPr>
          <p:nvPr>
            <p:ph type="body" sz="quarter" idx="11"/>
          </p:nvPr>
        </p:nvSpPr>
        <p:spPr>
          <a:xfrm>
            <a:off x="3932955" y="2517926"/>
            <a:ext cx="6971195" cy="592667"/>
          </a:xfrm>
        </p:spPr>
        <p:txBody>
          <a:bodyPr/>
          <a:lstStyle/>
          <a:p>
            <a:pPr algn="just"/>
            <a:r>
              <a:rPr lang="pt-BR" sz="1600" dirty="0"/>
              <a:t>O que é backup e por que ele é importante?</a:t>
            </a:r>
          </a:p>
        </p:txBody>
      </p:sp>
      <p:sp>
        <p:nvSpPr>
          <p:cNvPr id="17" name="Espaço Reservado para Texto 16">
            <a:extLst>
              <a:ext uri="{FF2B5EF4-FFF2-40B4-BE49-F238E27FC236}">
                <a16:creationId xmlns:a16="http://schemas.microsoft.com/office/drawing/2014/main" id="{22DB138F-CA7C-739D-3C8E-794E532B1671}"/>
              </a:ext>
            </a:extLst>
          </p:cNvPr>
          <p:cNvSpPr>
            <a:spLocks noGrp="1"/>
          </p:cNvSpPr>
          <p:nvPr>
            <p:ph type="body" sz="quarter" idx="12"/>
          </p:nvPr>
        </p:nvSpPr>
        <p:spPr>
          <a:xfrm>
            <a:off x="3932955" y="3550920"/>
            <a:ext cx="6971195" cy="720942"/>
          </a:xfrm>
        </p:spPr>
        <p:txBody>
          <a:bodyPr/>
          <a:lstStyle/>
          <a:p>
            <a:pPr algn="just"/>
            <a:r>
              <a:rPr lang="pt-BR" sz="1600" dirty="0"/>
              <a:t>Qual é a diferença entre backup e restauração?</a:t>
            </a:r>
          </a:p>
        </p:txBody>
      </p:sp>
      <p:sp>
        <p:nvSpPr>
          <p:cNvPr id="21" name="Espaço Reservado para Texto 20">
            <a:extLst>
              <a:ext uri="{FF2B5EF4-FFF2-40B4-BE49-F238E27FC236}">
                <a16:creationId xmlns:a16="http://schemas.microsoft.com/office/drawing/2014/main" id="{D28DFDCF-69EB-5F0A-29D2-23697EC5CBAF}"/>
              </a:ext>
            </a:extLst>
          </p:cNvPr>
          <p:cNvSpPr>
            <a:spLocks noGrp="1"/>
          </p:cNvSpPr>
          <p:nvPr>
            <p:ph type="body" sz="quarter" idx="15"/>
          </p:nvPr>
        </p:nvSpPr>
        <p:spPr>
          <a:xfrm>
            <a:off x="2922814" y="559205"/>
            <a:ext cx="7913799" cy="718283"/>
          </a:xfrm>
        </p:spPr>
        <p:txBody>
          <a:bodyPr/>
          <a:lstStyle/>
          <a:p>
            <a:r>
              <a:rPr lang="pt-BR" sz="3200" b="1" dirty="0">
                <a:solidFill>
                  <a:srgbClr val="EE0000"/>
                </a:solidFill>
              </a:rPr>
              <a:t>Backup e restauração de arquivos</a:t>
            </a:r>
          </a:p>
        </p:txBody>
      </p:sp>
      <p:pic>
        <p:nvPicPr>
          <p:cNvPr id="6" name="Imagem 5">
            <a:extLst>
              <a:ext uri="{FF2B5EF4-FFF2-40B4-BE49-F238E27FC236}">
                <a16:creationId xmlns:a16="http://schemas.microsoft.com/office/drawing/2014/main" id="{333BA565-4677-1025-E66B-1D9E53380018}"/>
              </a:ext>
            </a:extLst>
          </p:cNvPr>
          <p:cNvPicPr>
            <a:picLocks noChangeAspect="1"/>
          </p:cNvPicPr>
          <p:nvPr/>
        </p:nvPicPr>
        <p:blipFill>
          <a:blip r:embed="rId3"/>
          <a:stretch>
            <a:fillRect/>
          </a:stretch>
        </p:blipFill>
        <p:spPr>
          <a:xfrm>
            <a:off x="3467605" y="2424609"/>
            <a:ext cx="296333" cy="592667"/>
          </a:xfrm>
          <a:prstGeom prst="rect">
            <a:avLst/>
          </a:prstGeom>
        </p:spPr>
      </p:pic>
      <p:pic>
        <p:nvPicPr>
          <p:cNvPr id="7" name="Imagem 6">
            <a:extLst>
              <a:ext uri="{FF2B5EF4-FFF2-40B4-BE49-F238E27FC236}">
                <a16:creationId xmlns:a16="http://schemas.microsoft.com/office/drawing/2014/main" id="{566731B1-2FC1-A218-332A-B13596A5C989}"/>
              </a:ext>
            </a:extLst>
          </p:cNvPr>
          <p:cNvPicPr>
            <a:picLocks noChangeAspect="1"/>
          </p:cNvPicPr>
          <p:nvPr/>
        </p:nvPicPr>
        <p:blipFill>
          <a:blip r:embed="rId3"/>
          <a:stretch>
            <a:fillRect/>
          </a:stretch>
        </p:blipFill>
        <p:spPr>
          <a:xfrm>
            <a:off x="3467605" y="3431756"/>
            <a:ext cx="296333" cy="592667"/>
          </a:xfrm>
          <a:prstGeom prst="rect">
            <a:avLst/>
          </a:prstGeom>
        </p:spPr>
      </p:pic>
      <p:sp>
        <p:nvSpPr>
          <p:cNvPr id="19" name="Espaço Reservado para Texto 15">
            <a:extLst>
              <a:ext uri="{FF2B5EF4-FFF2-40B4-BE49-F238E27FC236}">
                <a16:creationId xmlns:a16="http://schemas.microsoft.com/office/drawing/2014/main" id="{A4C1DCE8-0A65-736C-0C8D-203698C571D9}"/>
              </a:ext>
            </a:extLst>
          </p:cNvPr>
          <p:cNvSpPr txBox="1">
            <a:spLocks/>
          </p:cNvSpPr>
          <p:nvPr/>
        </p:nvSpPr>
        <p:spPr>
          <a:xfrm>
            <a:off x="3932955" y="4642382"/>
            <a:ext cx="6971195" cy="592667"/>
          </a:xfrm>
          <a:prstGeom prst="rect">
            <a:avLst/>
          </a:prstGeom>
        </p:spPr>
        <p:txBody>
          <a:bodyPr/>
          <a:lstStyle>
            <a:defPPr marR="0" lvl="0" algn="l" rtl="0">
              <a:lnSpc>
                <a:spcPct val="100000"/>
              </a:lnSpc>
              <a:spcBef>
                <a:spcPts val="0"/>
              </a:spcBef>
              <a:spcAft>
                <a:spcPts val="0"/>
              </a:spcAft>
            </a:defPPr>
            <a:lvl1pPr marL="0" indent="0" algn="just">
              <a:buClr>
                <a:schemeClr val="tx1"/>
              </a:buClr>
              <a:buFontTx/>
              <a:buNone/>
              <a:defRPr sz="1600">
                <a:latin typeface="Poppins" pitchFamily="2" charset="77"/>
                <a:cs typeface="Poppins" pitchFamily="2" charset="77"/>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dirty="0"/>
              <a:t>O que diz a regra 3–2–1 no armazenamento seguro?</a:t>
            </a:r>
          </a:p>
        </p:txBody>
      </p:sp>
      <p:pic>
        <p:nvPicPr>
          <p:cNvPr id="22" name="Imagem 21">
            <a:extLst>
              <a:ext uri="{FF2B5EF4-FFF2-40B4-BE49-F238E27FC236}">
                <a16:creationId xmlns:a16="http://schemas.microsoft.com/office/drawing/2014/main" id="{4AC6804E-94C3-C83B-C38F-6CDE3076B933}"/>
              </a:ext>
            </a:extLst>
          </p:cNvPr>
          <p:cNvPicPr>
            <a:picLocks noChangeAspect="1"/>
          </p:cNvPicPr>
          <p:nvPr/>
        </p:nvPicPr>
        <p:blipFill>
          <a:blip r:embed="rId3"/>
          <a:stretch>
            <a:fillRect/>
          </a:stretch>
        </p:blipFill>
        <p:spPr>
          <a:xfrm>
            <a:off x="3467605" y="4522335"/>
            <a:ext cx="296333" cy="592667"/>
          </a:xfrm>
          <a:prstGeom prst="rect">
            <a:avLst/>
          </a:prstGeom>
        </p:spPr>
      </p:pic>
      <p:pic>
        <p:nvPicPr>
          <p:cNvPr id="25" name="Gráfico 24">
            <a:extLst>
              <a:ext uri="{FF2B5EF4-FFF2-40B4-BE49-F238E27FC236}">
                <a16:creationId xmlns:a16="http://schemas.microsoft.com/office/drawing/2014/main" id="{D8E31354-4F9A-AE64-A9C8-C3B4483DD6B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632419" y="221995"/>
            <a:ext cx="425236" cy="380475"/>
          </a:xfrm>
          <a:prstGeom prst="rect">
            <a:avLst/>
          </a:prstGeom>
        </p:spPr>
      </p:pic>
      <p:sp>
        <p:nvSpPr>
          <p:cNvPr id="26" name="Google Shape;833;p62">
            <a:extLst>
              <a:ext uri="{FF2B5EF4-FFF2-40B4-BE49-F238E27FC236}">
                <a16:creationId xmlns:a16="http://schemas.microsoft.com/office/drawing/2014/main" id="{3E13CD4D-04C1-F463-5695-561D7B317583}"/>
              </a:ext>
            </a:extLst>
          </p:cNvPr>
          <p:cNvSpPr txBox="1"/>
          <p:nvPr/>
        </p:nvSpPr>
        <p:spPr>
          <a:xfrm>
            <a:off x="11472292" y="4815"/>
            <a:ext cx="704005" cy="193847"/>
          </a:xfrm>
          <a:prstGeom prst="rect">
            <a:avLst/>
          </a:prstGeom>
          <a:noFill/>
          <a:ln>
            <a:noFill/>
          </a:ln>
        </p:spPr>
        <p:txBody>
          <a:bodyPr spcFirstLastPara="1" wrap="square" lIns="60950" tIns="30467" rIns="60950" bIns="30467" anchor="t" anchorCtr="0">
            <a:noAutofit/>
          </a:bodyPr>
          <a:lstStyle/>
          <a:p>
            <a:pPr algn="ctr">
              <a:lnSpc>
                <a:spcPct val="107000"/>
              </a:lnSpc>
              <a:buSzPts val="2700"/>
            </a:pPr>
            <a:r>
              <a:rPr lang="pt-BR" sz="800" b="1">
                <a:solidFill>
                  <a:schemeClr val="lt1"/>
                </a:solidFill>
                <a:latin typeface="Poppins"/>
                <a:ea typeface="Poppins"/>
                <a:cs typeface="Poppins"/>
                <a:sym typeface="Poppins"/>
              </a:rPr>
              <a:t>Registro</a:t>
            </a:r>
            <a:endParaRPr sz="800"/>
          </a:p>
          <a:p>
            <a:pPr algn="r">
              <a:lnSpc>
                <a:spcPct val="107000"/>
              </a:lnSpc>
              <a:spcBef>
                <a:spcPts val="715"/>
              </a:spcBef>
              <a:buSzPts val="2700"/>
            </a:pPr>
            <a:endParaRPr sz="800">
              <a:solidFill>
                <a:schemeClr val="lt1"/>
              </a:solidFill>
              <a:latin typeface="Poppins Light"/>
              <a:ea typeface="Poppins Light"/>
              <a:cs typeface="Poppins Light"/>
              <a:sym typeface="Poppins Light"/>
            </a:endParaRPr>
          </a:p>
        </p:txBody>
      </p:sp>
      <p:sp>
        <p:nvSpPr>
          <p:cNvPr id="27" name="Google Shape;369;p6">
            <a:extLst>
              <a:ext uri="{FF2B5EF4-FFF2-40B4-BE49-F238E27FC236}">
                <a16:creationId xmlns:a16="http://schemas.microsoft.com/office/drawing/2014/main" id="{D2D9EA2B-A094-8307-E461-0CC596264AE4}"/>
              </a:ext>
            </a:extLst>
          </p:cNvPr>
          <p:cNvSpPr/>
          <p:nvPr/>
        </p:nvSpPr>
        <p:spPr>
          <a:xfrm flipH="1">
            <a:off x="11472465" y="-7680"/>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a:buSzPts val="1400"/>
            </a:pPr>
            <a:endParaRPr/>
          </a:p>
        </p:txBody>
      </p:sp>
      <p:grpSp>
        <p:nvGrpSpPr>
          <p:cNvPr id="28" name="Google Shape;370;p6">
            <a:extLst>
              <a:ext uri="{FF2B5EF4-FFF2-40B4-BE49-F238E27FC236}">
                <a16:creationId xmlns:a16="http://schemas.microsoft.com/office/drawing/2014/main" id="{A3590752-8556-CF95-4517-5A44A860A300}"/>
              </a:ext>
            </a:extLst>
          </p:cNvPr>
          <p:cNvGrpSpPr/>
          <p:nvPr/>
        </p:nvGrpSpPr>
        <p:grpSpPr>
          <a:xfrm>
            <a:off x="11654317" y="198029"/>
            <a:ext cx="382615" cy="456000"/>
            <a:chOff x="16810081" y="921861"/>
            <a:chExt cx="743773" cy="886429"/>
          </a:xfrm>
        </p:grpSpPr>
        <p:grpSp>
          <p:nvGrpSpPr>
            <p:cNvPr id="29" name="Google Shape;371;p6">
              <a:extLst>
                <a:ext uri="{FF2B5EF4-FFF2-40B4-BE49-F238E27FC236}">
                  <a16:creationId xmlns:a16="http://schemas.microsoft.com/office/drawing/2014/main" id="{8A1AAC9D-EA5A-E332-F1F7-36CD07777933}"/>
                </a:ext>
              </a:extLst>
            </p:cNvPr>
            <p:cNvGrpSpPr/>
            <p:nvPr/>
          </p:nvGrpSpPr>
          <p:grpSpPr>
            <a:xfrm>
              <a:off x="16810084" y="1434434"/>
              <a:ext cx="691713" cy="373856"/>
              <a:chOff x="16866377" y="1492565"/>
              <a:chExt cx="691713" cy="373856"/>
            </a:xfrm>
          </p:grpSpPr>
          <p:sp>
            <p:nvSpPr>
              <p:cNvPr id="33" name="Google Shape;372;p6">
                <a:extLst>
                  <a:ext uri="{FF2B5EF4-FFF2-40B4-BE49-F238E27FC236}">
                    <a16:creationId xmlns:a16="http://schemas.microsoft.com/office/drawing/2014/main" id="{0530E185-3038-32E6-0F66-594BE6F5111A}"/>
                  </a:ext>
                </a:extLst>
              </p:cNvPr>
              <p:cNvSpPr/>
              <p:nvPr/>
            </p:nvSpPr>
            <p:spPr>
              <a:xfrm>
                <a:off x="17335767" y="1492565"/>
                <a:ext cx="148209" cy="148209"/>
              </a:xfrm>
              <a:custGeom>
                <a:avLst/>
                <a:gdLst/>
                <a:ahLst/>
                <a:cxnLst/>
                <a:rect l="l" t="t" r="r" b="b"/>
                <a:pathLst>
                  <a:path w="148209" h="148209" extrusionOk="0">
                    <a:moveTo>
                      <a:pt x="148209" y="74104"/>
                    </a:moveTo>
                    <a:cubicBezTo>
                      <a:pt x="148209" y="115031"/>
                      <a:pt x="115031" y="148209"/>
                      <a:pt x="74104" y="148209"/>
                    </a:cubicBezTo>
                    <a:cubicBezTo>
                      <a:pt x="33178" y="148209"/>
                      <a:pt x="0" y="115031"/>
                      <a:pt x="0" y="74104"/>
                    </a:cubicBezTo>
                    <a:cubicBezTo>
                      <a:pt x="0" y="33178"/>
                      <a:pt x="33178" y="0"/>
                      <a:pt x="74104" y="0"/>
                    </a:cubicBezTo>
                    <a:cubicBezTo>
                      <a:pt x="115031" y="0"/>
                      <a:pt x="148209" y="33178"/>
                      <a:pt x="148209" y="74104"/>
                    </a:cubicBez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sp>
            <p:nvSpPr>
              <p:cNvPr id="34" name="Google Shape;373;p6">
                <a:extLst>
                  <a:ext uri="{FF2B5EF4-FFF2-40B4-BE49-F238E27FC236}">
                    <a16:creationId xmlns:a16="http://schemas.microsoft.com/office/drawing/2014/main" id="{63051DF2-0505-5E5C-B927-37D4A46DA9E4}"/>
                  </a:ext>
                </a:extLst>
              </p:cNvPr>
              <p:cNvSpPr/>
              <p:nvPr/>
            </p:nvSpPr>
            <p:spPr>
              <a:xfrm>
                <a:off x="16940479" y="1492565"/>
                <a:ext cx="148209" cy="148209"/>
              </a:xfrm>
              <a:custGeom>
                <a:avLst/>
                <a:gdLst/>
                <a:ahLst/>
                <a:cxnLst/>
                <a:rect l="l" t="t" r="r" b="b"/>
                <a:pathLst>
                  <a:path w="148209" h="148209" extrusionOk="0">
                    <a:moveTo>
                      <a:pt x="148209" y="74104"/>
                    </a:moveTo>
                    <a:cubicBezTo>
                      <a:pt x="148209" y="115031"/>
                      <a:pt x="115031" y="148209"/>
                      <a:pt x="74104" y="148209"/>
                    </a:cubicBezTo>
                    <a:cubicBezTo>
                      <a:pt x="33178" y="148209"/>
                      <a:pt x="0" y="115031"/>
                      <a:pt x="0" y="74104"/>
                    </a:cubicBezTo>
                    <a:cubicBezTo>
                      <a:pt x="0" y="33178"/>
                      <a:pt x="33178" y="0"/>
                      <a:pt x="74104" y="0"/>
                    </a:cubicBezTo>
                    <a:cubicBezTo>
                      <a:pt x="115031" y="0"/>
                      <a:pt x="148209" y="33178"/>
                      <a:pt x="148209" y="74104"/>
                    </a:cubicBez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sp>
            <p:nvSpPr>
              <p:cNvPr id="35" name="Google Shape;374;p6">
                <a:extLst>
                  <a:ext uri="{FF2B5EF4-FFF2-40B4-BE49-F238E27FC236}">
                    <a16:creationId xmlns:a16="http://schemas.microsoft.com/office/drawing/2014/main" id="{C53E27A1-BBDF-19FF-BB6C-D30848D1A6AA}"/>
                  </a:ext>
                </a:extLst>
              </p:cNvPr>
              <p:cNvSpPr/>
              <p:nvPr/>
            </p:nvSpPr>
            <p:spPr>
              <a:xfrm>
                <a:off x="17289475" y="1660871"/>
                <a:ext cx="268615" cy="148399"/>
              </a:xfrm>
              <a:custGeom>
                <a:avLst/>
                <a:gdLst/>
                <a:ahLst/>
                <a:cxnLst/>
                <a:rect l="l" t="t" r="r" b="b"/>
                <a:pathLst>
                  <a:path w="268615" h="148399" extrusionOk="0">
                    <a:moveTo>
                      <a:pt x="253746" y="44101"/>
                    </a:moveTo>
                    <a:cubicBezTo>
                      <a:pt x="232401" y="27476"/>
                      <a:pt x="207702" y="15681"/>
                      <a:pt x="181356" y="9525"/>
                    </a:cubicBezTo>
                    <a:cubicBezTo>
                      <a:pt x="161530" y="3742"/>
                      <a:pt x="141041" y="541"/>
                      <a:pt x="120396" y="0"/>
                    </a:cubicBezTo>
                    <a:cubicBezTo>
                      <a:pt x="99702" y="-45"/>
                      <a:pt x="79130" y="3169"/>
                      <a:pt x="59436" y="9525"/>
                    </a:cubicBezTo>
                    <a:cubicBezTo>
                      <a:pt x="39707" y="14783"/>
                      <a:pt x="20843" y="22868"/>
                      <a:pt x="3429" y="33529"/>
                    </a:cubicBezTo>
                    <a:cubicBezTo>
                      <a:pt x="2286" y="34862"/>
                      <a:pt x="1238" y="36196"/>
                      <a:pt x="0" y="37434"/>
                    </a:cubicBezTo>
                    <a:cubicBezTo>
                      <a:pt x="27701" y="44889"/>
                      <a:pt x="53615" y="57847"/>
                      <a:pt x="76200" y="75534"/>
                    </a:cubicBezTo>
                    <a:cubicBezTo>
                      <a:pt x="94021" y="88541"/>
                      <a:pt x="104425" y="109385"/>
                      <a:pt x="104108" y="131446"/>
                    </a:cubicBezTo>
                    <a:lnTo>
                      <a:pt x="104108" y="148400"/>
                    </a:lnTo>
                    <a:lnTo>
                      <a:pt x="268605" y="148400"/>
                    </a:lnTo>
                    <a:lnTo>
                      <a:pt x="268605" y="73819"/>
                    </a:lnTo>
                    <a:cubicBezTo>
                      <a:pt x="268892" y="62061"/>
                      <a:pt x="263324" y="50927"/>
                      <a:pt x="253746" y="44101"/>
                    </a:cubicBez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sp>
            <p:nvSpPr>
              <p:cNvPr id="36" name="Google Shape;375;p6">
                <a:extLst>
                  <a:ext uri="{FF2B5EF4-FFF2-40B4-BE49-F238E27FC236}">
                    <a16:creationId xmlns:a16="http://schemas.microsoft.com/office/drawing/2014/main" id="{98C927E8-2B21-A5DB-E939-C61ECF318A22}"/>
                  </a:ext>
                </a:extLst>
              </p:cNvPr>
              <p:cNvSpPr/>
              <p:nvPr/>
            </p:nvSpPr>
            <p:spPr>
              <a:xfrm>
                <a:off x="16866377" y="1660872"/>
                <a:ext cx="268605" cy="148398"/>
              </a:xfrm>
              <a:custGeom>
                <a:avLst/>
                <a:gdLst/>
                <a:ahLst/>
                <a:cxnLst/>
                <a:rect l="l" t="t" r="r" b="b"/>
                <a:pathLst>
                  <a:path w="268605" h="148399" extrusionOk="0">
                    <a:moveTo>
                      <a:pt x="164687" y="131445"/>
                    </a:moveTo>
                    <a:cubicBezTo>
                      <a:pt x="164708" y="110012"/>
                      <a:pt x="174533" y="89766"/>
                      <a:pt x="191357" y="76486"/>
                    </a:cubicBezTo>
                    <a:lnTo>
                      <a:pt x="192500" y="75534"/>
                    </a:lnTo>
                    <a:lnTo>
                      <a:pt x="193739" y="74676"/>
                    </a:lnTo>
                    <a:cubicBezTo>
                      <a:pt x="216581" y="58427"/>
                      <a:pt x="241848" y="45890"/>
                      <a:pt x="268605" y="37529"/>
                    </a:cubicBezTo>
                    <a:cubicBezTo>
                      <a:pt x="266700" y="35529"/>
                      <a:pt x="264986" y="33433"/>
                      <a:pt x="263176" y="31338"/>
                    </a:cubicBezTo>
                    <a:cubicBezTo>
                      <a:pt x="246437" y="21538"/>
                      <a:pt x="228377" y="14193"/>
                      <a:pt x="209550" y="9525"/>
                    </a:cubicBezTo>
                    <a:cubicBezTo>
                      <a:pt x="189726" y="3734"/>
                      <a:pt x="169235" y="532"/>
                      <a:pt x="148590" y="0"/>
                    </a:cubicBezTo>
                    <a:cubicBezTo>
                      <a:pt x="127896" y="-39"/>
                      <a:pt x="107326" y="3176"/>
                      <a:pt x="87630" y="9525"/>
                    </a:cubicBezTo>
                    <a:cubicBezTo>
                      <a:pt x="61651" y="16693"/>
                      <a:pt x="37144" y="28399"/>
                      <a:pt x="15240" y="44101"/>
                    </a:cubicBezTo>
                    <a:cubicBezTo>
                      <a:pt x="5858" y="51134"/>
                      <a:pt x="236" y="62096"/>
                      <a:pt x="0" y="73819"/>
                    </a:cubicBezTo>
                    <a:lnTo>
                      <a:pt x="0" y="148400"/>
                    </a:lnTo>
                    <a:lnTo>
                      <a:pt x="164687" y="148400"/>
                    </a:ln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sp>
            <p:nvSpPr>
              <p:cNvPr id="37" name="Google Shape;376;p6">
                <a:extLst>
                  <a:ext uri="{FF2B5EF4-FFF2-40B4-BE49-F238E27FC236}">
                    <a16:creationId xmlns:a16="http://schemas.microsoft.com/office/drawing/2014/main" id="{2CDA0605-325E-7A01-22AA-10D61AF53B0C}"/>
                  </a:ext>
                </a:extLst>
              </p:cNvPr>
              <p:cNvSpPr/>
              <p:nvPr/>
            </p:nvSpPr>
            <p:spPr>
              <a:xfrm>
                <a:off x="17064018" y="1718592"/>
                <a:ext cx="296430" cy="147829"/>
              </a:xfrm>
              <a:custGeom>
                <a:avLst/>
                <a:gdLst/>
                <a:ahLst/>
                <a:cxnLst/>
                <a:rect l="l" t="t" r="r" b="b"/>
                <a:pathLst>
                  <a:path w="296430" h="147829" extrusionOk="0">
                    <a:moveTo>
                      <a:pt x="0" y="147830"/>
                    </a:moveTo>
                    <a:lnTo>
                      <a:pt x="0" y="73725"/>
                    </a:lnTo>
                    <a:cubicBezTo>
                      <a:pt x="45" y="62069"/>
                      <a:pt x="5544" y="51107"/>
                      <a:pt x="14859" y="44102"/>
                    </a:cubicBezTo>
                    <a:cubicBezTo>
                      <a:pt x="36723" y="28334"/>
                      <a:pt x="61243" y="16622"/>
                      <a:pt x="87249" y="9527"/>
                    </a:cubicBezTo>
                    <a:cubicBezTo>
                      <a:pt x="106934" y="3133"/>
                      <a:pt x="127512" y="-82"/>
                      <a:pt x="148209" y="2"/>
                    </a:cubicBezTo>
                    <a:cubicBezTo>
                      <a:pt x="168859" y="486"/>
                      <a:pt x="189355" y="3690"/>
                      <a:pt x="209169" y="9527"/>
                    </a:cubicBezTo>
                    <a:cubicBezTo>
                      <a:pt x="235567" y="15619"/>
                      <a:pt x="260308" y="27421"/>
                      <a:pt x="281654" y="44102"/>
                    </a:cubicBezTo>
                    <a:cubicBezTo>
                      <a:pt x="291195" y="50908"/>
                      <a:pt x="296728" y="62010"/>
                      <a:pt x="296418" y="73725"/>
                    </a:cubicBezTo>
                    <a:lnTo>
                      <a:pt x="296418" y="147830"/>
                    </a:ln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sp>
            <p:nvSpPr>
              <p:cNvPr id="38" name="Google Shape;377;p6">
                <a:extLst>
                  <a:ext uri="{FF2B5EF4-FFF2-40B4-BE49-F238E27FC236}">
                    <a16:creationId xmlns:a16="http://schemas.microsoft.com/office/drawing/2014/main" id="{CA1BF8AF-9391-E9F2-BA87-B676F9616385}"/>
                  </a:ext>
                </a:extLst>
              </p:cNvPr>
              <p:cNvSpPr/>
              <p:nvPr/>
            </p:nvSpPr>
            <p:spPr>
              <a:xfrm>
                <a:off x="17138123" y="1550192"/>
                <a:ext cx="148209" cy="148209"/>
              </a:xfrm>
              <a:custGeom>
                <a:avLst/>
                <a:gdLst/>
                <a:ahLst/>
                <a:cxnLst/>
                <a:rect l="l" t="t" r="r" b="b"/>
                <a:pathLst>
                  <a:path w="148209" h="148209" extrusionOk="0">
                    <a:moveTo>
                      <a:pt x="148209" y="74105"/>
                    </a:moveTo>
                    <a:cubicBezTo>
                      <a:pt x="148209" y="115031"/>
                      <a:pt x="115031" y="148209"/>
                      <a:pt x="74105" y="148209"/>
                    </a:cubicBezTo>
                    <a:cubicBezTo>
                      <a:pt x="33178" y="148209"/>
                      <a:pt x="0" y="115031"/>
                      <a:pt x="0" y="74105"/>
                    </a:cubicBezTo>
                    <a:cubicBezTo>
                      <a:pt x="0" y="33178"/>
                      <a:pt x="33178" y="0"/>
                      <a:pt x="74105" y="0"/>
                    </a:cubicBezTo>
                    <a:cubicBezTo>
                      <a:pt x="115031" y="0"/>
                      <a:pt x="148209" y="33178"/>
                      <a:pt x="148209" y="74105"/>
                    </a:cubicBez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grpSp>
        <p:grpSp>
          <p:nvGrpSpPr>
            <p:cNvPr id="30" name="Google Shape;378;p6">
              <a:extLst>
                <a:ext uri="{FF2B5EF4-FFF2-40B4-BE49-F238E27FC236}">
                  <a16:creationId xmlns:a16="http://schemas.microsoft.com/office/drawing/2014/main" id="{B93C48CF-A964-0702-870C-0B8DB8BF69A5}"/>
                </a:ext>
              </a:extLst>
            </p:cNvPr>
            <p:cNvGrpSpPr/>
            <p:nvPr/>
          </p:nvGrpSpPr>
          <p:grpSpPr>
            <a:xfrm>
              <a:off x="16810081" y="921861"/>
              <a:ext cx="743773" cy="512573"/>
              <a:chOff x="16933626" y="782036"/>
              <a:chExt cx="743773" cy="512573"/>
            </a:xfrm>
          </p:grpSpPr>
          <p:sp>
            <p:nvSpPr>
              <p:cNvPr id="31" name="Google Shape;379;p6">
                <a:extLst>
                  <a:ext uri="{FF2B5EF4-FFF2-40B4-BE49-F238E27FC236}">
                    <a16:creationId xmlns:a16="http://schemas.microsoft.com/office/drawing/2014/main" id="{826049D5-A2A8-2CEA-AAD8-BC55D484B9C6}"/>
                  </a:ext>
                </a:extLst>
              </p:cNvPr>
              <p:cNvSpPr/>
              <p:nvPr/>
            </p:nvSpPr>
            <p:spPr>
              <a:xfrm>
                <a:off x="16933626" y="782036"/>
                <a:ext cx="476249" cy="428625"/>
              </a:xfrm>
              <a:custGeom>
                <a:avLst/>
                <a:gdLst/>
                <a:ahLst/>
                <a:cxnLst/>
                <a:rect l="l" t="t" r="r" b="b"/>
                <a:pathLst>
                  <a:path w="476250" h="428625" extrusionOk="0">
                    <a:moveTo>
                      <a:pt x="323850" y="66675"/>
                    </a:moveTo>
                    <a:lnTo>
                      <a:pt x="476250" y="66675"/>
                    </a:lnTo>
                    <a:lnTo>
                      <a:pt x="476250" y="38100"/>
                    </a:lnTo>
                    <a:cubicBezTo>
                      <a:pt x="476250" y="17145"/>
                      <a:pt x="459105" y="0"/>
                      <a:pt x="438150" y="0"/>
                    </a:cubicBezTo>
                    <a:lnTo>
                      <a:pt x="38100" y="0"/>
                    </a:lnTo>
                    <a:cubicBezTo>
                      <a:pt x="17145" y="0"/>
                      <a:pt x="0" y="17145"/>
                      <a:pt x="0" y="38100"/>
                    </a:cubicBezTo>
                    <a:lnTo>
                      <a:pt x="0" y="295275"/>
                    </a:lnTo>
                    <a:cubicBezTo>
                      <a:pt x="0" y="316230"/>
                      <a:pt x="17145" y="333375"/>
                      <a:pt x="38100" y="333375"/>
                    </a:cubicBezTo>
                    <a:lnTo>
                      <a:pt x="95250" y="333375"/>
                    </a:lnTo>
                    <a:lnTo>
                      <a:pt x="95250" y="428625"/>
                    </a:lnTo>
                    <a:lnTo>
                      <a:pt x="190500" y="333375"/>
                    </a:lnTo>
                    <a:lnTo>
                      <a:pt x="247650" y="333375"/>
                    </a:lnTo>
                    <a:lnTo>
                      <a:pt x="247650" y="142875"/>
                    </a:lnTo>
                    <a:cubicBezTo>
                      <a:pt x="247650" y="100965"/>
                      <a:pt x="281940" y="66675"/>
                      <a:pt x="323850" y="66675"/>
                    </a:cubicBez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sp>
            <p:nvSpPr>
              <p:cNvPr id="32" name="Google Shape;380;p6">
                <a:extLst>
                  <a:ext uri="{FF2B5EF4-FFF2-40B4-BE49-F238E27FC236}">
                    <a16:creationId xmlns:a16="http://schemas.microsoft.com/office/drawing/2014/main" id="{2A1FF82F-9A16-3D71-1CBC-7EA33ACC5A72}"/>
                  </a:ext>
                </a:extLst>
              </p:cNvPr>
              <p:cNvSpPr/>
              <p:nvPr/>
            </p:nvSpPr>
            <p:spPr>
              <a:xfrm>
                <a:off x="17201150" y="865984"/>
                <a:ext cx="476249" cy="428625"/>
              </a:xfrm>
              <a:custGeom>
                <a:avLst/>
                <a:gdLst/>
                <a:ahLst/>
                <a:cxnLst/>
                <a:rect l="l" t="t" r="r" b="b"/>
                <a:pathLst>
                  <a:path w="476250" h="428625" extrusionOk="0">
                    <a:moveTo>
                      <a:pt x="438150" y="0"/>
                    </a:moveTo>
                    <a:lnTo>
                      <a:pt x="38100" y="0"/>
                    </a:lnTo>
                    <a:cubicBezTo>
                      <a:pt x="17145" y="0"/>
                      <a:pt x="0" y="17145"/>
                      <a:pt x="0" y="38100"/>
                    </a:cubicBezTo>
                    <a:lnTo>
                      <a:pt x="0" y="295275"/>
                    </a:lnTo>
                    <a:cubicBezTo>
                      <a:pt x="0" y="316230"/>
                      <a:pt x="17145" y="333375"/>
                      <a:pt x="38100" y="333375"/>
                    </a:cubicBezTo>
                    <a:lnTo>
                      <a:pt x="285750" y="333375"/>
                    </a:lnTo>
                    <a:lnTo>
                      <a:pt x="381000" y="428625"/>
                    </a:lnTo>
                    <a:lnTo>
                      <a:pt x="381000" y="333375"/>
                    </a:lnTo>
                    <a:lnTo>
                      <a:pt x="438150" y="333375"/>
                    </a:lnTo>
                    <a:cubicBezTo>
                      <a:pt x="459105" y="333375"/>
                      <a:pt x="476250" y="316230"/>
                      <a:pt x="476250" y="295275"/>
                    </a:cubicBezTo>
                    <a:lnTo>
                      <a:pt x="476250" y="38100"/>
                    </a:lnTo>
                    <a:cubicBezTo>
                      <a:pt x="476250" y="17145"/>
                      <a:pt x="459105" y="0"/>
                      <a:pt x="438150" y="0"/>
                    </a:cubicBezTo>
                    <a:close/>
                  </a:path>
                </a:pathLst>
              </a:custGeom>
              <a:solidFill>
                <a:schemeClr val="lt1"/>
              </a:solidFill>
              <a:ln>
                <a:noFill/>
              </a:ln>
            </p:spPr>
            <p:txBody>
              <a:bodyPr spcFirstLastPara="1" wrap="square" lIns="60950" tIns="30467" rIns="60950" bIns="30467" anchor="ctr" anchorCtr="0">
                <a:noAutofit/>
              </a:bodyPr>
              <a:lstStyle/>
              <a:p>
                <a:pPr>
                  <a:buSzPts val="1400"/>
                </a:pPr>
                <a:endParaRPr/>
              </a:p>
            </p:txBody>
          </p:sp>
        </p:grpSp>
      </p:grpSp>
      <p:sp>
        <p:nvSpPr>
          <p:cNvPr id="39" name="Google Shape;381;p6">
            <a:extLst>
              <a:ext uri="{FF2B5EF4-FFF2-40B4-BE49-F238E27FC236}">
                <a16:creationId xmlns:a16="http://schemas.microsoft.com/office/drawing/2014/main" id="{1BE7182A-89AA-21E1-D163-04BAD22EFAA3}"/>
              </a:ext>
            </a:extLst>
          </p:cNvPr>
          <p:cNvSpPr txBox="1"/>
          <p:nvPr/>
        </p:nvSpPr>
        <p:spPr>
          <a:xfrm>
            <a:off x="11462298" y="-22860"/>
            <a:ext cx="721717" cy="198723"/>
          </a:xfrm>
          <a:prstGeom prst="rect">
            <a:avLst/>
          </a:prstGeom>
          <a:noFill/>
          <a:ln>
            <a:noFill/>
          </a:ln>
        </p:spPr>
        <p:txBody>
          <a:bodyPr spcFirstLastPara="1" wrap="square" lIns="60950" tIns="30467" rIns="60950" bIns="30467" anchor="t" anchorCtr="0">
            <a:noAutofit/>
          </a:bodyPr>
          <a:lstStyle/>
          <a:p>
            <a:pPr algn="ctr">
              <a:lnSpc>
                <a:spcPct val="107000"/>
              </a:lnSpc>
              <a:buSzPts val="2700"/>
            </a:pPr>
            <a:r>
              <a:rPr lang="pt-BR" sz="800" b="1" dirty="0">
                <a:solidFill>
                  <a:schemeClr val="lt1"/>
                </a:solidFill>
                <a:latin typeface="Poppins"/>
                <a:ea typeface="Poppins"/>
                <a:cs typeface="Poppins"/>
                <a:sym typeface="Poppins"/>
              </a:rPr>
              <a:t>Diálogo</a:t>
            </a:r>
            <a:endParaRPr sz="800" dirty="0">
              <a:latin typeface="Poppins"/>
              <a:ea typeface="Poppins"/>
              <a:cs typeface="Poppins"/>
              <a:sym typeface="Poppins"/>
            </a:endParaRPr>
          </a:p>
          <a:p>
            <a:pPr algn="r">
              <a:lnSpc>
                <a:spcPct val="107000"/>
              </a:lnSpc>
              <a:spcBef>
                <a:spcPts val="715"/>
              </a:spcBef>
              <a:buSzPts val="2700"/>
            </a:pPr>
            <a:endParaRPr sz="800" dirty="0">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1324682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22">
            <a:extLst>
              <a:ext uri="{FF2B5EF4-FFF2-40B4-BE49-F238E27FC236}">
                <a16:creationId xmlns:a16="http://schemas.microsoft.com/office/drawing/2014/main" id="{90F600D2-ACE4-DDA7-2E58-6D64C3D6F649}"/>
              </a:ext>
            </a:extLst>
          </p:cNvPr>
          <p:cNvSpPr>
            <a:spLocks noGrp="1"/>
          </p:cNvSpPr>
          <p:nvPr>
            <p:ph type="body" sz="quarter" idx="10"/>
          </p:nvPr>
        </p:nvSpPr>
        <p:spPr>
          <a:xfrm>
            <a:off x="2891626" y="935205"/>
            <a:ext cx="7146454" cy="520699"/>
          </a:xfrm>
        </p:spPr>
        <p:txBody>
          <a:bodyPr>
            <a:noAutofit/>
          </a:bodyPr>
          <a:lstStyle>
            <a:lvl1pPr>
              <a:defRPr sz="4400" b="1"/>
            </a:lvl1pPr>
          </a:lstStyle>
          <a:p>
            <a:pPr lvl="0">
              <a:lnSpc>
                <a:spcPct val="90000"/>
              </a:lnSpc>
              <a:spcAft>
                <a:spcPts val="600"/>
              </a:spcAft>
            </a:pPr>
            <a:r>
              <a:rPr lang="pt-BR" sz="3200" dirty="0">
                <a:solidFill>
                  <a:srgbClr val="FF161F"/>
                </a:solidFill>
              </a:rPr>
              <a:t>O que significa otimizar?</a:t>
            </a:r>
          </a:p>
        </p:txBody>
      </p:sp>
      <p:sp>
        <p:nvSpPr>
          <p:cNvPr id="10" name="Rectangle 2">
            <a:extLst>
              <a:ext uri="{FF2B5EF4-FFF2-40B4-BE49-F238E27FC236}">
                <a16:creationId xmlns:a16="http://schemas.microsoft.com/office/drawing/2014/main" id="{748994DF-E4C6-EE08-ECEA-DDF53D9F8769}"/>
              </a:ext>
            </a:extLst>
          </p:cNvPr>
          <p:cNvSpPr>
            <a:spLocks noGrp="1" noChangeArrowheads="1"/>
          </p:cNvSpPr>
          <p:nvPr>
            <p:ph type="body" sz="quarter" idx="11"/>
          </p:nvPr>
        </p:nvSpPr>
        <p:spPr bwMode="auto">
          <a:xfrm>
            <a:off x="2891626" y="2025268"/>
            <a:ext cx="4172734" cy="274128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a:spcAft>
                <a:spcPts val="1200"/>
              </a:spcAft>
            </a:pPr>
            <a:r>
              <a:rPr lang="pt-BR" sz="1800" dirty="0"/>
              <a:t>Otimizar é usar melhor os recursos do computador sem precisar trocá-lo, tornando o sistema mais rápido e eficiente.</a:t>
            </a:r>
          </a:p>
          <a:p>
            <a:pPr>
              <a:spcAft>
                <a:spcPts val="1200"/>
              </a:spcAft>
            </a:pPr>
            <a:r>
              <a:rPr lang="pt-BR" sz="1800" dirty="0"/>
              <a:t>É como organizar uma mochila: se ela está cheia de coisas que não usamos, fica pesada e difícil de carregar. Mas, quando tiramos o que não serve, sobra espaço, fica mais leve e fácil carregar.</a:t>
            </a:r>
          </a:p>
        </p:txBody>
      </p:sp>
      <p:pic>
        <p:nvPicPr>
          <p:cNvPr id="4" name="Imagem 3">
            <a:extLst>
              <a:ext uri="{FF2B5EF4-FFF2-40B4-BE49-F238E27FC236}">
                <a16:creationId xmlns:a16="http://schemas.microsoft.com/office/drawing/2014/main" id="{98D85A96-A4E3-DF62-6CFC-4291193A4D6A}"/>
              </a:ext>
            </a:extLst>
          </p:cNvPr>
          <p:cNvPicPr>
            <a:picLocks noChangeAspect="1"/>
          </p:cNvPicPr>
          <p:nvPr/>
        </p:nvPicPr>
        <p:blipFill>
          <a:blip r:embed="rId2" cstate="hqprint">
            <a:extLst>
              <a:ext uri="{28A0092B-C50C-407E-A947-70E740481C1C}">
                <a14:useLocalDpi xmlns:a14="http://schemas.microsoft.com/office/drawing/2010/main"/>
              </a:ext>
            </a:extLst>
          </a:blip>
          <a:srcRect/>
          <a:stretch/>
        </p:blipFill>
        <p:spPr>
          <a:xfrm>
            <a:off x="7377688" y="2025268"/>
            <a:ext cx="4172735" cy="3156333"/>
          </a:xfrm>
          <a:prstGeom prst="rect">
            <a:avLst/>
          </a:prstGeom>
        </p:spPr>
      </p:pic>
      <p:sp>
        <p:nvSpPr>
          <p:cNvPr id="7" name="Google Shape;689;p48">
            <a:extLst>
              <a:ext uri="{FF2B5EF4-FFF2-40B4-BE49-F238E27FC236}">
                <a16:creationId xmlns:a16="http://schemas.microsoft.com/office/drawing/2014/main" id="{473D2AA4-9287-E36F-00BA-FF12E37AEE4A}"/>
              </a:ext>
            </a:extLst>
          </p:cNvPr>
          <p:cNvSpPr txBox="1">
            <a:spLocks/>
          </p:cNvSpPr>
          <p:nvPr/>
        </p:nvSpPr>
        <p:spPr>
          <a:xfrm>
            <a:off x="7377688" y="5181601"/>
            <a:ext cx="1150649" cy="194925"/>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1100" dirty="0">
                <a:latin typeface="Poppins" panose="00000500000000000000" pitchFamily="2" charset="0"/>
                <a:cs typeface="Poppins" panose="00000500000000000000" pitchFamily="2" charset="0"/>
              </a:rPr>
              <a:t>© Getty Images</a:t>
            </a:r>
          </a:p>
        </p:txBody>
      </p:sp>
    </p:spTree>
    <p:extLst>
      <p:ext uri="{BB962C8B-B14F-4D97-AF65-F5344CB8AC3E}">
        <p14:creationId xmlns:p14="http://schemas.microsoft.com/office/powerpoint/2010/main" val="1180594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ço Reservado para Texto 39">
            <a:extLst>
              <a:ext uri="{FF2B5EF4-FFF2-40B4-BE49-F238E27FC236}">
                <a16:creationId xmlns:a16="http://schemas.microsoft.com/office/drawing/2014/main" id="{59519C51-306D-A3EF-4C22-C43DD0435ACD}"/>
              </a:ext>
            </a:extLst>
          </p:cNvPr>
          <p:cNvSpPr txBox="1">
            <a:spLocks/>
          </p:cNvSpPr>
          <p:nvPr/>
        </p:nvSpPr>
        <p:spPr>
          <a:xfrm>
            <a:off x="3025296" y="762595"/>
            <a:ext cx="6425888" cy="50314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00" b="0" i="0" u="none" strike="noStrike" cap="none">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3200" b="1" dirty="0">
                <a:solidFill>
                  <a:srgbClr val="FF161F"/>
                </a:solidFill>
              </a:rPr>
              <a:t>Desempenho do hardware</a:t>
            </a:r>
          </a:p>
        </p:txBody>
      </p:sp>
      <p:sp>
        <p:nvSpPr>
          <p:cNvPr id="8" name="Espaço Reservado para Texto 10">
            <a:extLst>
              <a:ext uri="{FF2B5EF4-FFF2-40B4-BE49-F238E27FC236}">
                <a16:creationId xmlns:a16="http://schemas.microsoft.com/office/drawing/2014/main" id="{8F2371A3-12DF-6361-9103-10B0B5F993DA}"/>
              </a:ext>
            </a:extLst>
          </p:cNvPr>
          <p:cNvSpPr txBox="1">
            <a:spLocks/>
          </p:cNvSpPr>
          <p:nvPr/>
        </p:nvSpPr>
        <p:spPr>
          <a:xfrm>
            <a:off x="257458" y="3253215"/>
            <a:ext cx="2845665" cy="13090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a:spcBef>
                <a:spcPts val="1200"/>
              </a:spcBef>
              <a:spcAft>
                <a:spcPts val="600"/>
              </a:spcAft>
            </a:pPr>
            <a:r>
              <a:rPr lang="pt-BR" sz="1800" b="1" dirty="0">
                <a:latin typeface="Poppins" pitchFamily="2" charset="77"/>
                <a:cs typeface="Poppins" pitchFamily="2" charset="77"/>
              </a:rPr>
              <a:t>A velocidade do computador depende de três elementos principais:</a:t>
            </a:r>
          </a:p>
        </p:txBody>
      </p:sp>
      <p:sp>
        <p:nvSpPr>
          <p:cNvPr id="9" name="Google Shape;756;p56">
            <a:extLst>
              <a:ext uri="{FF2B5EF4-FFF2-40B4-BE49-F238E27FC236}">
                <a16:creationId xmlns:a16="http://schemas.microsoft.com/office/drawing/2014/main" id="{61109E44-A838-A445-DF23-53F9314E39FC}"/>
              </a:ext>
            </a:extLst>
          </p:cNvPr>
          <p:cNvSpPr txBox="1"/>
          <p:nvPr/>
        </p:nvSpPr>
        <p:spPr>
          <a:xfrm>
            <a:off x="4096075" y="1618750"/>
            <a:ext cx="3344257" cy="451908"/>
          </a:xfrm>
          <a:prstGeom prst="rect">
            <a:avLst/>
          </a:prstGeom>
          <a:noFill/>
          <a:ln>
            <a:noFill/>
          </a:ln>
        </p:spPr>
        <p:txBody>
          <a:bodyPr spcFirstLastPara="1" wrap="square" lIns="60950" tIns="60950" rIns="60950" bIns="60950" anchor="ctr" anchorCtr="0">
            <a:noAutofit/>
          </a:bodyPr>
          <a:lstStyle/>
          <a:p>
            <a:pPr>
              <a:buSzPts val="3000"/>
            </a:pPr>
            <a:r>
              <a:rPr lang="pt-BR" sz="1600" b="1" dirty="0">
                <a:latin typeface="Poppins"/>
                <a:ea typeface="Poppins"/>
                <a:cs typeface="Poppins"/>
                <a:sym typeface="Poppins"/>
              </a:rPr>
              <a:t>Processador ou CPU</a:t>
            </a:r>
          </a:p>
          <a:p>
            <a:pPr>
              <a:buSzPts val="3000"/>
            </a:pPr>
            <a:endParaRPr sz="1600" b="1" dirty="0">
              <a:latin typeface="Poppins"/>
              <a:ea typeface="Poppins"/>
              <a:cs typeface="Poppins"/>
              <a:sym typeface="Poppins"/>
            </a:endParaRPr>
          </a:p>
        </p:txBody>
      </p:sp>
      <p:sp>
        <p:nvSpPr>
          <p:cNvPr id="10" name="Google Shape;757;p56">
            <a:extLst>
              <a:ext uri="{FF2B5EF4-FFF2-40B4-BE49-F238E27FC236}">
                <a16:creationId xmlns:a16="http://schemas.microsoft.com/office/drawing/2014/main" id="{9ABD7C52-91BC-E4CD-D14D-3B508B2236AF}"/>
              </a:ext>
            </a:extLst>
          </p:cNvPr>
          <p:cNvSpPr txBox="1"/>
          <p:nvPr/>
        </p:nvSpPr>
        <p:spPr>
          <a:xfrm>
            <a:off x="4096075" y="1895779"/>
            <a:ext cx="2976631" cy="979639"/>
          </a:xfrm>
          <a:prstGeom prst="rect">
            <a:avLst/>
          </a:prstGeom>
          <a:noFill/>
          <a:ln>
            <a:noFill/>
          </a:ln>
        </p:spPr>
        <p:txBody>
          <a:bodyPr spcFirstLastPara="1" wrap="square" lIns="60950" tIns="60950" rIns="60950" bIns="60950" anchor="t" anchorCtr="0">
            <a:noAutofit/>
          </a:bodyPr>
          <a:lstStyle/>
          <a:p>
            <a:pPr>
              <a:spcAft>
                <a:spcPts val="800"/>
              </a:spcAft>
              <a:buSzPts val="1900"/>
            </a:pPr>
            <a:r>
              <a:rPr lang="pt-BR" sz="1400" dirty="0">
                <a:solidFill>
                  <a:schemeClr val="dk1"/>
                </a:solidFill>
                <a:latin typeface="Poppins"/>
                <a:ea typeface="Poppins"/>
                <a:cs typeface="Poppins"/>
                <a:sym typeface="Poppins"/>
              </a:rPr>
              <a:t>É o “cérebro” do computador. Quanto mais tarefas simultâneas, mais lento ele pode ficar e até travar.</a:t>
            </a:r>
          </a:p>
        </p:txBody>
      </p:sp>
      <p:sp>
        <p:nvSpPr>
          <p:cNvPr id="11" name="Google Shape;758;p56">
            <a:extLst>
              <a:ext uri="{FF2B5EF4-FFF2-40B4-BE49-F238E27FC236}">
                <a16:creationId xmlns:a16="http://schemas.microsoft.com/office/drawing/2014/main" id="{4B79B9CD-4465-D37C-C372-3BD86ACF4F09}"/>
              </a:ext>
            </a:extLst>
          </p:cNvPr>
          <p:cNvSpPr txBox="1"/>
          <p:nvPr/>
        </p:nvSpPr>
        <p:spPr>
          <a:xfrm>
            <a:off x="6868007" y="4885590"/>
            <a:ext cx="2318405" cy="317576"/>
          </a:xfrm>
          <a:prstGeom prst="rect">
            <a:avLst/>
          </a:prstGeom>
          <a:noFill/>
          <a:ln>
            <a:noFill/>
          </a:ln>
        </p:spPr>
        <p:txBody>
          <a:bodyPr spcFirstLastPara="1" wrap="square" lIns="60950" tIns="60950" rIns="60950" bIns="60950" anchor="ctr" anchorCtr="0">
            <a:noAutofit/>
          </a:bodyPr>
          <a:lstStyle/>
          <a:p>
            <a:pPr>
              <a:buSzPts val="3000"/>
            </a:pPr>
            <a:r>
              <a:rPr lang="en-US" sz="1600" b="1" dirty="0" err="1">
                <a:latin typeface="Poppins"/>
                <a:ea typeface="Poppins"/>
                <a:cs typeface="Poppins"/>
                <a:sym typeface="Poppins"/>
              </a:rPr>
              <a:t>Memória</a:t>
            </a:r>
            <a:r>
              <a:rPr lang="en-US" sz="1600" b="1" dirty="0">
                <a:latin typeface="Poppins"/>
                <a:ea typeface="Poppins"/>
                <a:cs typeface="Poppins"/>
                <a:sym typeface="Poppins"/>
              </a:rPr>
              <a:t> RAM</a:t>
            </a:r>
            <a:endParaRPr sz="1600" b="1" dirty="0">
              <a:latin typeface="Poppins"/>
              <a:ea typeface="Poppins"/>
              <a:cs typeface="Poppins"/>
              <a:sym typeface="Poppins"/>
            </a:endParaRPr>
          </a:p>
        </p:txBody>
      </p:sp>
      <p:sp>
        <p:nvSpPr>
          <p:cNvPr id="12" name="Google Shape;759;p56">
            <a:extLst>
              <a:ext uri="{FF2B5EF4-FFF2-40B4-BE49-F238E27FC236}">
                <a16:creationId xmlns:a16="http://schemas.microsoft.com/office/drawing/2014/main" id="{EE799117-8A95-378B-61F8-92B0E3BE2E7A}"/>
              </a:ext>
            </a:extLst>
          </p:cNvPr>
          <p:cNvSpPr txBox="1"/>
          <p:nvPr/>
        </p:nvSpPr>
        <p:spPr>
          <a:xfrm>
            <a:off x="6868007" y="5203166"/>
            <a:ext cx="2692553" cy="886222"/>
          </a:xfrm>
          <a:prstGeom prst="rect">
            <a:avLst/>
          </a:prstGeom>
          <a:noFill/>
          <a:ln>
            <a:noFill/>
          </a:ln>
        </p:spPr>
        <p:txBody>
          <a:bodyPr spcFirstLastPara="1" wrap="square" lIns="60950" tIns="60950" rIns="60950" bIns="60950" anchor="t" anchorCtr="0">
            <a:noAutofit/>
          </a:bodyPr>
          <a:lstStyle>
            <a:defPPr marR="0" lvl="0" algn="l" rtl="0">
              <a:lnSpc>
                <a:spcPct val="100000"/>
              </a:lnSpc>
              <a:spcBef>
                <a:spcPts val="0"/>
              </a:spcBef>
              <a:spcAft>
                <a:spcPts val="0"/>
              </a:spcAft>
            </a:defPPr>
            <a:lvl1pPr>
              <a:spcAft>
                <a:spcPts val="800"/>
              </a:spcAft>
              <a:buSzPts val="1900"/>
              <a:defRPr sz="1400">
                <a:solidFill>
                  <a:schemeClr val="dk1"/>
                </a:solidFill>
                <a:latin typeface="Poppins"/>
                <a:ea typeface="Poppins"/>
                <a:cs typeface="Poppins"/>
              </a:defRPr>
            </a:lvl1pPr>
          </a:lstStyle>
          <a:p>
            <a:r>
              <a:rPr lang="pt-BR" dirty="0"/>
              <a:t>Funciona como uma mesa de trabalho: quanto mais programas abertos, menos espaço para novos.</a:t>
            </a:r>
            <a:endParaRPr lang="pt-BR" dirty="0">
              <a:sym typeface="Poppins"/>
            </a:endParaRPr>
          </a:p>
        </p:txBody>
      </p:sp>
      <p:sp>
        <p:nvSpPr>
          <p:cNvPr id="13" name="Google Shape;760;p56">
            <a:extLst>
              <a:ext uri="{FF2B5EF4-FFF2-40B4-BE49-F238E27FC236}">
                <a16:creationId xmlns:a16="http://schemas.microsoft.com/office/drawing/2014/main" id="{6389F74D-BB8D-12B9-AB1C-B3AC4159A265}"/>
              </a:ext>
            </a:extLst>
          </p:cNvPr>
          <p:cNvSpPr txBox="1"/>
          <p:nvPr/>
        </p:nvSpPr>
        <p:spPr>
          <a:xfrm>
            <a:off x="9694093" y="1565704"/>
            <a:ext cx="2347892" cy="317576"/>
          </a:xfrm>
          <a:prstGeom prst="rect">
            <a:avLst/>
          </a:prstGeom>
          <a:noFill/>
          <a:ln>
            <a:noFill/>
          </a:ln>
        </p:spPr>
        <p:txBody>
          <a:bodyPr spcFirstLastPara="1" wrap="square" lIns="60950" tIns="60950" rIns="60950" bIns="60950" anchor="ctr" anchorCtr="0">
            <a:noAutofit/>
          </a:bodyPr>
          <a:lstStyle/>
          <a:p>
            <a:pPr>
              <a:buSzPts val="3000"/>
            </a:pPr>
            <a:r>
              <a:rPr lang="en-US" sz="1600" b="1" dirty="0" err="1">
                <a:latin typeface="Poppins"/>
                <a:ea typeface="Poppins"/>
                <a:cs typeface="Poppins"/>
                <a:sym typeface="Poppins"/>
              </a:rPr>
              <a:t>Armazenamento</a:t>
            </a:r>
            <a:endParaRPr lang="en-US" sz="1600" b="1" dirty="0">
              <a:latin typeface="Poppins"/>
              <a:ea typeface="Poppins"/>
              <a:cs typeface="Poppins"/>
              <a:sym typeface="Poppins"/>
            </a:endParaRPr>
          </a:p>
          <a:p>
            <a:pPr>
              <a:buSzPts val="3000"/>
            </a:pPr>
            <a:r>
              <a:rPr lang="en-US" sz="1600" b="1" dirty="0">
                <a:latin typeface="Poppins"/>
                <a:ea typeface="Poppins"/>
                <a:cs typeface="Poppins"/>
                <a:sym typeface="Poppins"/>
              </a:rPr>
              <a:t>(disco HDD/SSD)</a:t>
            </a:r>
            <a:endParaRPr sz="1600" b="1" dirty="0">
              <a:latin typeface="Poppins"/>
              <a:ea typeface="Poppins"/>
              <a:cs typeface="Poppins"/>
              <a:sym typeface="Poppins"/>
            </a:endParaRPr>
          </a:p>
        </p:txBody>
      </p:sp>
      <p:sp>
        <p:nvSpPr>
          <p:cNvPr id="14" name="Google Shape;761;p56">
            <a:extLst>
              <a:ext uri="{FF2B5EF4-FFF2-40B4-BE49-F238E27FC236}">
                <a16:creationId xmlns:a16="http://schemas.microsoft.com/office/drawing/2014/main" id="{2C1DCFB6-EF22-B4A0-AF04-9BBD5BC03C14}"/>
              </a:ext>
            </a:extLst>
          </p:cNvPr>
          <p:cNvSpPr txBox="1"/>
          <p:nvPr/>
        </p:nvSpPr>
        <p:spPr>
          <a:xfrm>
            <a:off x="9694093" y="1984846"/>
            <a:ext cx="2162627" cy="644788"/>
          </a:xfrm>
          <a:prstGeom prst="rect">
            <a:avLst/>
          </a:prstGeom>
          <a:noFill/>
          <a:ln>
            <a:noFill/>
          </a:ln>
        </p:spPr>
        <p:txBody>
          <a:bodyPr spcFirstLastPara="1" wrap="square" lIns="60950" tIns="60950" rIns="60950" bIns="60950" anchor="t" anchorCtr="0">
            <a:noAutofit/>
          </a:bodyPr>
          <a:lstStyle/>
          <a:p>
            <a:pPr>
              <a:spcAft>
                <a:spcPts val="800"/>
              </a:spcAft>
              <a:buSzPts val="1900"/>
            </a:pPr>
            <a:r>
              <a:rPr lang="pt-BR" sz="1400" dirty="0">
                <a:solidFill>
                  <a:schemeClr val="dk1"/>
                </a:solidFill>
                <a:latin typeface="Poppins"/>
                <a:ea typeface="Poppins"/>
                <a:cs typeface="Poppins"/>
                <a:sym typeface="Poppins"/>
              </a:rPr>
              <a:t>É como um armário onde se guarda tudo. Se estiver cheio, não cabe nada novo.</a:t>
            </a:r>
          </a:p>
          <a:p>
            <a:pPr>
              <a:spcAft>
                <a:spcPts val="800"/>
              </a:spcAft>
              <a:buSzPts val="1900"/>
            </a:pPr>
            <a:endParaRPr lang="pt-BR" sz="1400" dirty="0">
              <a:solidFill>
                <a:schemeClr val="dk1"/>
              </a:solidFill>
              <a:latin typeface="Poppins"/>
              <a:ea typeface="Poppins"/>
              <a:cs typeface="Poppins"/>
              <a:sym typeface="Poppins"/>
            </a:endParaRPr>
          </a:p>
        </p:txBody>
      </p:sp>
      <p:pic>
        <p:nvPicPr>
          <p:cNvPr id="49" name="Espaço Reservado para Imagem 48">
            <a:extLst>
              <a:ext uri="{FF2B5EF4-FFF2-40B4-BE49-F238E27FC236}">
                <a16:creationId xmlns:a16="http://schemas.microsoft.com/office/drawing/2014/main" id="{4BCE6A4A-FE25-8C6D-0435-D4FC105D23CE}"/>
              </a:ext>
            </a:extLst>
          </p:cNvPr>
          <p:cNvPicPr>
            <a:picLocks noGrp="1" noChangeAspect="1"/>
          </p:cNvPicPr>
          <p:nvPr>
            <p:ph type="pic" idx="3"/>
          </p:nvPr>
        </p:nvPicPr>
        <p:blipFill>
          <a:blip r:embed="rId2" cstate="hqprint">
            <a:extLst>
              <a:ext uri="{28A0092B-C50C-407E-A947-70E740481C1C}">
                <a14:useLocalDpi xmlns:a14="http://schemas.microsoft.com/office/drawing/2010/main"/>
              </a:ext>
            </a:extLst>
          </a:blip>
          <a:srcRect/>
          <a:stretch/>
        </p:blipFill>
        <p:spPr>
          <a:xfrm>
            <a:off x="3616325" y="3092450"/>
            <a:ext cx="2016125" cy="1677988"/>
          </a:xfrm>
        </p:spPr>
      </p:pic>
      <p:pic>
        <p:nvPicPr>
          <p:cNvPr id="47" name="Espaço Reservado para Imagem 46">
            <a:extLst>
              <a:ext uri="{FF2B5EF4-FFF2-40B4-BE49-F238E27FC236}">
                <a16:creationId xmlns:a16="http://schemas.microsoft.com/office/drawing/2014/main" id="{5F8EC2D4-1E54-B83F-F16D-0A033A492795}"/>
              </a:ext>
            </a:extLst>
          </p:cNvPr>
          <p:cNvPicPr>
            <a:picLocks noGrp="1" noChangeAspect="1"/>
          </p:cNvPicPr>
          <p:nvPr>
            <p:ph type="pic" idx="4"/>
          </p:nvPr>
        </p:nvPicPr>
        <p:blipFill>
          <a:blip r:embed="rId3" cstate="hqprint">
            <a:extLst>
              <a:ext uri="{28A0092B-C50C-407E-A947-70E740481C1C}">
                <a14:useLocalDpi xmlns:a14="http://schemas.microsoft.com/office/drawing/2010/main"/>
              </a:ext>
            </a:extLst>
          </a:blip>
          <a:srcRect/>
          <a:stretch/>
        </p:blipFill>
        <p:spPr>
          <a:xfrm>
            <a:off x="6432550" y="3092450"/>
            <a:ext cx="2016125" cy="1677988"/>
          </a:xfrm>
        </p:spPr>
      </p:pic>
      <p:pic>
        <p:nvPicPr>
          <p:cNvPr id="45" name="Espaço Reservado para Imagem 44">
            <a:extLst>
              <a:ext uri="{FF2B5EF4-FFF2-40B4-BE49-F238E27FC236}">
                <a16:creationId xmlns:a16="http://schemas.microsoft.com/office/drawing/2014/main" id="{72B0BDFF-CC81-1311-8087-A3F15D4FC723}"/>
              </a:ext>
            </a:extLst>
          </p:cNvPr>
          <p:cNvPicPr>
            <a:picLocks noGrp="1" noChangeAspect="1"/>
          </p:cNvPicPr>
          <p:nvPr>
            <p:ph type="pic" idx="5"/>
          </p:nvPr>
        </p:nvPicPr>
        <p:blipFill>
          <a:blip r:embed="rId4" cstate="hqprint">
            <a:extLst>
              <a:ext uri="{28A0092B-C50C-407E-A947-70E740481C1C}">
                <a14:useLocalDpi xmlns:a14="http://schemas.microsoft.com/office/drawing/2010/main"/>
              </a:ext>
            </a:extLst>
          </a:blip>
          <a:srcRect/>
          <a:stretch/>
        </p:blipFill>
        <p:spPr>
          <a:xfrm>
            <a:off x="9269667" y="3092450"/>
            <a:ext cx="2016125" cy="1677459"/>
          </a:xfrm>
        </p:spPr>
      </p:pic>
      <p:sp>
        <p:nvSpPr>
          <p:cNvPr id="51" name="Google Shape;689;p48">
            <a:extLst>
              <a:ext uri="{FF2B5EF4-FFF2-40B4-BE49-F238E27FC236}">
                <a16:creationId xmlns:a16="http://schemas.microsoft.com/office/drawing/2014/main" id="{51ED0ED8-F105-FB87-A84B-6FE891B1B809}"/>
              </a:ext>
            </a:extLst>
          </p:cNvPr>
          <p:cNvSpPr txBox="1">
            <a:spLocks/>
          </p:cNvSpPr>
          <p:nvPr/>
        </p:nvSpPr>
        <p:spPr>
          <a:xfrm>
            <a:off x="10000035" y="5897005"/>
            <a:ext cx="1856686" cy="194925"/>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spcBef>
                <a:spcPts val="240"/>
              </a:spcBef>
              <a:buSzPts val="1200"/>
              <a:buFont typeface="Arial" pitchFamily="34" charset="0"/>
              <a:buNone/>
            </a:pPr>
            <a:r>
              <a:rPr lang="pt-BR" sz="1100" dirty="0">
                <a:latin typeface="Poppins" panose="00000500000000000000" pitchFamily="2" charset="0"/>
                <a:cs typeface="Poppins" panose="00000500000000000000" pitchFamily="2" charset="0"/>
              </a:rPr>
              <a:t>Imagens: © Getty Images</a:t>
            </a:r>
          </a:p>
        </p:txBody>
      </p:sp>
    </p:spTree>
    <p:extLst>
      <p:ext uri="{BB962C8B-B14F-4D97-AF65-F5344CB8AC3E}">
        <p14:creationId xmlns:p14="http://schemas.microsoft.com/office/powerpoint/2010/main" val="3889833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Espaço Reservado para Texto 23">
            <a:extLst>
              <a:ext uri="{FF2B5EF4-FFF2-40B4-BE49-F238E27FC236}">
                <a16:creationId xmlns:a16="http://schemas.microsoft.com/office/drawing/2014/main" id="{45EE71D6-CBC8-C0AF-B167-99611FD8F181}"/>
              </a:ext>
            </a:extLst>
          </p:cNvPr>
          <p:cNvSpPr>
            <a:spLocks noGrp="1"/>
          </p:cNvSpPr>
          <p:nvPr>
            <p:ph type="body" sz="quarter" idx="18"/>
          </p:nvPr>
        </p:nvSpPr>
        <p:spPr>
          <a:xfrm>
            <a:off x="6095991" y="3301785"/>
            <a:ext cx="5577849" cy="999653"/>
          </a:xfrm>
        </p:spPr>
        <p:txBody>
          <a:bodyPr/>
          <a:lstStyle/>
          <a:p>
            <a:r>
              <a:rPr lang="pt-BR" sz="1400" dirty="0"/>
              <a:t>É um tipo de memória volátil (guarda enquanto o computador está ligado) que armazena temporariamente os dados e as instruções que um computador precisa para executar programas e realizar tarefas. </a:t>
            </a:r>
          </a:p>
        </p:txBody>
      </p:sp>
      <p:sp>
        <p:nvSpPr>
          <p:cNvPr id="20" name="Espaço Reservado para Texto 19">
            <a:extLst>
              <a:ext uri="{FF2B5EF4-FFF2-40B4-BE49-F238E27FC236}">
                <a16:creationId xmlns:a16="http://schemas.microsoft.com/office/drawing/2014/main" id="{464B0914-82AB-2951-6348-1749ADC20372}"/>
              </a:ext>
            </a:extLst>
          </p:cNvPr>
          <p:cNvSpPr>
            <a:spLocks noGrp="1"/>
          </p:cNvSpPr>
          <p:nvPr>
            <p:ph type="body" sz="quarter" idx="14"/>
          </p:nvPr>
        </p:nvSpPr>
        <p:spPr>
          <a:xfrm>
            <a:off x="6095995" y="592244"/>
            <a:ext cx="5714598" cy="345436"/>
          </a:xfrm>
        </p:spPr>
        <p:txBody>
          <a:bodyPr/>
          <a:lstStyle/>
          <a:p>
            <a:r>
              <a:rPr lang="pt-BR" sz="1800" dirty="0"/>
              <a:t>CPU (Unidade Central de Processamento)</a:t>
            </a:r>
          </a:p>
        </p:txBody>
      </p:sp>
      <p:sp>
        <p:nvSpPr>
          <p:cNvPr id="21" name="Espaço Reservado para Texto 20">
            <a:extLst>
              <a:ext uri="{FF2B5EF4-FFF2-40B4-BE49-F238E27FC236}">
                <a16:creationId xmlns:a16="http://schemas.microsoft.com/office/drawing/2014/main" id="{E187F833-899B-8886-993E-59A214B8F866}"/>
              </a:ext>
            </a:extLst>
          </p:cNvPr>
          <p:cNvSpPr>
            <a:spLocks noGrp="1"/>
          </p:cNvSpPr>
          <p:nvPr>
            <p:ph type="body" sz="quarter" idx="15"/>
          </p:nvPr>
        </p:nvSpPr>
        <p:spPr>
          <a:xfrm>
            <a:off x="6095991" y="2514059"/>
            <a:ext cx="5714598" cy="345436"/>
          </a:xfrm>
        </p:spPr>
        <p:txBody>
          <a:bodyPr/>
          <a:lstStyle/>
          <a:p>
            <a:r>
              <a:rPr lang="pt-BR" sz="1800" dirty="0"/>
              <a:t>RAM (Random Access </a:t>
            </a:r>
            <a:r>
              <a:rPr lang="pt-BR" sz="1800" dirty="0" err="1"/>
              <a:t>Memory</a:t>
            </a:r>
            <a:r>
              <a:rPr lang="pt-BR" sz="1800" dirty="0"/>
              <a:t> ou Memória de Acesso Aleatório)</a:t>
            </a:r>
          </a:p>
        </p:txBody>
      </p:sp>
      <p:sp>
        <p:nvSpPr>
          <p:cNvPr id="22" name="Espaço Reservado para Texto 21">
            <a:extLst>
              <a:ext uri="{FF2B5EF4-FFF2-40B4-BE49-F238E27FC236}">
                <a16:creationId xmlns:a16="http://schemas.microsoft.com/office/drawing/2014/main" id="{1013177B-CA96-4419-A22D-C7A61323F10A}"/>
              </a:ext>
            </a:extLst>
          </p:cNvPr>
          <p:cNvSpPr>
            <a:spLocks noGrp="1"/>
          </p:cNvSpPr>
          <p:nvPr>
            <p:ph type="body" sz="quarter" idx="16"/>
          </p:nvPr>
        </p:nvSpPr>
        <p:spPr>
          <a:xfrm>
            <a:off x="6095994" y="4586817"/>
            <a:ext cx="5892805" cy="345436"/>
          </a:xfrm>
        </p:spPr>
        <p:txBody>
          <a:bodyPr/>
          <a:lstStyle/>
          <a:p>
            <a:r>
              <a:rPr lang="pt-BR" sz="1800" dirty="0"/>
              <a:t>Disco HDD/SSD (dispositivo de armazenamento)</a:t>
            </a:r>
          </a:p>
        </p:txBody>
      </p:sp>
      <p:sp>
        <p:nvSpPr>
          <p:cNvPr id="23" name="Espaço Reservado para Texto 22">
            <a:extLst>
              <a:ext uri="{FF2B5EF4-FFF2-40B4-BE49-F238E27FC236}">
                <a16:creationId xmlns:a16="http://schemas.microsoft.com/office/drawing/2014/main" id="{0DCE899B-2975-058F-643E-C6A15918D48F}"/>
              </a:ext>
            </a:extLst>
          </p:cNvPr>
          <p:cNvSpPr>
            <a:spLocks noGrp="1"/>
          </p:cNvSpPr>
          <p:nvPr>
            <p:ph type="body" sz="quarter" idx="17"/>
          </p:nvPr>
        </p:nvSpPr>
        <p:spPr>
          <a:xfrm>
            <a:off x="6095991" y="1013879"/>
            <a:ext cx="5577849" cy="1112074"/>
          </a:xfrm>
        </p:spPr>
        <p:txBody>
          <a:bodyPr/>
          <a:lstStyle/>
          <a:p>
            <a:r>
              <a:rPr lang="pt-BR" sz="1400" dirty="0"/>
              <a:t>É responsável por executar instruções, gerenciar as operações necessárias para que o sistema operacional e os programas funcionem. Interpreta os comandos, realiza cálculos e coordena o fluxo de dados entre a memória (RAM) e outros dispositivos. </a:t>
            </a:r>
          </a:p>
        </p:txBody>
      </p:sp>
      <p:sp>
        <p:nvSpPr>
          <p:cNvPr id="25" name="Espaço Reservado para Texto 24">
            <a:extLst>
              <a:ext uri="{FF2B5EF4-FFF2-40B4-BE49-F238E27FC236}">
                <a16:creationId xmlns:a16="http://schemas.microsoft.com/office/drawing/2014/main" id="{ECEEBE38-D09F-65E7-945F-8809822C24B3}"/>
              </a:ext>
            </a:extLst>
          </p:cNvPr>
          <p:cNvSpPr>
            <a:spLocks noGrp="1"/>
          </p:cNvSpPr>
          <p:nvPr>
            <p:ph type="body" sz="quarter" idx="19"/>
          </p:nvPr>
        </p:nvSpPr>
        <p:spPr>
          <a:xfrm>
            <a:off x="6095991" y="5034980"/>
            <a:ext cx="5892808" cy="1011629"/>
          </a:xfrm>
        </p:spPr>
        <p:txBody>
          <a:bodyPr/>
          <a:lstStyle/>
          <a:p>
            <a:r>
              <a:rPr lang="pt-BR" sz="1400" dirty="0"/>
              <a:t>É utilizado para armazenar informações, como arquivos, aplicativos e o próprio sistema operacional. Diferentemente da memória RAM, esse tipo de memória não é volátil — ou seja, os dados não são perdidos quando o computador é desligado.</a:t>
            </a:r>
          </a:p>
        </p:txBody>
      </p:sp>
      <p:pic>
        <p:nvPicPr>
          <p:cNvPr id="3" name="Imagem 2"/>
          <p:cNvPicPr>
            <a:picLocks noChangeAspect="1"/>
          </p:cNvPicPr>
          <p:nvPr/>
        </p:nvPicPr>
        <p:blipFill>
          <a:blip r:embed="rId3" cstate="hqprint">
            <a:extLst>
              <a:ext uri="{28A0092B-C50C-407E-A947-70E740481C1C}">
                <a14:useLocalDpi xmlns:a14="http://schemas.microsoft.com/office/drawing/2010/main"/>
              </a:ext>
            </a:extLst>
          </a:blip>
          <a:srcRect/>
          <a:stretch/>
        </p:blipFill>
        <p:spPr>
          <a:xfrm>
            <a:off x="3492151" y="2613341"/>
            <a:ext cx="2297934" cy="1532679"/>
          </a:xfrm>
          <a:prstGeom prst="rect">
            <a:avLst/>
          </a:prstGeom>
        </p:spPr>
      </p:pic>
      <p:pic>
        <p:nvPicPr>
          <p:cNvPr id="4" name="Imagem 3"/>
          <p:cNvPicPr>
            <a:picLocks noChangeAspect="1"/>
          </p:cNvPicPr>
          <p:nvPr/>
        </p:nvPicPr>
        <p:blipFill>
          <a:blip r:embed="rId4" cstate="hqprint">
            <a:extLst>
              <a:ext uri="{28A0092B-C50C-407E-A947-70E740481C1C}">
                <a14:useLocalDpi xmlns:a14="http://schemas.microsoft.com/office/drawing/2010/main"/>
              </a:ext>
            </a:extLst>
          </a:blip>
          <a:srcRect/>
          <a:stretch/>
        </p:blipFill>
        <p:spPr>
          <a:xfrm>
            <a:off x="3533093" y="592244"/>
            <a:ext cx="2263982" cy="1574755"/>
          </a:xfrm>
          <a:prstGeom prst="rect">
            <a:avLst/>
          </a:prstGeom>
        </p:spPr>
      </p:pic>
      <p:pic>
        <p:nvPicPr>
          <p:cNvPr id="5" name="Imagem 4"/>
          <p:cNvPicPr>
            <a:picLocks noChangeAspect="1"/>
          </p:cNvPicPr>
          <p:nvPr/>
        </p:nvPicPr>
        <p:blipFill>
          <a:blip r:embed="rId5" cstate="hqprint">
            <a:extLst>
              <a:ext uri="{28A0092B-C50C-407E-A947-70E740481C1C}">
                <a14:useLocalDpi xmlns:a14="http://schemas.microsoft.com/office/drawing/2010/main"/>
              </a:ext>
            </a:extLst>
          </a:blip>
          <a:srcRect/>
          <a:stretch/>
        </p:blipFill>
        <p:spPr>
          <a:xfrm>
            <a:off x="3532945" y="4586817"/>
            <a:ext cx="2189688" cy="1459792"/>
          </a:xfrm>
          <a:prstGeom prst="rect">
            <a:avLst/>
          </a:prstGeom>
        </p:spPr>
      </p:pic>
      <p:sp>
        <p:nvSpPr>
          <p:cNvPr id="2" name="Espaço Reservado para Texto 39">
            <a:extLst>
              <a:ext uri="{FF2B5EF4-FFF2-40B4-BE49-F238E27FC236}">
                <a16:creationId xmlns:a16="http://schemas.microsoft.com/office/drawing/2014/main" id="{287A4310-468F-975D-132C-F95B27E0492B}"/>
              </a:ext>
            </a:extLst>
          </p:cNvPr>
          <p:cNvSpPr txBox="1">
            <a:spLocks/>
          </p:cNvSpPr>
          <p:nvPr/>
        </p:nvSpPr>
        <p:spPr>
          <a:xfrm>
            <a:off x="381411" y="2824907"/>
            <a:ext cx="2435827" cy="86562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00" b="0" i="0" u="none" strike="noStrike" cap="none">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b="1" dirty="0">
                <a:solidFill>
                  <a:schemeClr val="bg1"/>
                </a:solidFill>
              </a:rPr>
              <a:t>Desempenho </a:t>
            </a:r>
          </a:p>
          <a:p>
            <a:r>
              <a:rPr lang="pt-BR" b="1" dirty="0">
                <a:solidFill>
                  <a:schemeClr val="bg1"/>
                </a:solidFill>
              </a:rPr>
              <a:t>do hardware</a:t>
            </a:r>
          </a:p>
        </p:txBody>
      </p:sp>
      <p:sp>
        <p:nvSpPr>
          <p:cNvPr id="7" name="Google Shape;689;p48">
            <a:extLst>
              <a:ext uri="{FF2B5EF4-FFF2-40B4-BE49-F238E27FC236}">
                <a16:creationId xmlns:a16="http://schemas.microsoft.com/office/drawing/2014/main" id="{C23C9977-FF70-8362-EE10-C6BFD7C25CAC}"/>
              </a:ext>
            </a:extLst>
          </p:cNvPr>
          <p:cNvSpPr txBox="1">
            <a:spLocks/>
          </p:cNvSpPr>
          <p:nvPr/>
        </p:nvSpPr>
        <p:spPr>
          <a:xfrm>
            <a:off x="3628418" y="6096131"/>
            <a:ext cx="2094216" cy="194925"/>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spcBef>
                <a:spcPts val="240"/>
              </a:spcBef>
              <a:buSzPts val="1200"/>
              <a:buFont typeface="Arial" pitchFamily="34" charset="0"/>
              <a:buNone/>
            </a:pPr>
            <a:r>
              <a:rPr lang="pt-BR" sz="1100" dirty="0">
                <a:latin typeface="Poppins" panose="00000500000000000000" pitchFamily="2" charset="0"/>
                <a:cs typeface="Poppins" panose="00000500000000000000" pitchFamily="2" charset="0"/>
              </a:rPr>
              <a:t>Imagens: © Getty Images</a:t>
            </a:r>
          </a:p>
        </p:txBody>
      </p:sp>
    </p:spTree>
    <p:extLst>
      <p:ext uri="{BB962C8B-B14F-4D97-AF65-F5344CB8AC3E}">
        <p14:creationId xmlns:p14="http://schemas.microsoft.com/office/powerpoint/2010/main" val="599497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65D6F-E601-AF07-ACE0-6259C0974200}"/>
            </a:ext>
          </a:extLst>
        </p:cNvPr>
        <p:cNvGrpSpPr/>
        <p:nvPr/>
      </p:nvGrpSpPr>
      <p:grpSpPr>
        <a:xfrm>
          <a:off x="0" y="0"/>
          <a:ext cx="0" cy="0"/>
          <a:chOff x="0" y="0"/>
          <a:chExt cx="0" cy="0"/>
        </a:xfrm>
      </p:grpSpPr>
      <p:sp>
        <p:nvSpPr>
          <p:cNvPr id="6" name="Espaço Reservado para Texto 3">
            <a:extLst>
              <a:ext uri="{FF2B5EF4-FFF2-40B4-BE49-F238E27FC236}">
                <a16:creationId xmlns:a16="http://schemas.microsoft.com/office/drawing/2014/main" id="{716DD7EE-50DB-CDEC-93A2-7B4425B8B06B}"/>
              </a:ext>
            </a:extLst>
          </p:cNvPr>
          <p:cNvSpPr>
            <a:spLocks noGrp="1"/>
          </p:cNvSpPr>
          <p:nvPr>
            <p:ph type="body" idx="4294967295"/>
          </p:nvPr>
        </p:nvSpPr>
        <p:spPr>
          <a:xfrm>
            <a:off x="2809494" y="1878147"/>
            <a:ext cx="4150568" cy="1932940"/>
          </a:xfrm>
          <a:prstGeom prst="rect">
            <a:avLst/>
          </a:prstGeom>
        </p:spPr>
        <p:txBody>
          <a:bodyPr>
            <a:noAutofit/>
          </a:bodyPr>
          <a:lstStyle/>
          <a:p>
            <a:r>
              <a:rPr lang="pt-BR" sz="1800" b="1" dirty="0">
                <a:latin typeface="Poppins" pitchFamily="2" charset="77"/>
                <a:cs typeface="Poppins" pitchFamily="2" charset="77"/>
              </a:rPr>
              <a:t>Exemplo: </a:t>
            </a:r>
            <a:r>
              <a:rPr lang="pt-BR" sz="1800" dirty="0">
                <a:latin typeface="Poppins" pitchFamily="2" charset="77"/>
                <a:cs typeface="Poppins" pitchFamily="2" charset="77"/>
              </a:rPr>
              <a:t>um aluno estudando com a mesa cheia de cadernos e livros perde tempo procurando o material. É o mesmo que acontece com a memória RAM cheia: o computador trava.</a:t>
            </a:r>
          </a:p>
        </p:txBody>
      </p:sp>
      <p:sp>
        <p:nvSpPr>
          <p:cNvPr id="15" name="Espaço Reservado para Texto 39">
            <a:extLst>
              <a:ext uri="{FF2B5EF4-FFF2-40B4-BE49-F238E27FC236}">
                <a16:creationId xmlns:a16="http://schemas.microsoft.com/office/drawing/2014/main" id="{0E4BE614-8874-CB48-3D2D-84F275576573}"/>
              </a:ext>
            </a:extLst>
          </p:cNvPr>
          <p:cNvSpPr>
            <a:spLocks noGrp="1"/>
          </p:cNvSpPr>
          <p:nvPr>
            <p:ph type="body" sz="quarter" idx="4294967295"/>
          </p:nvPr>
        </p:nvSpPr>
        <p:spPr>
          <a:xfrm>
            <a:off x="2809494" y="895414"/>
            <a:ext cx="6425888" cy="503141"/>
          </a:xfrm>
          <a:prstGeom prst="rect">
            <a:avLst/>
          </a:prstGeom>
        </p:spPr>
        <p:txBody>
          <a:bodyPr/>
          <a:lstStyle>
            <a:lvl1pPr>
              <a:defRPr sz="2400">
                <a:latin typeface="Poppins" pitchFamily="2" charset="77"/>
                <a:cs typeface="Poppins" pitchFamily="2" charset="77"/>
              </a:defRPr>
            </a:lvl1pPr>
          </a:lstStyle>
          <a:p>
            <a:pPr lvl="0"/>
            <a:r>
              <a:rPr lang="pt-BR" sz="3200" b="1" dirty="0">
                <a:solidFill>
                  <a:srgbClr val="FF161F"/>
                </a:solidFill>
              </a:rPr>
              <a:t>Desempenho do hardware</a:t>
            </a:r>
          </a:p>
        </p:txBody>
      </p:sp>
      <p:sp>
        <p:nvSpPr>
          <p:cNvPr id="17" name="Google Shape;136;p4">
            <a:extLst>
              <a:ext uri="{FF2B5EF4-FFF2-40B4-BE49-F238E27FC236}">
                <a16:creationId xmlns:a16="http://schemas.microsoft.com/office/drawing/2014/main" id="{8B00D2A2-FF82-0E84-7021-555FB0DD0C57}"/>
              </a:ext>
            </a:extLst>
          </p:cNvPr>
          <p:cNvSpPr txBox="1"/>
          <p:nvPr/>
        </p:nvSpPr>
        <p:spPr>
          <a:xfrm>
            <a:off x="3135230" y="4509371"/>
            <a:ext cx="3977919" cy="1231833"/>
          </a:xfrm>
          <a:prstGeom prst="rect">
            <a:avLst/>
          </a:prstGeom>
          <a:solidFill>
            <a:srgbClr val="AAA6D3">
              <a:alpha val="50000"/>
            </a:srgbClr>
          </a:solidFill>
          <a:ln w="19050" cap="flat" cmpd="sng">
            <a:noFill/>
            <a:prstDash val="solid"/>
            <a:round/>
            <a:headEnd type="none" w="sm" len="sm"/>
            <a:tailEnd type="none" w="sm" len="sm"/>
          </a:ln>
          <a:effectLst/>
        </p:spPr>
        <p:txBody>
          <a:bodyPr spcFirstLastPara="1" wrap="square" lIns="168000" tIns="168000" rIns="96000" bIns="168000" anchor="t" anchorCtr="0">
            <a:spAutoFit/>
          </a:bodyPr>
          <a:lstStyle/>
          <a:p>
            <a:pPr lvl="0">
              <a:spcBef>
                <a:spcPts val="600"/>
              </a:spcBef>
            </a:pPr>
            <a:endParaRPr lang="pt-BR" sz="1600" b="1" dirty="0">
              <a:latin typeface="Poppins"/>
              <a:cs typeface="Poppins"/>
            </a:endParaRPr>
          </a:p>
          <a:p>
            <a:pPr lvl="0">
              <a:spcBef>
                <a:spcPts val="600"/>
              </a:spcBef>
            </a:pPr>
            <a:r>
              <a:rPr lang="pt-BR" sz="1600" dirty="0">
                <a:latin typeface="Poppins"/>
                <a:cs typeface="Poppins"/>
              </a:rPr>
              <a:t>Otimizar = fechar programas desnecessários.</a:t>
            </a:r>
            <a:endParaRPr lang="en-US" sz="1600" dirty="0"/>
          </a:p>
        </p:txBody>
      </p:sp>
      <p:grpSp>
        <p:nvGrpSpPr>
          <p:cNvPr id="18" name="Agrupar 17">
            <a:extLst>
              <a:ext uri="{FF2B5EF4-FFF2-40B4-BE49-F238E27FC236}">
                <a16:creationId xmlns:a16="http://schemas.microsoft.com/office/drawing/2014/main" id="{50C13405-DF3E-92E6-F6E2-BD3F05EAEE34}"/>
              </a:ext>
            </a:extLst>
          </p:cNvPr>
          <p:cNvGrpSpPr/>
          <p:nvPr/>
        </p:nvGrpSpPr>
        <p:grpSpPr>
          <a:xfrm>
            <a:off x="2717072" y="4145304"/>
            <a:ext cx="3499948" cy="728133"/>
            <a:chOff x="12496121" y="1426319"/>
            <a:chExt cx="5249922" cy="1092200"/>
          </a:xfrm>
        </p:grpSpPr>
        <p:pic>
          <p:nvPicPr>
            <p:cNvPr id="19" name="Imagem 18">
              <a:extLst>
                <a:ext uri="{FF2B5EF4-FFF2-40B4-BE49-F238E27FC236}">
                  <a16:creationId xmlns:a16="http://schemas.microsoft.com/office/drawing/2014/main" id="{2A65FB85-627A-5790-D6D9-1D81154FF7DF}"/>
                </a:ext>
              </a:extLst>
            </p:cNvPr>
            <p:cNvPicPr>
              <a:picLocks noChangeAspect="1"/>
            </p:cNvPicPr>
            <p:nvPr/>
          </p:nvPicPr>
          <p:blipFill>
            <a:blip r:embed="rId2"/>
            <a:stretch>
              <a:fillRect/>
            </a:stretch>
          </p:blipFill>
          <p:spPr>
            <a:xfrm>
              <a:off x="12496121" y="1426319"/>
              <a:ext cx="5207000" cy="1092200"/>
            </a:xfrm>
            <a:prstGeom prst="rect">
              <a:avLst/>
            </a:prstGeom>
          </p:spPr>
        </p:pic>
        <p:pic>
          <p:nvPicPr>
            <p:cNvPr id="20" name="Gráfico 13">
              <a:extLst>
                <a:ext uri="{FF2B5EF4-FFF2-40B4-BE49-F238E27FC236}">
                  <a16:creationId xmlns:a16="http://schemas.microsoft.com/office/drawing/2014/main" id="{C8D2C377-50A5-71B1-30D9-D98FA5B681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690124" y="1574173"/>
              <a:ext cx="749300" cy="723900"/>
            </a:xfrm>
            <a:prstGeom prst="rect">
              <a:avLst/>
            </a:prstGeom>
          </p:spPr>
        </p:pic>
        <p:sp>
          <p:nvSpPr>
            <p:cNvPr id="21" name="CaixaDeTexto 20">
              <a:extLst>
                <a:ext uri="{FF2B5EF4-FFF2-40B4-BE49-F238E27FC236}">
                  <a16:creationId xmlns:a16="http://schemas.microsoft.com/office/drawing/2014/main" id="{69C77510-04A8-B4FA-51AC-3F9C86691749}"/>
                </a:ext>
              </a:extLst>
            </p:cNvPr>
            <p:cNvSpPr txBox="1"/>
            <p:nvPr/>
          </p:nvSpPr>
          <p:spPr>
            <a:xfrm>
              <a:off x="13963023" y="1780400"/>
              <a:ext cx="3783020" cy="313070"/>
            </a:xfrm>
            <a:prstGeom prst="rect">
              <a:avLst/>
            </a:prstGeom>
            <a:noFill/>
            <a:ln>
              <a:noFill/>
            </a:ln>
          </p:spPr>
          <p:txBody>
            <a:bodyPr spcFirstLastPara="1" wrap="square" lIns="60950" tIns="30467" rIns="60950" bIns="30467" rtlCol="0" anchor="t" anchorCtr="0">
              <a:noAutofit/>
            </a:bodyPr>
            <a:lstStyle/>
            <a:p>
              <a:pPr algn="ctr"/>
              <a:r>
                <a:rPr lang="pt-BR" sz="1500" b="1">
                  <a:solidFill>
                    <a:schemeClr val="bg1"/>
                  </a:solidFill>
                  <a:latin typeface="Poppins" pitchFamily="2" charset="77"/>
                  <a:cs typeface="Poppins" pitchFamily="2" charset="77"/>
                </a:rPr>
                <a:t>DESTAQUE</a:t>
              </a:r>
            </a:p>
          </p:txBody>
        </p:sp>
      </p:grpSp>
      <p:pic>
        <p:nvPicPr>
          <p:cNvPr id="4" name="Picture 3">
            <a:extLst>
              <a:ext uri="{FF2B5EF4-FFF2-40B4-BE49-F238E27FC236}">
                <a16:creationId xmlns:a16="http://schemas.microsoft.com/office/drawing/2014/main" id="{CDE48085-726C-51FE-8F92-47EE70BF0342}"/>
              </a:ext>
            </a:extLst>
          </p:cNvPr>
          <p:cNvPicPr>
            <a:picLocks noChangeAspect="1"/>
          </p:cNvPicPr>
          <p:nvPr/>
        </p:nvPicPr>
        <p:blipFill>
          <a:blip r:embed="rId5" cstate="hqprint">
            <a:extLst>
              <a:ext uri="{28A0092B-C50C-407E-A947-70E740481C1C}">
                <a14:useLocalDpi xmlns:a14="http://schemas.microsoft.com/office/drawing/2010/main"/>
              </a:ext>
            </a:extLst>
          </a:blip>
          <a:srcRect/>
          <a:stretch/>
        </p:blipFill>
        <p:spPr>
          <a:xfrm>
            <a:off x="7578930" y="2201528"/>
            <a:ext cx="4271326" cy="2847550"/>
          </a:xfrm>
          <a:prstGeom prst="rect">
            <a:avLst/>
          </a:prstGeom>
        </p:spPr>
      </p:pic>
      <p:sp>
        <p:nvSpPr>
          <p:cNvPr id="5" name="Google Shape;689;p48">
            <a:extLst>
              <a:ext uri="{FF2B5EF4-FFF2-40B4-BE49-F238E27FC236}">
                <a16:creationId xmlns:a16="http://schemas.microsoft.com/office/drawing/2014/main" id="{FEA00D41-1DFA-2B08-7481-7E882AE8FDF2}"/>
              </a:ext>
            </a:extLst>
          </p:cNvPr>
          <p:cNvSpPr txBox="1">
            <a:spLocks/>
          </p:cNvSpPr>
          <p:nvPr/>
        </p:nvSpPr>
        <p:spPr>
          <a:xfrm>
            <a:off x="10416209" y="5125288"/>
            <a:ext cx="1434047" cy="194925"/>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spcBef>
                <a:spcPts val="240"/>
              </a:spcBef>
              <a:buSzPts val="1200"/>
              <a:buFont typeface="Arial" pitchFamily="34" charset="0"/>
              <a:buNone/>
            </a:pPr>
            <a:r>
              <a:rPr lang="pt-BR" sz="1100" dirty="0">
                <a:latin typeface="Poppins" panose="00000500000000000000" pitchFamily="2" charset="0"/>
                <a:cs typeface="Poppins" panose="00000500000000000000" pitchFamily="2" charset="0"/>
              </a:rPr>
              <a:t>© Getty Images</a:t>
            </a:r>
          </a:p>
        </p:txBody>
      </p:sp>
    </p:spTree>
    <p:extLst>
      <p:ext uri="{BB962C8B-B14F-4D97-AF65-F5344CB8AC3E}">
        <p14:creationId xmlns:p14="http://schemas.microsoft.com/office/powerpoint/2010/main" val="1553337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65D6F-E601-AF07-ACE0-6259C0974200}"/>
            </a:ext>
          </a:extLst>
        </p:cNvPr>
        <p:cNvGrpSpPr/>
        <p:nvPr/>
      </p:nvGrpSpPr>
      <p:grpSpPr>
        <a:xfrm>
          <a:off x="0" y="0"/>
          <a:ext cx="0" cy="0"/>
          <a:chOff x="0" y="0"/>
          <a:chExt cx="0" cy="0"/>
        </a:xfrm>
      </p:grpSpPr>
      <p:sp>
        <p:nvSpPr>
          <p:cNvPr id="24" name="Espaço Reservado para Texto 39">
            <a:extLst>
              <a:ext uri="{FF2B5EF4-FFF2-40B4-BE49-F238E27FC236}">
                <a16:creationId xmlns:a16="http://schemas.microsoft.com/office/drawing/2014/main" id="{D337BACE-E84A-1D00-42AB-2B25DA162DE9}"/>
              </a:ext>
            </a:extLst>
          </p:cNvPr>
          <p:cNvSpPr>
            <a:spLocks noGrp="1"/>
          </p:cNvSpPr>
          <p:nvPr>
            <p:ph type="body" sz="quarter" idx="10"/>
          </p:nvPr>
        </p:nvSpPr>
        <p:spPr>
          <a:xfrm>
            <a:off x="2809494" y="945071"/>
            <a:ext cx="8540120" cy="520699"/>
          </a:xfrm>
        </p:spPr>
        <p:txBody>
          <a:bodyPr>
            <a:noAutofit/>
          </a:bodyPr>
          <a:lstStyle>
            <a:lvl1pPr>
              <a:defRPr sz="2400">
                <a:latin typeface="Poppins" pitchFamily="2" charset="77"/>
                <a:cs typeface="Poppins" pitchFamily="2" charset="77"/>
              </a:defRPr>
            </a:lvl1pPr>
          </a:lstStyle>
          <a:p>
            <a:pPr>
              <a:lnSpc>
                <a:spcPct val="90000"/>
              </a:lnSpc>
              <a:spcAft>
                <a:spcPts val="600"/>
              </a:spcAft>
            </a:pPr>
            <a:r>
              <a:rPr lang="pt-BR" sz="3200" b="1" dirty="0">
                <a:solidFill>
                  <a:srgbClr val="FF161F"/>
                </a:solidFill>
              </a:rPr>
              <a:t>Aplicativos leves e PWA</a:t>
            </a:r>
          </a:p>
        </p:txBody>
      </p:sp>
      <p:sp>
        <p:nvSpPr>
          <p:cNvPr id="7" name="Rectangle 2">
            <a:extLst>
              <a:ext uri="{FF2B5EF4-FFF2-40B4-BE49-F238E27FC236}">
                <a16:creationId xmlns:a16="http://schemas.microsoft.com/office/drawing/2014/main" id="{9D0F7C71-225C-6721-E22D-0E6FC0C66431}"/>
              </a:ext>
            </a:extLst>
          </p:cNvPr>
          <p:cNvSpPr>
            <a:spLocks noGrp="1" noChangeArrowheads="1"/>
          </p:cNvSpPr>
          <p:nvPr>
            <p:ph type="body" sz="quarter" idx="4294967295"/>
          </p:nvPr>
        </p:nvSpPr>
        <p:spPr bwMode="auto">
          <a:xfrm>
            <a:off x="3057941" y="1629747"/>
            <a:ext cx="3968502"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a:spcAft>
                <a:spcPts val="1200"/>
              </a:spcAft>
            </a:pPr>
            <a:r>
              <a:rPr lang="pt-BR" sz="1800" b="1" dirty="0">
                <a:latin typeface="Poppins" panose="00000500000000000000" pitchFamily="2" charset="0"/>
                <a:cs typeface="Poppins" panose="00000500000000000000" pitchFamily="2" charset="0"/>
              </a:rPr>
              <a:t>Aplicativos leves: </a:t>
            </a:r>
            <a:r>
              <a:rPr lang="pt-BR" sz="1800" dirty="0">
                <a:latin typeface="Poppins" panose="00000500000000000000" pitchFamily="2" charset="0"/>
                <a:cs typeface="Poppins" panose="00000500000000000000" pitchFamily="2" charset="0"/>
              </a:rPr>
              <a:t>versões otimizadas que usam menos memória e espaço. É como levar só o caderno em vez de todos os livros.</a:t>
            </a:r>
          </a:p>
          <a:p>
            <a:pPr>
              <a:spcAft>
                <a:spcPts val="1200"/>
              </a:spcAft>
            </a:pPr>
            <a:r>
              <a:rPr lang="pt-BR" sz="1800" b="1" dirty="0">
                <a:latin typeface="Poppins" panose="00000500000000000000" pitchFamily="2" charset="0"/>
                <a:cs typeface="Poppins" panose="00000500000000000000" pitchFamily="2" charset="0"/>
              </a:rPr>
              <a:t>PWA (</a:t>
            </a:r>
            <a:r>
              <a:rPr lang="pt-BR" sz="1800" b="1" dirty="0" err="1">
                <a:latin typeface="Poppins" panose="00000500000000000000" pitchFamily="2" charset="0"/>
                <a:cs typeface="Poppins" panose="00000500000000000000" pitchFamily="2" charset="0"/>
              </a:rPr>
              <a:t>Progressive</a:t>
            </a:r>
            <a:r>
              <a:rPr lang="pt-BR" sz="1800" b="1" dirty="0">
                <a:latin typeface="Poppins" panose="00000500000000000000" pitchFamily="2" charset="0"/>
                <a:cs typeface="Poppins" panose="00000500000000000000" pitchFamily="2" charset="0"/>
              </a:rPr>
              <a:t> Web App): </a:t>
            </a:r>
            <a:r>
              <a:rPr lang="pt-BR" sz="1800" dirty="0">
                <a:latin typeface="Poppins" panose="00000500000000000000" pitchFamily="2" charset="0"/>
                <a:cs typeface="Poppins" panose="00000500000000000000" pitchFamily="2" charset="0"/>
              </a:rPr>
              <a:t>aplicativos que funcionam dentro do navegador, mas se comportam como </a:t>
            </a:r>
            <a:r>
              <a:rPr lang="pt-BR" sz="1800" dirty="0" err="1">
                <a:latin typeface="Poppins" panose="00000500000000000000" pitchFamily="2" charset="0"/>
                <a:cs typeface="Poppins" panose="00000500000000000000" pitchFamily="2" charset="0"/>
              </a:rPr>
              <a:t>apps</a:t>
            </a:r>
            <a:r>
              <a:rPr lang="pt-BR" sz="1800" dirty="0">
                <a:latin typeface="Poppins" panose="00000500000000000000" pitchFamily="2" charset="0"/>
                <a:cs typeface="Poppins" panose="00000500000000000000" pitchFamily="2" charset="0"/>
              </a:rPr>
              <a:t> instalados. Ocupam pouco espaço, atualizam-se sozinhos e alguns podem funcionar off-line, ou seja, mesmo sem internet, utilizando os dados já salvos no aparelho.</a:t>
            </a:r>
          </a:p>
        </p:txBody>
      </p:sp>
      <p:graphicFrame>
        <p:nvGraphicFramePr>
          <p:cNvPr id="5" name="Google Shape;783;p58">
            <a:extLst>
              <a:ext uri="{FF2B5EF4-FFF2-40B4-BE49-F238E27FC236}">
                <a16:creationId xmlns:a16="http://schemas.microsoft.com/office/drawing/2014/main" id="{3004137A-9A68-BFD8-51B0-E627D44086DB}"/>
              </a:ext>
            </a:extLst>
          </p:cNvPr>
          <p:cNvGraphicFramePr/>
          <p:nvPr>
            <p:extLst>
              <p:ext uri="{D42A27DB-BD31-4B8C-83A1-F6EECF244321}">
                <p14:modId xmlns:p14="http://schemas.microsoft.com/office/powerpoint/2010/main" val="393234155"/>
              </p:ext>
            </p:extLst>
          </p:nvPr>
        </p:nvGraphicFramePr>
        <p:xfrm>
          <a:off x="7366000" y="2151008"/>
          <a:ext cx="4419600" cy="3081684"/>
        </p:xfrm>
        <a:graphic>
          <a:graphicData uri="http://schemas.openxmlformats.org/drawingml/2006/table">
            <a:tbl>
              <a:tblPr>
                <a:noFill/>
              </a:tblPr>
              <a:tblGrid>
                <a:gridCol w="2219701">
                  <a:extLst>
                    <a:ext uri="{9D8B030D-6E8A-4147-A177-3AD203B41FA5}">
                      <a16:colId xmlns:a16="http://schemas.microsoft.com/office/drawing/2014/main" val="20001"/>
                    </a:ext>
                  </a:extLst>
                </a:gridCol>
                <a:gridCol w="2199899">
                  <a:extLst>
                    <a:ext uri="{9D8B030D-6E8A-4147-A177-3AD203B41FA5}">
                      <a16:colId xmlns:a16="http://schemas.microsoft.com/office/drawing/2014/main" val="20002"/>
                    </a:ext>
                  </a:extLst>
                </a:gridCol>
              </a:tblGrid>
              <a:tr h="411816">
                <a:tc gridSpan="2">
                  <a:txBody>
                    <a:bodyPr/>
                    <a:lstStyle/>
                    <a:p>
                      <a:pPr marL="0" marR="0" lvl="0" indent="0" algn="ctr" rtl="0">
                        <a:lnSpc>
                          <a:spcPct val="100000"/>
                        </a:lnSpc>
                        <a:spcBef>
                          <a:spcPts val="0"/>
                        </a:spcBef>
                        <a:spcAft>
                          <a:spcPts val="0"/>
                        </a:spcAft>
                        <a:buClr>
                          <a:srgbClr val="000000"/>
                        </a:buClr>
                        <a:buSzPts val="2500"/>
                        <a:buFont typeface="Arial"/>
                        <a:buNone/>
                      </a:pPr>
                      <a:r>
                        <a:rPr lang="pt-BR" sz="1400" b="1" u="none" strike="noStrike" cap="none" noProof="0" dirty="0">
                          <a:solidFill>
                            <a:schemeClr val="lt1"/>
                          </a:solidFill>
                          <a:latin typeface="Poppins"/>
                          <a:ea typeface="Poppins"/>
                          <a:cs typeface="Poppins"/>
                          <a:sym typeface="Poppins"/>
                        </a:rPr>
                        <a:t>Exemplos</a:t>
                      </a: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lgn="ctr">
                      <a:solidFill>
                        <a:schemeClr val="lt1"/>
                      </a:solidFill>
                      <a:prstDash val="solid"/>
                      <a:round/>
                      <a:headEnd type="none" w="sm" len="sm"/>
                      <a:tailEnd type="none" w="sm" len="sm"/>
                    </a:lnB>
                    <a:solidFill>
                      <a:srgbClr val="AAA6D3"/>
                    </a:solidFill>
                  </a:tcPr>
                </a:tc>
                <a:tc hMerge="1">
                  <a:txBody>
                    <a:bodyPr/>
                    <a:lstStyle/>
                    <a:p>
                      <a:pPr marL="0" marR="0" lvl="0" indent="0" algn="ctr" rtl="0">
                        <a:lnSpc>
                          <a:spcPct val="100000"/>
                        </a:lnSpc>
                        <a:spcBef>
                          <a:spcPts val="0"/>
                        </a:spcBef>
                        <a:spcAft>
                          <a:spcPts val="0"/>
                        </a:spcAft>
                        <a:buClr>
                          <a:srgbClr val="000000"/>
                        </a:buClr>
                        <a:buSzPts val="2500"/>
                        <a:buFont typeface="Arial"/>
                        <a:buNone/>
                      </a:pPr>
                      <a:endParaRPr lang="pt-BR" sz="1600" b="1" u="none" strike="noStrike" cap="none" noProof="0" dirty="0">
                        <a:solidFill>
                          <a:schemeClr val="lt1"/>
                        </a:solidFill>
                        <a:latin typeface="Poppins"/>
                        <a:ea typeface="Poppins"/>
                        <a:cs typeface="Poppins"/>
                        <a:sym typeface="Poppins"/>
                      </a:endParaRPr>
                    </a:p>
                  </a:txBody>
                  <a:tcPr marL="114567" marR="114567" marT="114567" marB="114567" anchor="ctr">
                    <a:lnL w="9525" cap="flat" cmpd="sng" algn="ctr">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AAA6D3"/>
                    </a:solidFill>
                  </a:tcPr>
                </a:tc>
                <a:extLst>
                  <a:ext uri="{0D108BD9-81ED-4DB2-BD59-A6C34878D82A}">
                    <a16:rowId xmlns:a16="http://schemas.microsoft.com/office/drawing/2014/main" val="2267062902"/>
                  </a:ext>
                </a:extLst>
              </a:tr>
              <a:tr h="610384">
                <a:tc>
                  <a:txBody>
                    <a:bodyPr/>
                    <a:lstStyle/>
                    <a:p>
                      <a:pPr marL="0" marR="0" lvl="0" indent="0" algn="ctr" rtl="0">
                        <a:lnSpc>
                          <a:spcPct val="100000"/>
                        </a:lnSpc>
                        <a:spcBef>
                          <a:spcPts val="0"/>
                        </a:spcBef>
                        <a:spcAft>
                          <a:spcPts val="0"/>
                        </a:spcAft>
                        <a:buClr>
                          <a:srgbClr val="000000"/>
                        </a:buClr>
                        <a:buSzPts val="2500"/>
                        <a:buFont typeface="Arial"/>
                        <a:buNone/>
                      </a:pPr>
                      <a:r>
                        <a:rPr lang="pt-BR" sz="1400" b="1" u="none" strike="noStrike" cap="none" noProof="0" dirty="0">
                          <a:solidFill>
                            <a:schemeClr val="lt1"/>
                          </a:solidFill>
                          <a:latin typeface="Poppins"/>
                          <a:ea typeface="Poppins"/>
                          <a:cs typeface="Poppins"/>
                          <a:sym typeface="Poppins"/>
                        </a:rPr>
                        <a:t>Versão </a:t>
                      </a:r>
                    </a:p>
                    <a:p>
                      <a:pPr marL="0" marR="0" lvl="0" indent="0" algn="ctr" rtl="0">
                        <a:lnSpc>
                          <a:spcPct val="100000"/>
                        </a:lnSpc>
                        <a:spcBef>
                          <a:spcPts val="0"/>
                        </a:spcBef>
                        <a:spcAft>
                          <a:spcPts val="0"/>
                        </a:spcAft>
                        <a:buClr>
                          <a:srgbClr val="000000"/>
                        </a:buClr>
                        <a:buSzPts val="2500"/>
                        <a:buFont typeface="Arial"/>
                        <a:buNone/>
                      </a:pPr>
                      <a:r>
                        <a:rPr lang="pt-BR" sz="1400" b="1" u="none" strike="noStrike" cap="none" noProof="0" dirty="0">
                          <a:solidFill>
                            <a:schemeClr val="lt1"/>
                          </a:solidFill>
                          <a:latin typeface="Poppins"/>
                          <a:ea typeface="Poppins"/>
                          <a:cs typeface="Poppins"/>
                          <a:sym typeface="Poppins"/>
                        </a:rPr>
                        <a:t>leve ou PWA</a:t>
                      </a: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lgn="ctr">
                      <a:solidFill>
                        <a:schemeClr val="lt1"/>
                      </a:solidFill>
                      <a:prstDash val="solid"/>
                      <a:round/>
                      <a:headEnd type="none" w="sm" len="sm"/>
                      <a:tailEnd type="none" w="sm" len="sm"/>
                    </a:lnT>
                    <a:lnB w="9525" cap="flat" cmpd="sng" algn="ctr">
                      <a:solidFill>
                        <a:schemeClr val="lt1"/>
                      </a:solidFill>
                      <a:prstDash val="solid"/>
                      <a:round/>
                      <a:headEnd type="none" w="sm" len="sm"/>
                      <a:tailEnd type="none" w="sm" len="sm"/>
                    </a:lnB>
                    <a:solidFill>
                      <a:srgbClr val="AAA6D3"/>
                    </a:solidFill>
                  </a:tcPr>
                </a:tc>
                <a:tc>
                  <a:txBody>
                    <a:bodyPr/>
                    <a:lstStyle/>
                    <a:p>
                      <a:pPr marL="0" marR="0" lvl="0" indent="0" algn="ctr" rtl="0">
                        <a:lnSpc>
                          <a:spcPct val="100000"/>
                        </a:lnSpc>
                        <a:spcBef>
                          <a:spcPts val="0"/>
                        </a:spcBef>
                        <a:spcAft>
                          <a:spcPts val="0"/>
                        </a:spcAft>
                        <a:buClr>
                          <a:srgbClr val="000000"/>
                        </a:buClr>
                        <a:buSzPts val="2500"/>
                        <a:buFont typeface="Arial"/>
                        <a:buNone/>
                      </a:pPr>
                      <a:r>
                        <a:rPr lang="pt-BR" sz="1400" b="1" u="none" strike="noStrike" cap="none" noProof="0" dirty="0">
                          <a:solidFill>
                            <a:schemeClr val="lt1"/>
                          </a:solidFill>
                          <a:latin typeface="Poppins"/>
                          <a:ea typeface="Poppins"/>
                          <a:cs typeface="Poppins"/>
                          <a:sym typeface="Poppins"/>
                        </a:rPr>
                        <a:t>Versão padrão</a:t>
                      </a: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lgn="ctr">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AAA6D3"/>
                    </a:solidFill>
                  </a:tcPr>
                </a:tc>
                <a:extLst>
                  <a:ext uri="{0D108BD9-81ED-4DB2-BD59-A6C34878D82A}">
                    <a16:rowId xmlns:a16="http://schemas.microsoft.com/office/drawing/2014/main" val="10000"/>
                  </a:ext>
                </a:extLst>
              </a:tr>
              <a:tr h="411816">
                <a:tc>
                  <a:txBody>
                    <a:bodyPr/>
                    <a:lstStyle/>
                    <a:p>
                      <a:pPr marL="0" marR="0" lvl="0" indent="0" algn="l" rtl="0">
                        <a:lnSpc>
                          <a:spcPct val="100000"/>
                        </a:lnSpc>
                        <a:spcBef>
                          <a:spcPts val="0"/>
                        </a:spcBef>
                        <a:spcAft>
                          <a:spcPts val="0"/>
                        </a:spcAft>
                        <a:buClr>
                          <a:srgbClr val="000000"/>
                        </a:buClr>
                        <a:buSzPts val="2500"/>
                        <a:buFont typeface="Arial"/>
                        <a:buNone/>
                      </a:pPr>
                      <a:r>
                        <a:rPr lang="pt-BR" sz="1400" dirty="0">
                          <a:latin typeface="Poppins" panose="00000500000000000000" pitchFamily="2" charset="0"/>
                          <a:cs typeface="Poppins" panose="00000500000000000000" pitchFamily="2" charset="0"/>
                        </a:rPr>
                        <a:t>Facebook Lite </a:t>
                      </a:r>
                      <a:endParaRPr lang="pt-BR" sz="14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lgn="ctr">
                      <a:solidFill>
                        <a:schemeClr val="lt1"/>
                      </a:solidFill>
                      <a:prstDash val="solid"/>
                      <a:round/>
                      <a:headEnd type="none" w="sm" len="sm"/>
                      <a:tailEnd type="none" w="sm" len="sm"/>
                    </a:lnT>
                    <a:lnB w="9525" cap="flat" cmpd="sng" algn="ctr">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2500"/>
                        <a:buFont typeface="Arial"/>
                        <a:buNone/>
                      </a:pPr>
                      <a:r>
                        <a:rPr lang="pt-BR" sz="1400" dirty="0">
                          <a:latin typeface="Poppins" panose="00000500000000000000" pitchFamily="2" charset="0"/>
                          <a:cs typeface="Poppins" panose="00000500000000000000" pitchFamily="2" charset="0"/>
                        </a:rPr>
                        <a:t>Facebook padrão </a:t>
                      </a:r>
                      <a:endParaRPr lang="pt-BR" sz="14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extLst>
                  <a:ext uri="{0D108BD9-81ED-4DB2-BD59-A6C34878D82A}">
                    <a16:rowId xmlns:a16="http://schemas.microsoft.com/office/drawing/2014/main" val="10001"/>
                  </a:ext>
                </a:extLst>
              </a:tr>
              <a:tr h="411816">
                <a:tc>
                  <a:txBody>
                    <a:bodyPr/>
                    <a:lstStyle/>
                    <a:p>
                      <a:pPr marL="0" marR="0" lvl="0" indent="0" algn="l" rtl="0">
                        <a:lnSpc>
                          <a:spcPct val="100000"/>
                        </a:lnSpc>
                        <a:spcBef>
                          <a:spcPts val="0"/>
                        </a:spcBef>
                        <a:spcAft>
                          <a:spcPts val="0"/>
                        </a:spcAft>
                        <a:buClr>
                          <a:schemeClr val="dk1"/>
                        </a:buClr>
                        <a:buSzPts val="2500"/>
                        <a:buFont typeface="Arial"/>
                        <a:buNone/>
                      </a:pPr>
                      <a:r>
                        <a:rPr lang="pt-BR" sz="1400" dirty="0">
                          <a:latin typeface="Poppins" panose="00000500000000000000" pitchFamily="2" charset="0"/>
                          <a:cs typeface="Poppins" panose="00000500000000000000" pitchFamily="2" charset="0"/>
                        </a:rPr>
                        <a:t>Spotify Web (PWA) </a:t>
                      </a:r>
                      <a:endParaRPr lang="pt-BR" sz="14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lgn="ctr">
                      <a:solidFill>
                        <a:schemeClr val="lt1"/>
                      </a:solidFill>
                      <a:prstDash val="solid"/>
                      <a:round/>
                      <a:headEnd type="none" w="sm" len="sm"/>
                      <a:tailEnd type="none" w="sm" len="sm"/>
                    </a:lnT>
                    <a:lnB w="9525"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chemeClr val="dk1"/>
                        </a:buClr>
                        <a:buSzPts val="2500"/>
                        <a:buFont typeface="Arial"/>
                        <a:buNone/>
                      </a:pPr>
                      <a:r>
                        <a:rPr lang="pt-BR" sz="1400" dirty="0">
                          <a:latin typeface="Poppins" panose="00000500000000000000" pitchFamily="2" charset="0"/>
                          <a:cs typeface="Poppins" panose="00000500000000000000" pitchFamily="2" charset="0"/>
                        </a:rPr>
                        <a:t>Spotify Desktop</a:t>
                      </a:r>
                      <a:endParaRPr lang="pt-BR" sz="14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610384">
                <a:tc>
                  <a:txBody>
                    <a:bodyPr/>
                    <a:lstStyle/>
                    <a:p>
                      <a:pPr marL="0" marR="0" lvl="0" indent="0" algn="l" rtl="0">
                        <a:lnSpc>
                          <a:spcPct val="100000"/>
                        </a:lnSpc>
                        <a:spcBef>
                          <a:spcPts val="0"/>
                        </a:spcBef>
                        <a:spcAft>
                          <a:spcPts val="0"/>
                        </a:spcAft>
                        <a:buClr>
                          <a:schemeClr val="dk1"/>
                        </a:buClr>
                        <a:buSzPts val="2500"/>
                        <a:buFont typeface="Arial"/>
                        <a:buNone/>
                      </a:pPr>
                      <a:r>
                        <a:rPr lang="pt-BR" sz="1400" dirty="0">
                          <a:latin typeface="Poppins" panose="00000500000000000000" pitchFamily="2" charset="0"/>
                          <a:cs typeface="Poppins" panose="00000500000000000000" pitchFamily="2" charset="0"/>
                        </a:rPr>
                        <a:t>Google </a:t>
                      </a:r>
                      <a:r>
                        <a:rPr lang="pt-BR" sz="1400" dirty="0" err="1">
                          <a:latin typeface="Poppins" panose="00000500000000000000" pitchFamily="2" charset="0"/>
                          <a:cs typeface="Poppins" panose="00000500000000000000" pitchFamily="2" charset="0"/>
                        </a:rPr>
                        <a:t>Docs</a:t>
                      </a:r>
                      <a:r>
                        <a:rPr lang="pt-BR" sz="1400" dirty="0">
                          <a:latin typeface="Poppins" panose="00000500000000000000" pitchFamily="2" charset="0"/>
                          <a:cs typeface="Poppins" panose="00000500000000000000" pitchFamily="2" charset="0"/>
                        </a:rPr>
                        <a:t> no navegador (PWA) </a:t>
                      </a:r>
                      <a:endParaRPr lang="pt-BR" sz="14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lgn="ctr">
                      <a:solidFill>
                        <a:schemeClr val="lt1"/>
                      </a:solidFill>
                      <a:prstDash val="solid"/>
                      <a:round/>
                      <a:headEnd type="none" w="sm" len="sm"/>
                      <a:tailEnd type="none" w="sm" len="sm"/>
                    </a:lnT>
                    <a:lnB w="9525" cap="flat" cmpd="sng" algn="ctr">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chemeClr val="dk1"/>
                        </a:buClr>
                        <a:buSzPts val="2500"/>
                        <a:buFont typeface="Arial"/>
                        <a:buNone/>
                      </a:pPr>
                      <a:r>
                        <a:rPr lang="pt-BR" sz="1400" dirty="0">
                          <a:latin typeface="Poppins" panose="00000500000000000000" pitchFamily="2" charset="0"/>
                          <a:cs typeface="Poppins" panose="00000500000000000000" pitchFamily="2" charset="0"/>
                        </a:rPr>
                        <a:t>Microsoft Word instalado</a:t>
                      </a:r>
                      <a:endParaRPr lang="pt-BR" sz="14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D8D8D8"/>
                    </a:solidFill>
                  </a:tcPr>
                </a:tc>
                <a:extLst>
                  <a:ext uri="{0D108BD9-81ED-4DB2-BD59-A6C34878D82A}">
                    <a16:rowId xmlns:a16="http://schemas.microsoft.com/office/drawing/2014/main" val="10003"/>
                  </a:ext>
                </a:extLst>
              </a:tr>
              <a:tr h="411816">
                <a:tc>
                  <a:txBody>
                    <a:bodyPr/>
                    <a:lstStyle/>
                    <a:p>
                      <a:pPr marL="0" marR="0" lvl="0" indent="0" algn="l" rtl="0">
                        <a:lnSpc>
                          <a:spcPct val="100000"/>
                        </a:lnSpc>
                        <a:spcBef>
                          <a:spcPts val="0"/>
                        </a:spcBef>
                        <a:spcAft>
                          <a:spcPts val="0"/>
                        </a:spcAft>
                        <a:buClr>
                          <a:srgbClr val="000000"/>
                        </a:buClr>
                        <a:buSzPts val="2500"/>
                        <a:buFont typeface="Arial"/>
                        <a:buNone/>
                      </a:pPr>
                      <a:r>
                        <a:rPr lang="pt-BR" sz="1400" dirty="0">
                          <a:latin typeface="Poppins" panose="00000500000000000000" pitchFamily="2" charset="0"/>
                          <a:cs typeface="Poppins" panose="00000500000000000000" pitchFamily="2" charset="0"/>
                        </a:rPr>
                        <a:t>WhatsApp Web (PWA) </a:t>
                      </a:r>
                      <a:endParaRPr lang="pt-BR" sz="14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lgn="ctr">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2500"/>
                        <a:buFont typeface="Arial"/>
                        <a:buNone/>
                      </a:pPr>
                      <a:r>
                        <a:rPr lang="pt-BR" sz="1400" dirty="0">
                          <a:latin typeface="Poppins" panose="00000500000000000000" pitchFamily="2" charset="0"/>
                          <a:cs typeface="Poppins" panose="00000500000000000000" pitchFamily="2" charset="0"/>
                        </a:rPr>
                        <a:t>WhatsApp Desktop</a:t>
                      </a:r>
                      <a:endParaRPr lang="pt-BR" sz="1400" b="0" i="0" u="none" strike="noStrike" cap="none" noProof="0" dirty="0">
                        <a:solidFill>
                          <a:schemeClr val="dk1"/>
                        </a:solidFill>
                        <a:latin typeface="Poppins" pitchFamily="2" charset="77"/>
                        <a:ea typeface="Poppins Light"/>
                        <a:cs typeface="Poppins" pitchFamily="2" charset="77"/>
                        <a:sym typeface="Poppins Light"/>
                      </a:endParaRPr>
                    </a:p>
                  </a:txBody>
                  <a:tcPr marL="114567" marR="114567" marT="114567" marB="114567"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bl>
          </a:graphicData>
        </a:graphic>
      </p:graphicFrame>
      <p:sp>
        <p:nvSpPr>
          <p:cNvPr id="8" name="Google Shape;689;p48">
            <a:extLst>
              <a:ext uri="{FF2B5EF4-FFF2-40B4-BE49-F238E27FC236}">
                <a16:creationId xmlns:a16="http://schemas.microsoft.com/office/drawing/2014/main" id="{C6C1C54D-4B7F-844A-D4C0-93BAF5DFD70A}"/>
              </a:ext>
            </a:extLst>
          </p:cNvPr>
          <p:cNvSpPr txBox="1">
            <a:spLocks/>
          </p:cNvSpPr>
          <p:nvPr/>
        </p:nvSpPr>
        <p:spPr>
          <a:xfrm>
            <a:off x="9442174" y="5367123"/>
            <a:ext cx="2258812" cy="194925"/>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spcBef>
                <a:spcPts val="240"/>
              </a:spcBef>
              <a:buSzPts val="1200"/>
              <a:buFont typeface="Arial" pitchFamily="34" charset="0"/>
              <a:buNone/>
            </a:pPr>
            <a:r>
              <a:rPr lang="pt-BR" sz="1100" dirty="0">
                <a:latin typeface="Poppins" panose="00000500000000000000" pitchFamily="2" charset="0"/>
                <a:cs typeface="Poppins" panose="00000500000000000000" pitchFamily="2" charset="0"/>
              </a:rPr>
              <a:t>Produzido pela SEDUC-SP.</a:t>
            </a:r>
          </a:p>
        </p:txBody>
      </p:sp>
      <p:sp>
        <p:nvSpPr>
          <p:cNvPr id="10" name="Triângulo 17">
            <a:extLst>
              <a:ext uri="{FF2B5EF4-FFF2-40B4-BE49-F238E27FC236}">
                <a16:creationId xmlns:a16="http://schemas.microsoft.com/office/drawing/2014/main" id="{873DF0FA-E0BC-3CF7-6350-2C151DDFA7BD}"/>
              </a:ext>
            </a:extLst>
          </p:cNvPr>
          <p:cNvSpPr/>
          <p:nvPr/>
        </p:nvSpPr>
        <p:spPr>
          <a:xfrm rot="5400000">
            <a:off x="2878708" y="1753084"/>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11" name="Triângulo 17">
            <a:extLst>
              <a:ext uri="{FF2B5EF4-FFF2-40B4-BE49-F238E27FC236}">
                <a16:creationId xmlns:a16="http://schemas.microsoft.com/office/drawing/2014/main" id="{FD3491BC-C1A3-556C-A06A-8331565529F1}"/>
              </a:ext>
            </a:extLst>
          </p:cNvPr>
          <p:cNvSpPr/>
          <p:nvPr/>
        </p:nvSpPr>
        <p:spPr>
          <a:xfrm rot="5400000">
            <a:off x="2878708" y="3241234"/>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Tree>
    <p:extLst>
      <p:ext uri="{BB962C8B-B14F-4D97-AF65-F5344CB8AC3E}">
        <p14:creationId xmlns:p14="http://schemas.microsoft.com/office/powerpoint/2010/main" val="39970941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EEAFE-2EFC-D6B0-B48A-F6A0D32C47AB}"/>
            </a:ext>
          </a:extLst>
        </p:cNvPr>
        <p:cNvGrpSpPr/>
        <p:nvPr/>
      </p:nvGrpSpPr>
      <p:grpSpPr>
        <a:xfrm>
          <a:off x="0" y="0"/>
          <a:ext cx="0" cy="0"/>
          <a:chOff x="0" y="0"/>
          <a:chExt cx="0" cy="0"/>
        </a:xfrm>
      </p:grpSpPr>
      <p:sp>
        <p:nvSpPr>
          <p:cNvPr id="28" name="CaixaDeTexto 27">
            <a:extLst>
              <a:ext uri="{FF2B5EF4-FFF2-40B4-BE49-F238E27FC236}">
                <a16:creationId xmlns:a16="http://schemas.microsoft.com/office/drawing/2014/main" id="{232651D1-BCDA-51B9-4C03-2511FF66746B}"/>
              </a:ext>
            </a:extLst>
          </p:cNvPr>
          <p:cNvSpPr txBox="1"/>
          <p:nvPr/>
        </p:nvSpPr>
        <p:spPr>
          <a:xfrm>
            <a:off x="1558224" y="5514417"/>
            <a:ext cx="6096000" cy="261610"/>
          </a:xfrm>
          <a:prstGeom prst="rect">
            <a:avLst/>
          </a:prstGeom>
          <a:noFill/>
          <a:ln>
            <a:noFill/>
          </a:ln>
        </p:spPr>
        <p:txBody>
          <a:bodyPr wrap="square">
            <a:spAutoFit/>
          </a:bodyPr>
          <a:lstStyle/>
          <a:p>
            <a:pPr>
              <a:buNone/>
            </a:pPr>
            <a:r>
              <a:rPr lang="pt-BR" sz="1100">
                <a:latin typeface="Poppins" panose="00000500000000000000" pitchFamily="2" charset="0"/>
                <a:cs typeface="Poppins" panose="00000500000000000000" pitchFamily="2" charset="0"/>
              </a:rPr>
              <a:t>Crédito: Produzido pela SEDUC-SP com auxílio da ferramenta Windows 11.</a:t>
            </a:r>
            <a:endParaRPr lang="pt-BR" sz="1100" dirty="0">
              <a:latin typeface="Poppins" panose="00000500000000000000" pitchFamily="2" charset="0"/>
              <a:cs typeface="Poppins" panose="00000500000000000000" pitchFamily="2" charset="0"/>
            </a:endParaRPr>
          </a:p>
        </p:txBody>
      </p:sp>
      <p:pic>
        <p:nvPicPr>
          <p:cNvPr id="3" name="Imagem 2" descr="Uma imagem contendo Texto&#10;&#10;O conteúdo gerado por IA pode estar incorreto.">
            <a:extLst>
              <a:ext uri="{FF2B5EF4-FFF2-40B4-BE49-F238E27FC236}">
                <a16:creationId xmlns:a16="http://schemas.microsoft.com/office/drawing/2014/main" id="{8669428E-9378-1782-FA97-4678B40F937F}"/>
              </a:ext>
            </a:extLst>
          </p:cNvPr>
          <p:cNvPicPr>
            <a:picLocks noChangeAspect="1"/>
          </p:cNvPicPr>
          <p:nvPr/>
        </p:nvPicPr>
        <p:blipFill>
          <a:blip r:embed="rId2"/>
          <a:stretch>
            <a:fillRect/>
          </a:stretch>
        </p:blipFill>
        <p:spPr>
          <a:xfrm>
            <a:off x="1432538" y="616012"/>
            <a:ext cx="10759462" cy="5029210"/>
          </a:xfrm>
          <a:prstGeom prst="rect">
            <a:avLst/>
          </a:prstGeom>
        </p:spPr>
      </p:pic>
    </p:spTree>
    <p:extLst>
      <p:ext uri="{BB962C8B-B14F-4D97-AF65-F5344CB8AC3E}">
        <p14:creationId xmlns:p14="http://schemas.microsoft.com/office/powerpoint/2010/main" val="3669784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22">
            <a:extLst>
              <a:ext uri="{FF2B5EF4-FFF2-40B4-BE49-F238E27FC236}">
                <a16:creationId xmlns:a16="http://schemas.microsoft.com/office/drawing/2014/main" id="{90F600D2-ACE4-DDA7-2E58-6D64C3D6F649}"/>
              </a:ext>
            </a:extLst>
          </p:cNvPr>
          <p:cNvSpPr>
            <a:spLocks noGrp="1"/>
          </p:cNvSpPr>
          <p:nvPr>
            <p:ph type="body" sz="quarter" idx="10"/>
          </p:nvPr>
        </p:nvSpPr>
        <p:spPr>
          <a:xfrm>
            <a:off x="2957159" y="796696"/>
            <a:ext cx="8618220" cy="520699"/>
          </a:xfrm>
        </p:spPr>
        <p:txBody>
          <a:bodyPr>
            <a:noAutofit/>
          </a:bodyPr>
          <a:lstStyle>
            <a:lvl1pPr>
              <a:defRPr sz="4400" b="1"/>
            </a:lvl1pPr>
          </a:lstStyle>
          <a:p>
            <a:pPr lvl="0">
              <a:lnSpc>
                <a:spcPct val="90000"/>
              </a:lnSpc>
              <a:spcAft>
                <a:spcPts val="600"/>
              </a:spcAft>
            </a:pPr>
            <a:r>
              <a:rPr lang="pt-BR" sz="3200" dirty="0">
                <a:solidFill>
                  <a:srgbClr val="FF161F"/>
                </a:solidFill>
              </a:rPr>
              <a:t>Por que otimizar?</a:t>
            </a:r>
          </a:p>
        </p:txBody>
      </p:sp>
      <p:sp>
        <p:nvSpPr>
          <p:cNvPr id="10" name="Rectangle 2">
            <a:extLst>
              <a:ext uri="{FF2B5EF4-FFF2-40B4-BE49-F238E27FC236}">
                <a16:creationId xmlns:a16="http://schemas.microsoft.com/office/drawing/2014/main" id="{748994DF-E4C6-EE08-ECEA-DDF53D9F8769}"/>
              </a:ext>
            </a:extLst>
          </p:cNvPr>
          <p:cNvSpPr>
            <a:spLocks noGrp="1" noChangeArrowheads="1"/>
          </p:cNvSpPr>
          <p:nvPr>
            <p:ph type="body" sz="quarter" idx="11"/>
          </p:nvPr>
        </p:nvSpPr>
        <p:spPr bwMode="auto">
          <a:xfrm>
            <a:off x="2957159" y="1442253"/>
            <a:ext cx="5232684" cy="250952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a:spcAft>
                <a:spcPts val="600"/>
              </a:spcAft>
            </a:pPr>
            <a:r>
              <a:rPr lang="pt-BR" sz="1800" dirty="0"/>
              <a:t>A otimização é importante porque gera:</a:t>
            </a:r>
          </a:p>
          <a:p>
            <a:pPr marL="285750" indent="-285750">
              <a:spcAft>
                <a:spcPts val="600"/>
              </a:spcAft>
              <a:buFont typeface="Arial" panose="020B0604020202020204" pitchFamily="34" charset="0"/>
              <a:buChar char="•"/>
            </a:pPr>
            <a:r>
              <a:rPr lang="pt-BR" sz="1800" b="1" dirty="0"/>
              <a:t>Economia: </a:t>
            </a:r>
            <a:r>
              <a:rPr lang="pt-BR" sz="1800" dirty="0"/>
              <a:t>prolonga a vida útil;</a:t>
            </a:r>
          </a:p>
          <a:p>
            <a:pPr marL="285750" indent="-285750">
              <a:spcAft>
                <a:spcPts val="600"/>
              </a:spcAft>
              <a:buFont typeface="Arial" panose="020B0604020202020204" pitchFamily="34" charset="0"/>
              <a:buChar char="•"/>
            </a:pPr>
            <a:r>
              <a:rPr lang="pt-BR" sz="1800" b="1" dirty="0"/>
              <a:t>Rapidez: </a:t>
            </a:r>
            <a:r>
              <a:rPr lang="pt-BR" sz="1800" dirty="0"/>
              <a:t>menos travamentos;</a:t>
            </a:r>
          </a:p>
          <a:p>
            <a:pPr marL="285750" indent="-285750">
              <a:spcAft>
                <a:spcPts val="600"/>
              </a:spcAft>
              <a:buFont typeface="Arial" panose="020B0604020202020204" pitchFamily="34" charset="0"/>
              <a:buChar char="•"/>
            </a:pPr>
            <a:r>
              <a:rPr lang="pt-BR" sz="1800" b="1" dirty="0"/>
              <a:t>Organização: </a:t>
            </a:r>
            <a:r>
              <a:rPr lang="pt-BR" sz="1800" dirty="0"/>
              <a:t>sistema limpo;</a:t>
            </a:r>
          </a:p>
          <a:p>
            <a:pPr marL="285750" indent="-285750">
              <a:spcAft>
                <a:spcPts val="600"/>
              </a:spcAft>
              <a:buFont typeface="Arial" panose="020B0604020202020204" pitchFamily="34" charset="0"/>
              <a:buChar char="•"/>
            </a:pPr>
            <a:r>
              <a:rPr lang="pt-BR" sz="1800" b="1" dirty="0"/>
              <a:t>Espaço: </a:t>
            </a:r>
            <a:r>
              <a:rPr lang="pt-BR" sz="1800" dirty="0"/>
              <a:t>armazenamento.</a:t>
            </a:r>
          </a:p>
          <a:p>
            <a:pPr>
              <a:spcAft>
                <a:spcPts val="600"/>
              </a:spcAft>
            </a:pPr>
            <a:r>
              <a:rPr lang="pt-BR" sz="1800" dirty="0"/>
              <a:t>Otimizar é:</a:t>
            </a:r>
          </a:p>
          <a:p>
            <a:pPr marL="285750" indent="-285750">
              <a:spcAft>
                <a:spcPts val="600"/>
              </a:spcAft>
              <a:buFont typeface="Arial" panose="020B0604020202020204" pitchFamily="34" charset="0"/>
              <a:buChar char="•"/>
            </a:pPr>
            <a:r>
              <a:rPr lang="pt-BR" sz="1800" dirty="0"/>
              <a:t>fechar programas desnecessários;</a:t>
            </a:r>
          </a:p>
          <a:p>
            <a:pPr marL="285750" indent="-285750">
              <a:spcAft>
                <a:spcPts val="600"/>
              </a:spcAft>
              <a:buFont typeface="Arial" panose="020B0604020202020204" pitchFamily="34" charset="0"/>
              <a:buChar char="•"/>
            </a:pPr>
            <a:r>
              <a:rPr lang="pt-BR" sz="1800" dirty="0"/>
              <a:t>usar apps leves;  </a:t>
            </a:r>
          </a:p>
          <a:p>
            <a:pPr marL="285750" indent="-285750">
              <a:spcAft>
                <a:spcPts val="600"/>
              </a:spcAft>
              <a:buFont typeface="Arial" panose="020B0604020202020204" pitchFamily="34" charset="0"/>
              <a:buChar char="•"/>
            </a:pPr>
            <a:r>
              <a:rPr lang="pt-BR" sz="1800" dirty="0"/>
              <a:t>liberar espaço no disco.</a:t>
            </a:r>
          </a:p>
        </p:txBody>
      </p:sp>
      <p:sp>
        <p:nvSpPr>
          <p:cNvPr id="18" name="Google Shape;529;p12">
            <a:extLst>
              <a:ext uri="{FF2B5EF4-FFF2-40B4-BE49-F238E27FC236}">
                <a16:creationId xmlns:a16="http://schemas.microsoft.com/office/drawing/2014/main" id="{51B62C20-4898-7AE3-B6A3-687CC99C7AF1}"/>
              </a:ext>
            </a:extLst>
          </p:cNvPr>
          <p:cNvSpPr/>
          <p:nvPr/>
        </p:nvSpPr>
        <p:spPr>
          <a:xfrm>
            <a:off x="3043583" y="4847844"/>
            <a:ext cx="8301324" cy="1328486"/>
          </a:xfrm>
          <a:prstGeom prst="rect">
            <a:avLst/>
          </a:prstGeom>
          <a:solidFill>
            <a:srgbClr val="3E3593"/>
          </a:solidFill>
          <a:ln>
            <a:noFill/>
          </a:ln>
        </p:spPr>
        <p:txBody>
          <a:bodyPr spcFirstLastPara="1" wrap="square" lIns="60950" tIns="30467" rIns="60950" bIns="30467" anchor="ctr" anchorCtr="0">
            <a:noAutofit/>
          </a:bodyPr>
          <a:lstStyle/>
          <a:p>
            <a:pPr algn="ctr">
              <a:buSzPts val="1400"/>
            </a:pPr>
            <a:endParaRPr>
              <a:solidFill>
                <a:schemeClr val="lt1"/>
              </a:solidFill>
            </a:endParaRPr>
          </a:p>
        </p:txBody>
      </p:sp>
      <p:sp>
        <p:nvSpPr>
          <p:cNvPr id="19" name="Google Shape;531;p12">
            <a:extLst>
              <a:ext uri="{FF2B5EF4-FFF2-40B4-BE49-F238E27FC236}">
                <a16:creationId xmlns:a16="http://schemas.microsoft.com/office/drawing/2014/main" id="{757CF97C-C5B7-703F-8D4F-29DF1B9C5F6A}"/>
              </a:ext>
            </a:extLst>
          </p:cNvPr>
          <p:cNvSpPr/>
          <p:nvPr/>
        </p:nvSpPr>
        <p:spPr>
          <a:xfrm>
            <a:off x="3192064" y="4733935"/>
            <a:ext cx="868725" cy="903901"/>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a:buSzPts val="1400"/>
            </a:pPr>
            <a:endParaRPr/>
          </a:p>
        </p:txBody>
      </p:sp>
      <p:pic>
        <p:nvPicPr>
          <p:cNvPr id="20" name="Google Shape;533;p12">
            <a:extLst>
              <a:ext uri="{FF2B5EF4-FFF2-40B4-BE49-F238E27FC236}">
                <a16:creationId xmlns:a16="http://schemas.microsoft.com/office/drawing/2014/main" id="{1DC6E624-EC54-4D43-CD06-D205F18CC0C7}"/>
              </a:ext>
            </a:extLst>
          </p:cNvPr>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3413357" y="4879730"/>
            <a:ext cx="548441" cy="526088"/>
          </a:xfrm>
          <a:prstGeom prst="rect">
            <a:avLst/>
          </a:prstGeom>
          <a:noFill/>
          <a:ln>
            <a:noFill/>
          </a:ln>
        </p:spPr>
      </p:pic>
      <p:sp>
        <p:nvSpPr>
          <p:cNvPr id="21" name="Espaço Reservado para Texto 22">
            <a:extLst>
              <a:ext uri="{FF2B5EF4-FFF2-40B4-BE49-F238E27FC236}">
                <a16:creationId xmlns:a16="http://schemas.microsoft.com/office/drawing/2014/main" id="{8340D7AF-888C-125C-AA80-0A86FF71314E}"/>
              </a:ext>
            </a:extLst>
          </p:cNvPr>
          <p:cNvSpPr txBox="1">
            <a:spLocks/>
          </p:cNvSpPr>
          <p:nvPr/>
        </p:nvSpPr>
        <p:spPr>
          <a:xfrm>
            <a:off x="4282082" y="4953982"/>
            <a:ext cx="6770665" cy="32876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1800" b="1" dirty="0">
                <a:solidFill>
                  <a:schemeClr val="bg1"/>
                </a:solidFill>
                <a:latin typeface="Poppins" pitchFamily="2" charset="77"/>
                <a:cs typeface="Poppins" pitchFamily="2" charset="77"/>
              </a:rPr>
              <a:t>Tome nota</a:t>
            </a:r>
          </a:p>
        </p:txBody>
      </p:sp>
      <p:sp>
        <p:nvSpPr>
          <p:cNvPr id="22" name="Espaço Reservado para Texto 12">
            <a:extLst>
              <a:ext uri="{FF2B5EF4-FFF2-40B4-BE49-F238E27FC236}">
                <a16:creationId xmlns:a16="http://schemas.microsoft.com/office/drawing/2014/main" id="{67F00C19-DDBB-88CC-C1A8-5D9E666BCB64}"/>
              </a:ext>
            </a:extLst>
          </p:cNvPr>
          <p:cNvSpPr txBox="1">
            <a:spLocks/>
          </p:cNvSpPr>
          <p:nvPr/>
        </p:nvSpPr>
        <p:spPr>
          <a:xfrm>
            <a:off x="4282082" y="5310831"/>
            <a:ext cx="6924398" cy="74762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400" b="0" i="0" u="none" strike="noStrike" cap="none">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pt-BR" sz="1400" dirty="0">
                <a:solidFill>
                  <a:schemeClr val="bg1"/>
                </a:solidFill>
                <a:latin typeface="Poppins"/>
              </a:rPr>
              <a:t>A otimização cuida do computador como cuidamos de nossa casa: tiramos o que atrapalha, organizamos o que importa e ganhamos qualidade no dia a dia.</a:t>
            </a:r>
          </a:p>
          <a:p>
            <a:endParaRPr lang="pt-BR" sz="1400" dirty="0">
              <a:solidFill>
                <a:schemeClr val="bg1"/>
              </a:solidFill>
            </a:endParaRPr>
          </a:p>
        </p:txBody>
      </p:sp>
      <p:pic>
        <p:nvPicPr>
          <p:cNvPr id="24" name="Imagem 23">
            <a:extLst>
              <a:ext uri="{FF2B5EF4-FFF2-40B4-BE49-F238E27FC236}">
                <a16:creationId xmlns:a16="http://schemas.microsoft.com/office/drawing/2014/main" id="{7F4EBDA9-6451-FE67-2C22-4A9E0AD40327}"/>
              </a:ext>
            </a:extLst>
          </p:cNvPr>
          <p:cNvPicPr>
            <a:picLocks noChangeAspect="1"/>
          </p:cNvPicPr>
          <p:nvPr/>
        </p:nvPicPr>
        <p:blipFill>
          <a:blip r:embed="rId3" cstate="hqprint">
            <a:extLst>
              <a:ext uri="{28A0092B-C50C-407E-A947-70E740481C1C}">
                <a14:useLocalDpi xmlns:a14="http://schemas.microsoft.com/office/drawing/2010/main"/>
              </a:ext>
            </a:extLst>
          </a:blip>
          <a:srcRect/>
          <a:stretch/>
        </p:blipFill>
        <p:spPr>
          <a:xfrm>
            <a:off x="8464308" y="1584279"/>
            <a:ext cx="3456209" cy="2304139"/>
          </a:xfrm>
          <a:prstGeom prst="rect">
            <a:avLst/>
          </a:prstGeom>
        </p:spPr>
      </p:pic>
      <p:sp>
        <p:nvSpPr>
          <p:cNvPr id="26" name="Google Shape;689;p48">
            <a:extLst>
              <a:ext uri="{FF2B5EF4-FFF2-40B4-BE49-F238E27FC236}">
                <a16:creationId xmlns:a16="http://schemas.microsoft.com/office/drawing/2014/main" id="{9A06B998-8ABF-B9F8-5400-BA7EBDC1F105}"/>
              </a:ext>
            </a:extLst>
          </p:cNvPr>
          <p:cNvSpPr txBox="1">
            <a:spLocks/>
          </p:cNvSpPr>
          <p:nvPr/>
        </p:nvSpPr>
        <p:spPr>
          <a:xfrm>
            <a:off x="8464308" y="3911642"/>
            <a:ext cx="1150649" cy="194925"/>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240"/>
              </a:spcBef>
              <a:buSzPts val="1200"/>
              <a:buFont typeface="Arial" pitchFamily="34" charset="0"/>
              <a:buNone/>
            </a:pPr>
            <a:r>
              <a:rPr lang="pt-BR" sz="1100" dirty="0">
                <a:latin typeface="Poppins" panose="00000500000000000000" pitchFamily="2" charset="0"/>
                <a:cs typeface="Poppins" panose="00000500000000000000" pitchFamily="2" charset="0"/>
              </a:rPr>
              <a:t>© Getty Images</a:t>
            </a:r>
          </a:p>
        </p:txBody>
      </p:sp>
      <p:sp>
        <p:nvSpPr>
          <p:cNvPr id="3" name="Triângulo 6">
            <a:extLst>
              <a:ext uri="{FF2B5EF4-FFF2-40B4-BE49-F238E27FC236}">
                <a16:creationId xmlns:a16="http://schemas.microsoft.com/office/drawing/2014/main" id="{18D3BEF5-C145-13F3-A6CC-D6664461C246}"/>
              </a:ext>
            </a:extLst>
          </p:cNvPr>
          <p:cNvSpPr/>
          <p:nvPr/>
        </p:nvSpPr>
        <p:spPr>
          <a:xfrm rot="5400000">
            <a:off x="3034005" y="3639674"/>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4" name="Triângulo 6">
            <a:extLst>
              <a:ext uri="{FF2B5EF4-FFF2-40B4-BE49-F238E27FC236}">
                <a16:creationId xmlns:a16="http://schemas.microsoft.com/office/drawing/2014/main" id="{80A7567D-8C2F-E80E-F61D-3FE9AB1D32F1}"/>
              </a:ext>
            </a:extLst>
          </p:cNvPr>
          <p:cNvSpPr/>
          <p:nvPr/>
        </p:nvSpPr>
        <p:spPr>
          <a:xfrm rot="5400000">
            <a:off x="3034005" y="4006873"/>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5" name="Triângulo 6">
            <a:extLst>
              <a:ext uri="{FF2B5EF4-FFF2-40B4-BE49-F238E27FC236}">
                <a16:creationId xmlns:a16="http://schemas.microsoft.com/office/drawing/2014/main" id="{C04B61CB-4E32-53E8-8652-4EBB5BC7B8F9}"/>
              </a:ext>
            </a:extLst>
          </p:cNvPr>
          <p:cNvSpPr/>
          <p:nvPr/>
        </p:nvSpPr>
        <p:spPr>
          <a:xfrm rot="5400000">
            <a:off x="3034005" y="4339165"/>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14" name="Triângulo 6">
            <a:extLst>
              <a:ext uri="{FF2B5EF4-FFF2-40B4-BE49-F238E27FC236}">
                <a16:creationId xmlns:a16="http://schemas.microsoft.com/office/drawing/2014/main" id="{18D3BEF5-C145-13F3-A6CC-D6664461C246}"/>
              </a:ext>
            </a:extLst>
          </p:cNvPr>
          <p:cNvSpPr/>
          <p:nvPr/>
        </p:nvSpPr>
        <p:spPr>
          <a:xfrm rot="5400000">
            <a:off x="3034005" y="1917659"/>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15" name="Triângulo 6">
            <a:extLst>
              <a:ext uri="{FF2B5EF4-FFF2-40B4-BE49-F238E27FC236}">
                <a16:creationId xmlns:a16="http://schemas.microsoft.com/office/drawing/2014/main" id="{80A7567D-8C2F-E80E-F61D-3FE9AB1D32F1}"/>
              </a:ext>
            </a:extLst>
          </p:cNvPr>
          <p:cNvSpPr/>
          <p:nvPr/>
        </p:nvSpPr>
        <p:spPr>
          <a:xfrm rot="5400000">
            <a:off x="3034005" y="2284858"/>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16" name="Triângulo 6">
            <a:extLst>
              <a:ext uri="{FF2B5EF4-FFF2-40B4-BE49-F238E27FC236}">
                <a16:creationId xmlns:a16="http://schemas.microsoft.com/office/drawing/2014/main" id="{C04B61CB-4E32-53E8-8652-4EBB5BC7B8F9}"/>
              </a:ext>
            </a:extLst>
          </p:cNvPr>
          <p:cNvSpPr/>
          <p:nvPr/>
        </p:nvSpPr>
        <p:spPr>
          <a:xfrm rot="5400000">
            <a:off x="3034005" y="2617150"/>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
        <p:nvSpPr>
          <p:cNvPr id="17" name="Triângulo 6">
            <a:extLst>
              <a:ext uri="{FF2B5EF4-FFF2-40B4-BE49-F238E27FC236}">
                <a16:creationId xmlns:a16="http://schemas.microsoft.com/office/drawing/2014/main" id="{C04B61CB-4E32-53E8-8652-4EBB5BC7B8F9}"/>
              </a:ext>
            </a:extLst>
          </p:cNvPr>
          <p:cNvSpPr/>
          <p:nvPr/>
        </p:nvSpPr>
        <p:spPr>
          <a:xfrm rot="5400000">
            <a:off x="3034005" y="2937912"/>
            <a:ext cx="195903" cy="156870"/>
          </a:xfrm>
          <a:prstGeom prst="triangle">
            <a:avLst/>
          </a:prstGeom>
          <a:solidFill>
            <a:srgbClr val="3E3593"/>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sz="622"/>
          </a:p>
        </p:txBody>
      </p:sp>
    </p:spTree>
    <p:extLst>
      <p:ext uri="{BB962C8B-B14F-4D97-AF65-F5344CB8AC3E}">
        <p14:creationId xmlns:p14="http://schemas.microsoft.com/office/powerpoint/2010/main" val="410270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67">
          <a:extLst>
            <a:ext uri="{FF2B5EF4-FFF2-40B4-BE49-F238E27FC236}">
              <a16:creationId xmlns:a16="http://schemas.microsoft.com/office/drawing/2014/main" id="{56FD887E-B93D-BDCD-9369-FD95FDE39634}"/>
            </a:ext>
          </a:extLst>
        </p:cNvPr>
        <p:cNvGrpSpPr/>
        <p:nvPr/>
      </p:nvGrpSpPr>
      <p:grpSpPr>
        <a:xfrm>
          <a:off x="0" y="0"/>
          <a:ext cx="0" cy="0"/>
          <a:chOff x="0" y="0"/>
          <a:chExt cx="0" cy="0"/>
        </a:xfrm>
      </p:grpSpPr>
      <p:sp>
        <p:nvSpPr>
          <p:cNvPr id="12" name="Google Shape;849;p64">
            <a:extLst>
              <a:ext uri="{FF2B5EF4-FFF2-40B4-BE49-F238E27FC236}">
                <a16:creationId xmlns:a16="http://schemas.microsoft.com/office/drawing/2014/main" id="{B3C016AC-DDDD-DD91-73CB-CB42058B3B27}"/>
              </a:ext>
            </a:extLst>
          </p:cNvPr>
          <p:cNvSpPr/>
          <p:nvPr/>
        </p:nvSpPr>
        <p:spPr>
          <a:xfrm>
            <a:off x="3165224" y="3227933"/>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3" name="Google Shape;850;p64">
            <a:extLst>
              <a:ext uri="{FF2B5EF4-FFF2-40B4-BE49-F238E27FC236}">
                <a16:creationId xmlns:a16="http://schemas.microsoft.com/office/drawing/2014/main" id="{9DE43542-FAE4-28BF-0418-7CB783187862}"/>
              </a:ext>
            </a:extLst>
          </p:cNvPr>
          <p:cNvSpPr/>
          <p:nvPr/>
        </p:nvSpPr>
        <p:spPr>
          <a:xfrm>
            <a:off x="6738417" y="3207832"/>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4" name="Google Shape;851;p64">
            <a:extLst>
              <a:ext uri="{FF2B5EF4-FFF2-40B4-BE49-F238E27FC236}">
                <a16:creationId xmlns:a16="http://schemas.microsoft.com/office/drawing/2014/main" id="{82A5993B-A9D7-A8C0-6A63-505441FC9966}"/>
              </a:ext>
            </a:extLst>
          </p:cNvPr>
          <p:cNvSpPr/>
          <p:nvPr/>
        </p:nvSpPr>
        <p:spPr>
          <a:xfrm>
            <a:off x="3179554" y="4297127"/>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5" name="Google Shape;852;p64">
            <a:extLst>
              <a:ext uri="{FF2B5EF4-FFF2-40B4-BE49-F238E27FC236}">
                <a16:creationId xmlns:a16="http://schemas.microsoft.com/office/drawing/2014/main" id="{C61B1EC0-ED8B-BCB5-348F-E47EC80E50C3}"/>
              </a:ext>
            </a:extLst>
          </p:cNvPr>
          <p:cNvSpPr txBox="1"/>
          <p:nvPr/>
        </p:nvSpPr>
        <p:spPr>
          <a:xfrm>
            <a:off x="3313996" y="3362349"/>
            <a:ext cx="3097534" cy="61555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pPr>
              <a:lnSpc>
                <a:spcPct val="100000"/>
              </a:lnSpc>
            </a:pPr>
            <a:r>
              <a:rPr lang="pt-BR" dirty="0"/>
              <a:t>Desinstalar aplicativos que não usa.</a:t>
            </a:r>
            <a:endParaRPr lang="pt-BR" dirty="0">
              <a:sym typeface="Poppins"/>
            </a:endParaRPr>
          </a:p>
        </p:txBody>
      </p:sp>
      <p:sp>
        <p:nvSpPr>
          <p:cNvPr id="16" name="Google Shape;853;p64">
            <a:extLst>
              <a:ext uri="{FF2B5EF4-FFF2-40B4-BE49-F238E27FC236}">
                <a16:creationId xmlns:a16="http://schemas.microsoft.com/office/drawing/2014/main" id="{04C5C731-1F24-627B-19CB-5096C80BBF38}"/>
              </a:ext>
            </a:extLst>
          </p:cNvPr>
          <p:cNvSpPr/>
          <p:nvPr/>
        </p:nvSpPr>
        <p:spPr>
          <a:xfrm>
            <a:off x="6738417" y="4297127"/>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7" name="Google Shape;854;p64">
            <a:extLst>
              <a:ext uri="{FF2B5EF4-FFF2-40B4-BE49-F238E27FC236}">
                <a16:creationId xmlns:a16="http://schemas.microsoft.com/office/drawing/2014/main" id="{9E3950BC-9B34-CB66-4268-279D817CEEE2}"/>
              </a:ext>
            </a:extLst>
          </p:cNvPr>
          <p:cNvSpPr txBox="1"/>
          <p:nvPr/>
        </p:nvSpPr>
        <p:spPr>
          <a:xfrm>
            <a:off x="6925730" y="3362350"/>
            <a:ext cx="3020451" cy="61555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pPr>
              <a:lnSpc>
                <a:spcPct val="100000"/>
              </a:lnSpc>
            </a:pPr>
            <a:r>
              <a:rPr lang="pt-BR" dirty="0"/>
              <a:t>Instalar programas desnecessários.</a:t>
            </a:r>
            <a:endParaRPr lang="pt-BR" dirty="0">
              <a:sym typeface="Poppins"/>
            </a:endParaRPr>
          </a:p>
        </p:txBody>
      </p:sp>
      <p:sp>
        <p:nvSpPr>
          <p:cNvPr id="18" name="Google Shape;855;p64">
            <a:extLst>
              <a:ext uri="{FF2B5EF4-FFF2-40B4-BE49-F238E27FC236}">
                <a16:creationId xmlns:a16="http://schemas.microsoft.com/office/drawing/2014/main" id="{6E3D2C29-296A-26DB-453E-18D42E75FC08}"/>
              </a:ext>
            </a:extLst>
          </p:cNvPr>
          <p:cNvSpPr txBox="1"/>
          <p:nvPr/>
        </p:nvSpPr>
        <p:spPr>
          <a:xfrm>
            <a:off x="6925730" y="4439598"/>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Usar aplicativos leves.</a:t>
            </a:r>
            <a:endParaRPr lang="pt-BR" dirty="0">
              <a:sym typeface="Poppins"/>
            </a:endParaRPr>
          </a:p>
        </p:txBody>
      </p:sp>
      <p:sp>
        <p:nvSpPr>
          <p:cNvPr id="19" name="Google Shape;856;p64">
            <a:extLst>
              <a:ext uri="{FF2B5EF4-FFF2-40B4-BE49-F238E27FC236}">
                <a16:creationId xmlns:a16="http://schemas.microsoft.com/office/drawing/2014/main" id="{F5FBB34A-2D83-0D0A-5DDE-E4ED71D44ABF}"/>
              </a:ext>
            </a:extLst>
          </p:cNvPr>
          <p:cNvSpPr txBox="1"/>
          <p:nvPr/>
        </p:nvSpPr>
        <p:spPr>
          <a:xfrm>
            <a:off x="3328326" y="4439598"/>
            <a:ext cx="3097534" cy="61555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pPr>
              <a:lnSpc>
                <a:spcPct val="100000"/>
              </a:lnSpc>
            </a:pPr>
            <a:r>
              <a:rPr lang="pt-BR" dirty="0"/>
              <a:t>Remover arquivos temporários.</a:t>
            </a:r>
            <a:endParaRPr lang="pt-BR" dirty="0">
              <a:sym typeface="Poppins"/>
            </a:endParaRPr>
          </a:p>
        </p:txBody>
      </p:sp>
      <p:sp>
        <p:nvSpPr>
          <p:cNvPr id="4" name="Google Shape;812;p61">
            <a:extLst>
              <a:ext uri="{FF2B5EF4-FFF2-40B4-BE49-F238E27FC236}">
                <a16:creationId xmlns:a16="http://schemas.microsoft.com/office/drawing/2014/main" id="{E6AF24B0-A248-71C3-C03C-F9303785060B}"/>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defTabSz="609630">
              <a:defRPr/>
            </a:pPr>
            <a:endParaRPr dirty="0"/>
          </a:p>
        </p:txBody>
      </p:sp>
      <p:pic>
        <p:nvPicPr>
          <p:cNvPr id="6" name="Gráfico 5">
            <a:extLst>
              <a:ext uri="{FF2B5EF4-FFF2-40B4-BE49-F238E27FC236}">
                <a16:creationId xmlns:a16="http://schemas.microsoft.com/office/drawing/2014/main" id="{B69C4C47-8BDA-BC4E-4E6A-5DE09A91AB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7222916A-2D25-25DB-5ADF-9038E985538B}"/>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defTabSz="609630">
              <a:lnSpc>
                <a:spcPct val="107000"/>
              </a:lnSpc>
              <a:buSzPts val="2700"/>
              <a:defRPr/>
            </a:pPr>
            <a:r>
              <a:rPr lang="pt-BR" b="1" dirty="0">
                <a:solidFill>
                  <a:srgbClr val="FFFFFF"/>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defTabSz="609630">
              <a:lnSpc>
                <a:spcPct val="107000"/>
              </a:lnSpc>
              <a:spcBef>
                <a:spcPts val="715"/>
              </a:spcBef>
              <a:buSzPts val="2700"/>
              <a:defRPr/>
            </a:pPr>
            <a:endParaRPr sz="1333" dirty="0">
              <a:solidFill>
                <a:srgbClr val="FFFFFF"/>
              </a:solidFill>
              <a:latin typeface="Poppins" panose="00000500000000000000" pitchFamily="2" charset="0"/>
              <a:ea typeface="Poppins Light"/>
              <a:cs typeface="Poppins" panose="00000500000000000000" pitchFamily="2" charset="0"/>
              <a:sym typeface="Poppins Light"/>
            </a:endParaRPr>
          </a:p>
        </p:txBody>
      </p:sp>
      <p:sp>
        <p:nvSpPr>
          <p:cNvPr id="11" name="Espaço Reservado para Texto 10">
            <a:extLst>
              <a:ext uri="{FF2B5EF4-FFF2-40B4-BE49-F238E27FC236}">
                <a16:creationId xmlns:a16="http://schemas.microsoft.com/office/drawing/2014/main" id="{C3DD07AD-3BD0-5FA3-C078-0BCCB00616B8}"/>
              </a:ext>
            </a:extLst>
          </p:cNvPr>
          <p:cNvSpPr>
            <a:spLocks noGrp="1"/>
          </p:cNvSpPr>
          <p:nvPr>
            <p:ph type="body" sz="quarter" idx="10"/>
          </p:nvPr>
        </p:nvSpPr>
        <p:spPr>
          <a:xfrm>
            <a:off x="3093786" y="1337314"/>
            <a:ext cx="8306397" cy="1305218"/>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sz="3200" dirty="0"/>
              <a:t>Qual ação NÃO melhora o desempenho do sistema operacional?</a:t>
            </a:r>
            <a:endParaRPr lang="pt-BR" sz="3200" dirty="0">
              <a:latin typeface="Poppins" panose="00000500000000000000" pitchFamily="2" charset="0"/>
            </a:endParaRPr>
          </a:p>
        </p:txBody>
      </p:sp>
    </p:spTree>
    <p:extLst>
      <p:ext uri="{BB962C8B-B14F-4D97-AF65-F5344CB8AC3E}">
        <p14:creationId xmlns:p14="http://schemas.microsoft.com/office/powerpoint/2010/main" val="411372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867">
          <a:extLst>
            <a:ext uri="{FF2B5EF4-FFF2-40B4-BE49-F238E27FC236}">
              <a16:creationId xmlns:a16="http://schemas.microsoft.com/office/drawing/2014/main" id="{56FD887E-B93D-BDCD-9369-FD95FDE39634}"/>
            </a:ext>
          </a:extLst>
        </p:cNvPr>
        <p:cNvGrpSpPr/>
        <p:nvPr/>
      </p:nvGrpSpPr>
      <p:grpSpPr>
        <a:xfrm>
          <a:off x="0" y="0"/>
          <a:ext cx="0" cy="0"/>
          <a:chOff x="0" y="0"/>
          <a:chExt cx="0" cy="0"/>
        </a:xfrm>
      </p:grpSpPr>
      <p:sp>
        <p:nvSpPr>
          <p:cNvPr id="12" name="Google Shape;849;p64">
            <a:extLst>
              <a:ext uri="{FF2B5EF4-FFF2-40B4-BE49-F238E27FC236}">
                <a16:creationId xmlns:a16="http://schemas.microsoft.com/office/drawing/2014/main" id="{B3C016AC-DDDD-DD91-73CB-CB42058B3B27}"/>
              </a:ext>
            </a:extLst>
          </p:cNvPr>
          <p:cNvSpPr/>
          <p:nvPr/>
        </p:nvSpPr>
        <p:spPr>
          <a:xfrm>
            <a:off x="3165224" y="3227933"/>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3" name="Google Shape;850;p64">
            <a:extLst>
              <a:ext uri="{FF2B5EF4-FFF2-40B4-BE49-F238E27FC236}">
                <a16:creationId xmlns:a16="http://schemas.microsoft.com/office/drawing/2014/main" id="{9DE43542-FAE4-28BF-0418-7CB783187862}"/>
              </a:ext>
            </a:extLst>
          </p:cNvPr>
          <p:cNvSpPr/>
          <p:nvPr/>
        </p:nvSpPr>
        <p:spPr>
          <a:xfrm>
            <a:off x="6738417" y="3207832"/>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2D050"/>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4" name="Google Shape;851;p64">
            <a:extLst>
              <a:ext uri="{FF2B5EF4-FFF2-40B4-BE49-F238E27FC236}">
                <a16:creationId xmlns:a16="http://schemas.microsoft.com/office/drawing/2014/main" id="{82A5993B-A9D7-A8C0-6A63-505441FC9966}"/>
              </a:ext>
            </a:extLst>
          </p:cNvPr>
          <p:cNvSpPr/>
          <p:nvPr/>
        </p:nvSpPr>
        <p:spPr>
          <a:xfrm>
            <a:off x="3179554" y="4297127"/>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5" name="Google Shape;852;p64">
            <a:extLst>
              <a:ext uri="{FF2B5EF4-FFF2-40B4-BE49-F238E27FC236}">
                <a16:creationId xmlns:a16="http://schemas.microsoft.com/office/drawing/2014/main" id="{C61B1EC0-ED8B-BCB5-348F-E47EC80E50C3}"/>
              </a:ext>
            </a:extLst>
          </p:cNvPr>
          <p:cNvSpPr txBox="1"/>
          <p:nvPr/>
        </p:nvSpPr>
        <p:spPr>
          <a:xfrm>
            <a:off x="3313996" y="3362349"/>
            <a:ext cx="3097534" cy="61555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pPr>
              <a:lnSpc>
                <a:spcPct val="100000"/>
              </a:lnSpc>
            </a:pPr>
            <a:r>
              <a:rPr lang="pt-BR" dirty="0"/>
              <a:t>Desinstalar aplicativos que não usa.</a:t>
            </a:r>
            <a:endParaRPr lang="pt-BR" dirty="0">
              <a:sym typeface="Poppins"/>
            </a:endParaRPr>
          </a:p>
        </p:txBody>
      </p:sp>
      <p:sp>
        <p:nvSpPr>
          <p:cNvPr id="16" name="Google Shape;853;p64">
            <a:extLst>
              <a:ext uri="{FF2B5EF4-FFF2-40B4-BE49-F238E27FC236}">
                <a16:creationId xmlns:a16="http://schemas.microsoft.com/office/drawing/2014/main" id="{04C5C731-1F24-627B-19CB-5096C80BBF38}"/>
              </a:ext>
            </a:extLst>
          </p:cNvPr>
          <p:cNvSpPr/>
          <p:nvPr/>
        </p:nvSpPr>
        <p:spPr>
          <a:xfrm>
            <a:off x="6738417" y="4297127"/>
            <a:ext cx="3395078" cy="822463"/>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E9F9E"/>
          </a:solidFill>
          <a:ln w="76200" cap="flat" cmpd="sng">
            <a:solidFill>
              <a:srgbClr val="FFFFFF"/>
            </a:solidFill>
            <a:prstDash val="solid"/>
            <a:round/>
            <a:headEnd type="none" w="sm" len="sm"/>
            <a:tailEnd type="none" w="sm" len="sm"/>
          </a:ln>
        </p:spPr>
        <p:txBody>
          <a:bodyPr spcFirstLastPara="1" wrap="square" lIns="60950" tIns="30467" rIns="60950" bIns="30467" anchor="t" anchorCtr="0">
            <a:noAutofit/>
          </a:bodyPr>
          <a:lstStyle/>
          <a:p>
            <a:pPr defTabSz="609630">
              <a:buSzPts val="1800"/>
              <a:defRPr/>
            </a:pPr>
            <a:endParaRPr sz="1200" dirty="0">
              <a:latin typeface="Calibri"/>
              <a:ea typeface="Calibri"/>
              <a:cs typeface="Calibri"/>
              <a:sym typeface="Calibri"/>
            </a:endParaRPr>
          </a:p>
        </p:txBody>
      </p:sp>
      <p:sp>
        <p:nvSpPr>
          <p:cNvPr id="17" name="Google Shape;854;p64">
            <a:extLst>
              <a:ext uri="{FF2B5EF4-FFF2-40B4-BE49-F238E27FC236}">
                <a16:creationId xmlns:a16="http://schemas.microsoft.com/office/drawing/2014/main" id="{9E3950BC-9B34-CB66-4268-279D817CEEE2}"/>
              </a:ext>
            </a:extLst>
          </p:cNvPr>
          <p:cNvSpPr txBox="1"/>
          <p:nvPr/>
        </p:nvSpPr>
        <p:spPr>
          <a:xfrm>
            <a:off x="6925730" y="3362350"/>
            <a:ext cx="3020451" cy="61555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pPr>
              <a:lnSpc>
                <a:spcPct val="100000"/>
              </a:lnSpc>
            </a:pPr>
            <a:r>
              <a:rPr lang="pt-BR" dirty="0"/>
              <a:t>Instalar programas desnecessários.</a:t>
            </a:r>
            <a:endParaRPr lang="pt-BR" dirty="0">
              <a:sym typeface="Poppins"/>
            </a:endParaRPr>
          </a:p>
        </p:txBody>
      </p:sp>
      <p:sp>
        <p:nvSpPr>
          <p:cNvPr id="18" name="Google Shape;855;p64">
            <a:extLst>
              <a:ext uri="{FF2B5EF4-FFF2-40B4-BE49-F238E27FC236}">
                <a16:creationId xmlns:a16="http://schemas.microsoft.com/office/drawing/2014/main" id="{6E3D2C29-296A-26DB-453E-18D42E75FC08}"/>
              </a:ext>
            </a:extLst>
          </p:cNvPr>
          <p:cNvSpPr txBox="1"/>
          <p:nvPr/>
        </p:nvSpPr>
        <p:spPr>
          <a:xfrm>
            <a:off x="6925730" y="4439598"/>
            <a:ext cx="3097534" cy="4616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r>
              <a:rPr lang="pt-BR" dirty="0"/>
              <a:t>Usar aplicativos leves.</a:t>
            </a:r>
            <a:endParaRPr lang="pt-BR" dirty="0">
              <a:sym typeface="Poppins"/>
            </a:endParaRPr>
          </a:p>
        </p:txBody>
      </p:sp>
      <p:sp>
        <p:nvSpPr>
          <p:cNvPr id="19" name="Google Shape;856;p64">
            <a:extLst>
              <a:ext uri="{FF2B5EF4-FFF2-40B4-BE49-F238E27FC236}">
                <a16:creationId xmlns:a16="http://schemas.microsoft.com/office/drawing/2014/main" id="{F5FBB34A-2D83-0D0A-5DDE-E4ED71D44ABF}"/>
              </a:ext>
            </a:extLst>
          </p:cNvPr>
          <p:cNvSpPr txBox="1"/>
          <p:nvPr/>
        </p:nvSpPr>
        <p:spPr>
          <a:xfrm>
            <a:off x="3328326" y="4439598"/>
            <a:ext cx="3097534" cy="61555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algn="ctr">
              <a:lnSpc>
                <a:spcPct val="150018"/>
              </a:lnSpc>
              <a:buSzPts val="2767"/>
              <a:defRPr sz="2000" b="1">
                <a:solidFill>
                  <a:srgbClr val="FFFFFF"/>
                </a:solidFill>
                <a:latin typeface="Poppins"/>
                <a:ea typeface="Poppins"/>
                <a:cs typeface="Poppins"/>
              </a:defRPr>
            </a:lvl1pPr>
          </a:lstStyle>
          <a:p>
            <a:pPr>
              <a:lnSpc>
                <a:spcPct val="100000"/>
              </a:lnSpc>
            </a:pPr>
            <a:r>
              <a:rPr lang="pt-BR" dirty="0"/>
              <a:t>Remover arquivos temporários.</a:t>
            </a:r>
            <a:endParaRPr lang="pt-BR" dirty="0">
              <a:sym typeface="Poppins"/>
            </a:endParaRPr>
          </a:p>
        </p:txBody>
      </p:sp>
      <p:sp>
        <p:nvSpPr>
          <p:cNvPr id="4" name="Google Shape;812;p61">
            <a:extLst>
              <a:ext uri="{FF2B5EF4-FFF2-40B4-BE49-F238E27FC236}">
                <a16:creationId xmlns:a16="http://schemas.microsoft.com/office/drawing/2014/main" id="{E6AF24B0-A248-71C3-C03C-F9303785060B}"/>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AAA6D3"/>
          </a:solidFill>
          <a:ln>
            <a:noFill/>
          </a:ln>
        </p:spPr>
        <p:txBody>
          <a:bodyPr spcFirstLastPara="1" wrap="square" lIns="60950" tIns="30467" rIns="60950" bIns="30467" anchor="ctr" anchorCtr="0">
            <a:noAutofit/>
          </a:bodyPr>
          <a:lstStyle/>
          <a:p>
            <a:pPr defTabSz="609630">
              <a:defRPr/>
            </a:pPr>
            <a:endParaRPr dirty="0"/>
          </a:p>
        </p:txBody>
      </p:sp>
      <p:pic>
        <p:nvPicPr>
          <p:cNvPr id="6" name="Gráfico 5">
            <a:extLst>
              <a:ext uri="{FF2B5EF4-FFF2-40B4-BE49-F238E27FC236}">
                <a16:creationId xmlns:a16="http://schemas.microsoft.com/office/drawing/2014/main" id="{B69C4C47-8BDA-BC4E-4E6A-5DE09A91AB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7222916A-2D25-25DB-5ADF-9038E985538B}"/>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defTabSz="609630">
              <a:lnSpc>
                <a:spcPct val="107000"/>
              </a:lnSpc>
              <a:buSzPts val="2700"/>
              <a:defRPr/>
            </a:pPr>
            <a:r>
              <a:rPr lang="pt-BR" b="1" dirty="0">
                <a:solidFill>
                  <a:srgbClr val="FFFFFF"/>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defTabSz="609630">
              <a:lnSpc>
                <a:spcPct val="107000"/>
              </a:lnSpc>
              <a:spcBef>
                <a:spcPts val="715"/>
              </a:spcBef>
              <a:buSzPts val="2700"/>
              <a:defRPr/>
            </a:pPr>
            <a:endParaRPr sz="1333" dirty="0">
              <a:solidFill>
                <a:srgbClr val="FFFFFF"/>
              </a:solidFill>
              <a:latin typeface="Poppins" panose="00000500000000000000" pitchFamily="2" charset="0"/>
              <a:ea typeface="Poppins Light"/>
              <a:cs typeface="Poppins" panose="00000500000000000000" pitchFamily="2" charset="0"/>
              <a:sym typeface="Poppins Light"/>
            </a:endParaRPr>
          </a:p>
        </p:txBody>
      </p:sp>
      <p:sp>
        <p:nvSpPr>
          <p:cNvPr id="20" name="Google Shape;1434;p98">
            <a:extLst>
              <a:ext uri="{FF2B5EF4-FFF2-40B4-BE49-F238E27FC236}">
                <a16:creationId xmlns:a16="http://schemas.microsoft.com/office/drawing/2014/main" id="{CE60F02E-6746-BD81-8A76-E0DB07C3D471}"/>
              </a:ext>
            </a:extLst>
          </p:cNvPr>
          <p:cNvSpPr/>
          <p:nvPr/>
        </p:nvSpPr>
        <p:spPr>
          <a:xfrm>
            <a:off x="2579186" y="3429000"/>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21" name="Google Shape;1435;p98">
            <a:extLst>
              <a:ext uri="{FF2B5EF4-FFF2-40B4-BE49-F238E27FC236}">
                <a16:creationId xmlns:a16="http://schemas.microsoft.com/office/drawing/2014/main" id="{82CB52B9-8F49-91D3-D7D5-BD5B48F79397}"/>
              </a:ext>
            </a:extLst>
          </p:cNvPr>
          <p:cNvSpPr/>
          <p:nvPr/>
        </p:nvSpPr>
        <p:spPr>
          <a:xfrm>
            <a:off x="10210577" y="4491551"/>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22" name="Google Shape;1437;p98">
            <a:extLst>
              <a:ext uri="{FF2B5EF4-FFF2-40B4-BE49-F238E27FC236}">
                <a16:creationId xmlns:a16="http://schemas.microsoft.com/office/drawing/2014/main" id="{77913399-2C5C-31EA-76B5-F07D3AAA3ED5}"/>
              </a:ext>
            </a:extLst>
          </p:cNvPr>
          <p:cNvSpPr/>
          <p:nvPr/>
        </p:nvSpPr>
        <p:spPr>
          <a:xfrm rot="-3043640">
            <a:off x="10275148" y="3462754"/>
            <a:ext cx="385459" cy="265917"/>
          </a:xfrm>
          <a:prstGeom prst="corner">
            <a:avLst>
              <a:gd name="adj1" fmla="val 36796"/>
              <a:gd name="adj2" fmla="val 29665"/>
            </a:avLst>
          </a:prstGeom>
          <a:solidFill>
            <a:srgbClr val="92D05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23" name="Google Shape;1436;p98">
            <a:extLst>
              <a:ext uri="{FF2B5EF4-FFF2-40B4-BE49-F238E27FC236}">
                <a16:creationId xmlns:a16="http://schemas.microsoft.com/office/drawing/2014/main" id="{684FC197-7308-40DD-B359-18C636BD0E85}"/>
              </a:ext>
            </a:extLst>
          </p:cNvPr>
          <p:cNvSpPr/>
          <p:nvPr/>
        </p:nvSpPr>
        <p:spPr>
          <a:xfrm>
            <a:off x="2571298" y="4439598"/>
            <a:ext cx="514600" cy="563600"/>
          </a:xfrm>
          <a:prstGeom prst="mathMultiply">
            <a:avLst>
              <a:gd name="adj1" fmla="val 23520"/>
            </a:avLst>
          </a:prstGeom>
          <a:solidFill>
            <a:srgbClr val="FF0000"/>
          </a:solidFill>
          <a:ln>
            <a:noFill/>
          </a:ln>
        </p:spPr>
        <p:txBody>
          <a:bodyPr spcFirstLastPara="1" wrap="square" lIns="60950" tIns="30467" rIns="60950" bIns="30467" anchor="t" anchorCtr="0">
            <a:noAutofit/>
          </a:bodyPr>
          <a:lstStyle/>
          <a:p>
            <a:pPr defTabSz="609630">
              <a:buSzPts val="1200"/>
              <a:defRPr/>
            </a:pPr>
            <a:endParaRPr sz="800" dirty="0">
              <a:latin typeface="Calibri"/>
              <a:ea typeface="Calibri"/>
              <a:cs typeface="Calibri"/>
              <a:sym typeface="Calibri"/>
            </a:endParaRPr>
          </a:p>
        </p:txBody>
      </p:sp>
      <p:sp>
        <p:nvSpPr>
          <p:cNvPr id="5" name="Espaço Reservado para Texto 10">
            <a:extLst>
              <a:ext uri="{FF2B5EF4-FFF2-40B4-BE49-F238E27FC236}">
                <a16:creationId xmlns:a16="http://schemas.microsoft.com/office/drawing/2014/main" id="{1FE71708-39A2-016D-35E8-AC2F7D845398}"/>
              </a:ext>
            </a:extLst>
          </p:cNvPr>
          <p:cNvSpPr>
            <a:spLocks noGrp="1"/>
          </p:cNvSpPr>
          <p:nvPr>
            <p:ph type="body" sz="quarter" idx="10"/>
          </p:nvPr>
        </p:nvSpPr>
        <p:spPr>
          <a:xfrm>
            <a:off x="3093786" y="1337314"/>
            <a:ext cx="8306397" cy="1305218"/>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sz="3200" dirty="0"/>
              <a:t>Qual ação NÃO melhora o desempenho do sistema operacional?</a:t>
            </a:r>
            <a:endParaRPr lang="pt-BR" sz="3200" dirty="0">
              <a:latin typeface="Poppins" panose="00000500000000000000" pitchFamily="2" charset="0"/>
            </a:endParaRPr>
          </a:p>
        </p:txBody>
      </p:sp>
    </p:spTree>
    <p:extLst>
      <p:ext uri="{BB962C8B-B14F-4D97-AF65-F5344CB8AC3E}">
        <p14:creationId xmlns:p14="http://schemas.microsoft.com/office/powerpoint/2010/main" val="3334619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E409B-BA6C-5C9A-D1D1-EDE5C8225489}"/>
            </a:ext>
          </a:extLst>
        </p:cNvPr>
        <p:cNvGrpSpPr/>
        <p:nvPr/>
      </p:nvGrpSpPr>
      <p:grpSpPr>
        <a:xfrm>
          <a:off x="0" y="0"/>
          <a:ext cx="0" cy="0"/>
          <a:chOff x="0" y="0"/>
          <a:chExt cx="0" cy="0"/>
        </a:xfrm>
      </p:grpSpPr>
      <p:sp>
        <p:nvSpPr>
          <p:cNvPr id="57" name="Google Shape;610;p16">
            <a:extLst>
              <a:ext uri="{FF2B5EF4-FFF2-40B4-BE49-F238E27FC236}">
                <a16:creationId xmlns:a16="http://schemas.microsoft.com/office/drawing/2014/main" id="{522A7BBE-C6AD-647F-E84E-56A75DDBC02F}"/>
              </a:ext>
            </a:extLst>
          </p:cNvPr>
          <p:cNvSpPr/>
          <p:nvPr/>
        </p:nvSpPr>
        <p:spPr>
          <a:xfrm rot="10800000" flipH="1">
            <a:off x="3341918" y="3599751"/>
            <a:ext cx="8003356" cy="1830291"/>
          </a:xfrm>
          <a:prstGeom prst="foldedCorner">
            <a:avLst>
              <a:gd name="adj" fmla="val 16667"/>
            </a:avLst>
          </a:prstGeom>
          <a:solidFill>
            <a:srgbClr val="AAA6D3"/>
          </a:solidFill>
          <a:ln>
            <a:noFill/>
          </a:ln>
        </p:spPr>
        <p:txBody>
          <a:bodyPr spcFirstLastPara="1" wrap="square" lIns="60950" tIns="30467" rIns="60950" bIns="30467" anchor="ctr" anchorCtr="0">
            <a:noAutofit/>
          </a:bodyPr>
          <a:lstStyle/>
          <a:p>
            <a:pPr algn="ctr">
              <a:buSzPts val="1400"/>
            </a:pPr>
            <a:endParaRPr>
              <a:solidFill>
                <a:schemeClr val="lt1"/>
              </a:solidFill>
            </a:endParaRPr>
          </a:p>
        </p:txBody>
      </p:sp>
      <p:sp>
        <p:nvSpPr>
          <p:cNvPr id="2" name="Espaço Reservado para Texto 1">
            <a:extLst>
              <a:ext uri="{FF2B5EF4-FFF2-40B4-BE49-F238E27FC236}">
                <a16:creationId xmlns:a16="http://schemas.microsoft.com/office/drawing/2014/main" id="{DD560EBD-6AA2-4B1C-2373-D3B23639E7A8}"/>
              </a:ext>
            </a:extLst>
          </p:cNvPr>
          <p:cNvSpPr>
            <a:spLocks noGrp="1"/>
          </p:cNvSpPr>
          <p:nvPr>
            <p:ph type="body" idx="1"/>
          </p:nvPr>
        </p:nvSpPr>
        <p:spPr>
          <a:xfrm>
            <a:off x="3259252" y="1495507"/>
            <a:ext cx="8003357" cy="1306059"/>
          </a:xfrm>
        </p:spPr>
        <p:txBody>
          <a:bodyPr>
            <a:noAutofit/>
          </a:bodyPr>
          <a:lstStyle/>
          <a:p>
            <a:pPr marL="0" indent="0">
              <a:spcBef>
                <a:spcPts val="0"/>
              </a:spcBef>
              <a:spcAft>
                <a:spcPts val="600"/>
              </a:spcAft>
            </a:pPr>
            <a:r>
              <a:rPr lang="pt-BR" sz="1800" dirty="0">
                <a:latin typeface="Poppins"/>
                <a:cs typeface="Poppins"/>
              </a:rPr>
              <a:t>O seu celular está cheio e lento: leva tempo para ligar, os aplicativos travam e aparece o aviso “armazenamento quase cheio”. Você quer liberar espaço sem apagar o que é importante e deixar o aparelho funcionando melhor.</a:t>
            </a:r>
            <a:endParaRPr lang="en-US" sz="1800" dirty="0"/>
          </a:p>
        </p:txBody>
      </p:sp>
      <p:sp>
        <p:nvSpPr>
          <p:cNvPr id="3" name="Espaço Reservado para Texto 2">
            <a:extLst>
              <a:ext uri="{FF2B5EF4-FFF2-40B4-BE49-F238E27FC236}">
                <a16:creationId xmlns:a16="http://schemas.microsoft.com/office/drawing/2014/main" id="{8B41A0BB-1821-7D3F-3106-BDC149B24761}"/>
              </a:ext>
            </a:extLst>
          </p:cNvPr>
          <p:cNvSpPr>
            <a:spLocks noGrp="1"/>
          </p:cNvSpPr>
          <p:nvPr>
            <p:ph type="body" idx="2"/>
          </p:nvPr>
        </p:nvSpPr>
        <p:spPr>
          <a:xfrm>
            <a:off x="3259252" y="806574"/>
            <a:ext cx="8003356" cy="499075"/>
          </a:xfrm>
        </p:spPr>
        <p:txBody>
          <a:bodyPr>
            <a:noAutofit/>
          </a:bodyPr>
          <a:lstStyle/>
          <a:p>
            <a:pPr marL="0" indent="0">
              <a:spcBef>
                <a:spcPts val="252"/>
              </a:spcBef>
            </a:pPr>
            <a:r>
              <a:rPr lang="pt-BR" sz="3200" b="1" dirty="0">
                <a:solidFill>
                  <a:srgbClr val="FF161F"/>
                </a:solidFill>
                <a:latin typeface="Poppins"/>
                <a:cs typeface="Poppins"/>
              </a:rPr>
              <a:t>Meu aparelho mais rápido</a:t>
            </a:r>
            <a:endParaRPr lang="en-US" sz="3200" b="1" dirty="0"/>
          </a:p>
        </p:txBody>
      </p:sp>
      <p:sp>
        <p:nvSpPr>
          <p:cNvPr id="55" name="CaixaDeTexto 54">
            <a:extLst>
              <a:ext uri="{FF2B5EF4-FFF2-40B4-BE49-F238E27FC236}">
                <a16:creationId xmlns:a16="http://schemas.microsoft.com/office/drawing/2014/main" id="{92CA6E56-D67E-A58E-4B12-896E46883627}"/>
              </a:ext>
            </a:extLst>
          </p:cNvPr>
          <p:cNvSpPr txBox="1"/>
          <p:nvPr/>
        </p:nvSpPr>
        <p:spPr>
          <a:xfrm>
            <a:off x="10353207" y="2888105"/>
            <a:ext cx="0" cy="0"/>
          </a:xfrm>
          <a:prstGeom prst="rect">
            <a:avLst/>
          </a:prstGeom>
          <a:noFill/>
          <a:ln>
            <a:noFill/>
          </a:ln>
        </p:spPr>
        <p:txBody>
          <a:bodyPr spcFirstLastPara="1" wrap="none" lIns="60950" tIns="30467" rIns="60950" bIns="30467" rtlCol="0" anchor="t" anchorCtr="0">
            <a:normAutofit fontScale="25000" lnSpcReduction="20000"/>
          </a:bodyPr>
          <a:lstStyle/>
          <a:p>
            <a:pPr algn="l"/>
            <a:endParaRPr lang="pt-BR" sz="1600"/>
          </a:p>
        </p:txBody>
      </p:sp>
      <p:sp>
        <p:nvSpPr>
          <p:cNvPr id="40" name="Rectangle 1">
            <a:extLst>
              <a:ext uri="{FF2B5EF4-FFF2-40B4-BE49-F238E27FC236}">
                <a16:creationId xmlns:a16="http://schemas.microsoft.com/office/drawing/2014/main" id="{553429E6-A7B0-20D0-4383-E4010D73F651}"/>
              </a:ext>
            </a:extLst>
          </p:cNvPr>
          <p:cNvSpPr>
            <a:spLocks noGrp="1" noChangeArrowheads="1"/>
          </p:cNvSpPr>
          <p:nvPr>
            <p:ph type="body" idx="3"/>
          </p:nvPr>
        </p:nvSpPr>
        <p:spPr bwMode="auto">
          <a:xfrm>
            <a:off x="3549005" y="3698468"/>
            <a:ext cx="7509232" cy="1608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r>
              <a:rPr lang="pt-BR" sz="1400" dirty="0">
                <a:solidFill>
                  <a:schemeClr val="bg1"/>
                </a:solidFill>
                <a:latin typeface="Poppins"/>
                <a:cs typeface="Poppins"/>
              </a:rPr>
              <a:t>Analisem o que mais ocupa espaço no aparelho e montem um plano simples de limpeza, respondendo:</a:t>
            </a:r>
          </a:p>
          <a:p>
            <a:pPr marL="0" indent="0">
              <a:lnSpc>
                <a:spcPct val="150000"/>
              </a:lnSpc>
              <a:spcBef>
                <a:spcPts val="600"/>
              </a:spcBef>
            </a:pPr>
            <a:r>
              <a:rPr lang="pt-BR" sz="1400" dirty="0">
                <a:solidFill>
                  <a:schemeClr val="bg1"/>
                </a:solidFill>
                <a:latin typeface="Poppins"/>
                <a:cs typeface="Poppins"/>
              </a:rPr>
              <a:t>1. O que pode ser apagado com segurança?</a:t>
            </a:r>
            <a:br>
              <a:rPr lang="pt-BR" sz="1400" dirty="0">
                <a:latin typeface="Poppins"/>
                <a:cs typeface="Poppins"/>
              </a:rPr>
            </a:br>
            <a:r>
              <a:rPr lang="pt-BR" sz="1400" dirty="0">
                <a:solidFill>
                  <a:schemeClr val="bg1"/>
                </a:solidFill>
                <a:latin typeface="Poppins"/>
                <a:cs typeface="Poppins"/>
              </a:rPr>
              <a:t>2. Quais aplicativos podem ser substituídos ou removidos?</a:t>
            </a:r>
            <a:br>
              <a:rPr lang="pt-BR" sz="1400" dirty="0">
                <a:latin typeface="Poppins"/>
                <a:cs typeface="Poppins"/>
              </a:rPr>
            </a:br>
            <a:r>
              <a:rPr lang="pt-BR" sz="1400" dirty="0">
                <a:solidFill>
                  <a:schemeClr val="bg1"/>
                </a:solidFill>
                <a:latin typeface="Poppins"/>
                <a:cs typeface="Poppins"/>
              </a:rPr>
              <a:t>3. O que pode ser feito toda semana para manter o aparelho rápido?</a:t>
            </a:r>
            <a:endParaRPr lang="pt-BR" sz="1400" dirty="0">
              <a:solidFill>
                <a:schemeClr val="bg1"/>
              </a:solidFill>
            </a:endParaRPr>
          </a:p>
        </p:txBody>
      </p:sp>
      <p:sp>
        <p:nvSpPr>
          <p:cNvPr id="4" name="CaixaDeTexto 3">
            <a:extLst>
              <a:ext uri="{FF2B5EF4-FFF2-40B4-BE49-F238E27FC236}">
                <a16:creationId xmlns:a16="http://schemas.microsoft.com/office/drawing/2014/main" id="{0446786B-0165-0672-B50E-3C4B02A450C4}"/>
              </a:ext>
            </a:extLst>
          </p:cNvPr>
          <p:cNvSpPr txBox="1"/>
          <p:nvPr/>
        </p:nvSpPr>
        <p:spPr>
          <a:xfrm>
            <a:off x="5249274" y="2629771"/>
            <a:ext cx="6096000" cy="261610"/>
          </a:xfrm>
          <a:prstGeom prst="rect">
            <a:avLst/>
          </a:prstGeom>
          <a:noFill/>
          <a:ln>
            <a:noFill/>
          </a:ln>
        </p:spPr>
        <p:txBody>
          <a:bodyPr wrap="square">
            <a:spAutoFit/>
          </a:bodyPr>
          <a:lstStyle/>
          <a:p>
            <a:pPr algn="r">
              <a:buNone/>
            </a:pPr>
            <a:r>
              <a:rPr lang="pt-BR" sz="1100" dirty="0">
                <a:latin typeface="Poppins" panose="00000500000000000000" pitchFamily="2" charset="0"/>
                <a:cs typeface="Poppins" panose="00000500000000000000" pitchFamily="2" charset="0"/>
              </a:rPr>
              <a:t>Situação fictícia produzida pela SEDUC-SP. </a:t>
            </a:r>
          </a:p>
        </p:txBody>
      </p:sp>
      <p:sp>
        <p:nvSpPr>
          <p:cNvPr id="42" name="Espaço Reservado para Texto 6">
            <a:extLst>
              <a:ext uri="{FF2B5EF4-FFF2-40B4-BE49-F238E27FC236}">
                <a16:creationId xmlns:a16="http://schemas.microsoft.com/office/drawing/2014/main" id="{C33D5771-A8CC-3832-3BDC-66895BA52759}"/>
              </a:ext>
            </a:extLst>
          </p:cNvPr>
          <p:cNvSpPr txBox="1">
            <a:spLocks/>
          </p:cNvSpPr>
          <p:nvPr/>
        </p:nvSpPr>
        <p:spPr>
          <a:xfrm>
            <a:off x="844763" y="4745819"/>
            <a:ext cx="1733054" cy="27402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152408" algn="l" rtl="0">
              <a:lnSpc>
                <a:spcPct val="100000"/>
              </a:lnSpc>
              <a:spcBef>
                <a:spcPts val="227"/>
              </a:spcBef>
              <a:spcAft>
                <a:spcPts val="0"/>
              </a:spcAft>
              <a:buClr>
                <a:schemeClr val="dk1"/>
              </a:buClr>
              <a:buSzPts val="1700"/>
              <a:buFont typeface="Poppins"/>
              <a:buNone/>
              <a:defRPr sz="1133" b="1" i="0" u="none" strike="noStrike" cap="none">
                <a:solidFill>
                  <a:schemeClr val="tx1"/>
                </a:solidFill>
                <a:latin typeface="Poppins"/>
                <a:ea typeface="Poppins"/>
                <a:cs typeface="Poppins"/>
                <a:sym typeface="Poppins"/>
              </a:defRPr>
            </a:lvl1pPr>
            <a:lvl2pPr marL="609630" marR="0" lvl="1"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914446" marR="0" lvl="2"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219261" marR="0" lvl="3"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1524076" marR="0" lvl="4"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r>
              <a:rPr lang="pt-BR" sz="1100" dirty="0"/>
              <a:t>Durante a aula </a:t>
            </a:r>
          </a:p>
        </p:txBody>
      </p:sp>
      <p:sp>
        <p:nvSpPr>
          <p:cNvPr id="43" name="Espaço Reservado para Texto 7">
            <a:extLst>
              <a:ext uri="{FF2B5EF4-FFF2-40B4-BE49-F238E27FC236}">
                <a16:creationId xmlns:a16="http://schemas.microsoft.com/office/drawing/2014/main" id="{0D27A8F4-BE61-6FBF-1D11-A419B0DF91FA}"/>
              </a:ext>
            </a:extLst>
          </p:cNvPr>
          <p:cNvSpPr txBox="1">
            <a:spLocks/>
          </p:cNvSpPr>
          <p:nvPr/>
        </p:nvSpPr>
        <p:spPr>
          <a:xfrm>
            <a:off x="853029" y="5217603"/>
            <a:ext cx="1705332" cy="27402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0" marR="0" lvl="0" indent="-152408" algn="l" rtl="0">
              <a:lnSpc>
                <a:spcPct val="100000"/>
              </a:lnSpc>
              <a:spcBef>
                <a:spcPts val="227"/>
              </a:spcBef>
              <a:spcAft>
                <a:spcPts val="0"/>
              </a:spcAft>
              <a:buClr>
                <a:schemeClr val="dk1"/>
              </a:buClr>
              <a:buSzPts val="1700"/>
              <a:buFont typeface="Poppins"/>
              <a:buNone/>
              <a:defRPr sz="1133" b="1" i="0" u="none" strike="noStrike" cap="none">
                <a:solidFill>
                  <a:schemeClr val="tx1"/>
                </a:solidFill>
                <a:latin typeface="Poppins"/>
                <a:ea typeface="Poppins"/>
                <a:cs typeface="Poppins"/>
                <a:sym typeface="Poppins"/>
              </a:defRPr>
            </a:lvl1pPr>
            <a:lvl2pPr marL="609630" marR="0" lvl="1"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2pPr>
            <a:lvl3pPr marL="914446" marR="0" lvl="2"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3pPr>
            <a:lvl4pPr marL="1219261" marR="0" lvl="3"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4pPr>
            <a:lvl5pPr marL="1524076" marR="0" lvl="4" indent="-228611" algn="l" rtl="0">
              <a:lnSpc>
                <a:spcPct val="100000"/>
              </a:lnSpc>
              <a:spcBef>
                <a:spcPts val="240"/>
              </a:spcBef>
              <a:spcAft>
                <a:spcPts val="0"/>
              </a:spcAft>
              <a:buClr>
                <a:schemeClr val="dk1"/>
              </a:buClr>
              <a:buSzPts val="1800"/>
              <a:buFont typeface="Poppins"/>
              <a:buChar char="»"/>
              <a:defRPr sz="1200" b="1"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r>
              <a:rPr lang="pt-BR" sz="1100" dirty="0"/>
              <a:t>Em duplas</a:t>
            </a:r>
          </a:p>
        </p:txBody>
      </p:sp>
      <p:grpSp>
        <p:nvGrpSpPr>
          <p:cNvPr id="46" name="Google Shape;474;p35">
            <a:extLst>
              <a:ext uri="{FF2B5EF4-FFF2-40B4-BE49-F238E27FC236}">
                <a16:creationId xmlns:a16="http://schemas.microsoft.com/office/drawing/2014/main" id="{750D6B96-9FA2-5BAB-4ADA-1E2DD80838C1}"/>
              </a:ext>
            </a:extLst>
          </p:cNvPr>
          <p:cNvGrpSpPr/>
          <p:nvPr/>
        </p:nvGrpSpPr>
        <p:grpSpPr>
          <a:xfrm>
            <a:off x="464298" y="4726001"/>
            <a:ext cx="284745" cy="286039"/>
            <a:chOff x="11797069" y="2783619"/>
            <a:chExt cx="427118" cy="429059"/>
          </a:xfrm>
          <a:noFill/>
        </p:grpSpPr>
        <p:sp>
          <p:nvSpPr>
            <p:cNvPr id="47" name="Google Shape;475;p35">
              <a:extLst>
                <a:ext uri="{FF2B5EF4-FFF2-40B4-BE49-F238E27FC236}">
                  <a16:creationId xmlns:a16="http://schemas.microsoft.com/office/drawing/2014/main" id="{A1B34910-6CE3-7989-6E9B-215B84E6ADBB}"/>
                </a:ext>
              </a:extLst>
            </p:cNvPr>
            <p:cNvSpPr/>
            <p:nvPr/>
          </p:nvSpPr>
          <p:spPr>
            <a:xfrm>
              <a:off x="11797069" y="2931169"/>
              <a:ext cx="427118" cy="281509"/>
            </a:xfrm>
            <a:custGeom>
              <a:avLst/>
              <a:gdLst/>
              <a:ahLst/>
              <a:cxnLst/>
              <a:rect l="l" t="t" r="r" b="b"/>
              <a:pathLst>
                <a:path w="427118" h="281509" extrusionOk="0">
                  <a:moveTo>
                    <a:pt x="0" y="0"/>
                  </a:moveTo>
                  <a:lnTo>
                    <a:pt x="0" y="223266"/>
                  </a:lnTo>
                  <a:cubicBezTo>
                    <a:pt x="0" y="255397"/>
                    <a:pt x="26112" y="281510"/>
                    <a:pt x="58243" y="281510"/>
                  </a:cubicBezTo>
                  <a:lnTo>
                    <a:pt x="368875" y="281510"/>
                  </a:lnTo>
                  <a:cubicBezTo>
                    <a:pt x="401006" y="281510"/>
                    <a:pt x="427118" y="255397"/>
                    <a:pt x="427118" y="223266"/>
                  </a:cubicBezTo>
                  <a:lnTo>
                    <a:pt x="427118" y="0"/>
                  </a:lnTo>
                  <a:lnTo>
                    <a:pt x="0" y="0"/>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48" name="Google Shape;476;p35">
              <a:extLst>
                <a:ext uri="{FF2B5EF4-FFF2-40B4-BE49-F238E27FC236}">
                  <a16:creationId xmlns:a16="http://schemas.microsoft.com/office/drawing/2014/main" id="{36850DD6-3769-7F6E-7F23-A26685AFE225}"/>
                </a:ext>
              </a:extLst>
            </p:cNvPr>
            <p:cNvSpPr/>
            <p:nvPr/>
          </p:nvSpPr>
          <p:spPr>
            <a:xfrm>
              <a:off x="11797069" y="2824389"/>
              <a:ext cx="427118" cy="106779"/>
            </a:xfrm>
            <a:custGeom>
              <a:avLst/>
              <a:gdLst/>
              <a:ahLst/>
              <a:cxnLst/>
              <a:rect l="l" t="t" r="r" b="b"/>
              <a:pathLst>
                <a:path w="427118" h="106779" extrusionOk="0">
                  <a:moveTo>
                    <a:pt x="368875" y="0"/>
                  </a:moveTo>
                  <a:lnTo>
                    <a:pt x="357226" y="0"/>
                  </a:lnTo>
                  <a:lnTo>
                    <a:pt x="357226" y="17473"/>
                  </a:lnTo>
                  <a:cubicBezTo>
                    <a:pt x="357226" y="30384"/>
                    <a:pt x="346839" y="40770"/>
                    <a:pt x="333929" y="40770"/>
                  </a:cubicBezTo>
                  <a:cubicBezTo>
                    <a:pt x="321018" y="40770"/>
                    <a:pt x="310631" y="30384"/>
                    <a:pt x="310631" y="17473"/>
                  </a:cubicBezTo>
                  <a:lnTo>
                    <a:pt x="310631" y="0"/>
                  </a:lnTo>
                  <a:lnTo>
                    <a:pt x="116487" y="0"/>
                  </a:lnTo>
                  <a:lnTo>
                    <a:pt x="116487" y="17473"/>
                  </a:lnTo>
                  <a:cubicBezTo>
                    <a:pt x="116487" y="30384"/>
                    <a:pt x="106100" y="40770"/>
                    <a:pt x="93189" y="40770"/>
                  </a:cubicBezTo>
                  <a:cubicBezTo>
                    <a:pt x="80279" y="40770"/>
                    <a:pt x="69892" y="30384"/>
                    <a:pt x="69892" y="17473"/>
                  </a:cubicBezTo>
                  <a:lnTo>
                    <a:pt x="69892" y="0"/>
                  </a:lnTo>
                  <a:lnTo>
                    <a:pt x="58243" y="0"/>
                  </a:lnTo>
                  <a:cubicBezTo>
                    <a:pt x="26112" y="0"/>
                    <a:pt x="0" y="26112"/>
                    <a:pt x="0" y="58243"/>
                  </a:cubicBezTo>
                  <a:lnTo>
                    <a:pt x="0" y="106780"/>
                  </a:lnTo>
                  <a:lnTo>
                    <a:pt x="427118" y="106780"/>
                  </a:lnTo>
                  <a:lnTo>
                    <a:pt x="427118" y="58243"/>
                  </a:lnTo>
                  <a:cubicBezTo>
                    <a:pt x="427118" y="26112"/>
                    <a:pt x="401006" y="0"/>
                    <a:pt x="368875"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49" name="Google Shape;477;p35">
              <a:extLst>
                <a:ext uri="{FF2B5EF4-FFF2-40B4-BE49-F238E27FC236}">
                  <a16:creationId xmlns:a16="http://schemas.microsoft.com/office/drawing/2014/main" id="{06FFFCFE-868F-8F61-E02E-95B3E522A46D}"/>
                </a:ext>
              </a:extLst>
            </p:cNvPr>
            <p:cNvSpPr/>
            <p:nvPr/>
          </p:nvSpPr>
          <p:spPr>
            <a:xfrm>
              <a:off x="11866961" y="2783619"/>
              <a:ext cx="46594" cy="81540"/>
            </a:xfrm>
            <a:custGeom>
              <a:avLst/>
              <a:gdLst/>
              <a:ahLst/>
              <a:cxnLst/>
              <a:rect l="l" t="t" r="r" b="b"/>
              <a:pathLst>
                <a:path w="46594" h="81540" extrusionOk="0">
                  <a:moveTo>
                    <a:pt x="23297" y="0"/>
                  </a:moveTo>
                  <a:cubicBezTo>
                    <a:pt x="10387" y="0"/>
                    <a:pt x="0" y="10387"/>
                    <a:pt x="0" y="23297"/>
                  </a:cubicBezTo>
                  <a:lnTo>
                    <a:pt x="0" y="58243"/>
                  </a:lnTo>
                  <a:cubicBezTo>
                    <a:pt x="0" y="71154"/>
                    <a:pt x="10387" y="81541"/>
                    <a:pt x="23297" y="81541"/>
                  </a:cubicBezTo>
                  <a:cubicBezTo>
                    <a:pt x="36208" y="81541"/>
                    <a:pt x="46595" y="71154"/>
                    <a:pt x="46595" y="58243"/>
                  </a:cubicBezTo>
                  <a:lnTo>
                    <a:pt x="46595" y="23297"/>
                  </a:lnTo>
                  <a:cubicBezTo>
                    <a:pt x="46595" y="10387"/>
                    <a:pt x="36208" y="0"/>
                    <a:pt x="23297"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0" name="Google Shape;478;p35">
              <a:extLst>
                <a:ext uri="{FF2B5EF4-FFF2-40B4-BE49-F238E27FC236}">
                  <a16:creationId xmlns:a16="http://schemas.microsoft.com/office/drawing/2014/main" id="{84D57653-BEA5-8D51-58F3-0B43968109AB}"/>
                </a:ext>
              </a:extLst>
            </p:cNvPr>
            <p:cNvSpPr/>
            <p:nvPr/>
          </p:nvSpPr>
          <p:spPr>
            <a:xfrm>
              <a:off x="12107700" y="2783619"/>
              <a:ext cx="46594" cy="81540"/>
            </a:xfrm>
            <a:custGeom>
              <a:avLst/>
              <a:gdLst/>
              <a:ahLst/>
              <a:cxnLst/>
              <a:rect l="l" t="t" r="r" b="b"/>
              <a:pathLst>
                <a:path w="46594" h="81540" extrusionOk="0">
                  <a:moveTo>
                    <a:pt x="23297" y="0"/>
                  </a:moveTo>
                  <a:cubicBezTo>
                    <a:pt x="10387" y="0"/>
                    <a:pt x="0" y="10387"/>
                    <a:pt x="0" y="23297"/>
                  </a:cubicBezTo>
                  <a:lnTo>
                    <a:pt x="0" y="58243"/>
                  </a:lnTo>
                  <a:cubicBezTo>
                    <a:pt x="0" y="71154"/>
                    <a:pt x="10387" y="81541"/>
                    <a:pt x="23297" y="81541"/>
                  </a:cubicBezTo>
                  <a:cubicBezTo>
                    <a:pt x="36208" y="81541"/>
                    <a:pt x="46595" y="71154"/>
                    <a:pt x="46595" y="58243"/>
                  </a:cubicBezTo>
                  <a:lnTo>
                    <a:pt x="46595" y="23297"/>
                  </a:lnTo>
                  <a:cubicBezTo>
                    <a:pt x="46595" y="10387"/>
                    <a:pt x="36208" y="0"/>
                    <a:pt x="23297" y="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grpSp>
          <p:nvGrpSpPr>
            <p:cNvPr id="51" name="Google Shape;479;p35">
              <a:extLst>
                <a:ext uri="{FF2B5EF4-FFF2-40B4-BE49-F238E27FC236}">
                  <a16:creationId xmlns:a16="http://schemas.microsoft.com/office/drawing/2014/main" id="{446EA281-CBFD-3F8B-33ED-519353AD897A}"/>
                </a:ext>
              </a:extLst>
            </p:cNvPr>
            <p:cNvGrpSpPr/>
            <p:nvPr/>
          </p:nvGrpSpPr>
          <p:grpSpPr>
            <a:xfrm>
              <a:off x="11889287" y="2999120"/>
              <a:ext cx="262095" cy="145608"/>
              <a:chOff x="11889287" y="2999120"/>
              <a:chExt cx="262095" cy="145608"/>
            </a:xfrm>
            <a:grpFill/>
          </p:grpSpPr>
          <p:sp>
            <p:nvSpPr>
              <p:cNvPr id="52" name="Google Shape;480;p35">
                <a:extLst>
                  <a:ext uri="{FF2B5EF4-FFF2-40B4-BE49-F238E27FC236}">
                    <a16:creationId xmlns:a16="http://schemas.microsoft.com/office/drawing/2014/main" id="{BFC6E11F-0A8F-76FA-A9AF-308F4EAC4314}"/>
                  </a:ext>
                </a:extLst>
              </p:cNvPr>
              <p:cNvSpPr/>
              <p:nvPr/>
            </p:nvSpPr>
            <p:spPr>
              <a:xfrm>
                <a:off x="11966945"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3" name="Google Shape;481;p35">
                <a:extLst>
                  <a:ext uri="{FF2B5EF4-FFF2-40B4-BE49-F238E27FC236}">
                    <a16:creationId xmlns:a16="http://schemas.microsoft.com/office/drawing/2014/main" id="{9F649172-69BB-435E-DD1A-5E8EA62014C0}"/>
                  </a:ext>
                </a:extLst>
              </p:cNvPr>
              <p:cNvSpPr/>
              <p:nvPr/>
            </p:nvSpPr>
            <p:spPr>
              <a:xfrm>
                <a:off x="12044603"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4" name="Google Shape;482;p35">
                <a:extLst>
                  <a:ext uri="{FF2B5EF4-FFF2-40B4-BE49-F238E27FC236}">
                    <a16:creationId xmlns:a16="http://schemas.microsoft.com/office/drawing/2014/main" id="{F14846EB-0D10-B5A7-77A4-559843E37A53}"/>
                  </a:ext>
                </a:extLst>
              </p:cNvPr>
              <p:cNvSpPr/>
              <p:nvPr/>
            </p:nvSpPr>
            <p:spPr>
              <a:xfrm>
                <a:off x="12122261" y="299912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6" name="Google Shape;483;p35">
                <a:extLst>
                  <a:ext uri="{FF2B5EF4-FFF2-40B4-BE49-F238E27FC236}">
                    <a16:creationId xmlns:a16="http://schemas.microsoft.com/office/drawing/2014/main" id="{CB28973C-E05C-B2DC-1A70-09A7E9823BDC}"/>
                  </a:ext>
                </a:extLst>
              </p:cNvPr>
              <p:cNvSpPr/>
              <p:nvPr/>
            </p:nvSpPr>
            <p:spPr>
              <a:xfrm>
                <a:off x="11889287"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8" name="Google Shape;484;p35">
                <a:extLst>
                  <a:ext uri="{FF2B5EF4-FFF2-40B4-BE49-F238E27FC236}">
                    <a16:creationId xmlns:a16="http://schemas.microsoft.com/office/drawing/2014/main" id="{B958F66F-01A4-7EBF-CD0F-BE85F9E86114}"/>
                  </a:ext>
                </a:extLst>
              </p:cNvPr>
              <p:cNvSpPr/>
              <p:nvPr/>
            </p:nvSpPr>
            <p:spPr>
              <a:xfrm>
                <a:off x="11966945"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59" name="Google Shape;485;p35">
                <a:extLst>
                  <a:ext uri="{FF2B5EF4-FFF2-40B4-BE49-F238E27FC236}">
                    <a16:creationId xmlns:a16="http://schemas.microsoft.com/office/drawing/2014/main" id="{63236D32-9C65-C69A-B18F-5CF6285B3893}"/>
                  </a:ext>
                </a:extLst>
              </p:cNvPr>
              <p:cNvSpPr/>
              <p:nvPr/>
            </p:nvSpPr>
            <p:spPr>
              <a:xfrm>
                <a:off x="12044603" y="3067070"/>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60" name="Google Shape;486;p35">
                <a:extLst>
                  <a:ext uri="{FF2B5EF4-FFF2-40B4-BE49-F238E27FC236}">
                    <a16:creationId xmlns:a16="http://schemas.microsoft.com/office/drawing/2014/main" id="{6D1C3A80-88C7-E964-2B72-2E729EF7610C}"/>
                  </a:ext>
                </a:extLst>
              </p:cNvPr>
              <p:cNvSpPr/>
              <p:nvPr/>
            </p:nvSpPr>
            <p:spPr>
              <a:xfrm>
                <a:off x="12102846" y="3047656"/>
                <a:ext cx="48536" cy="48536"/>
              </a:xfrm>
              <a:custGeom>
                <a:avLst/>
                <a:gdLst/>
                <a:ahLst/>
                <a:cxnLst/>
                <a:rect l="l" t="t" r="r" b="b"/>
                <a:pathLst>
                  <a:path w="48536" h="48536" extrusionOk="0">
                    <a:moveTo>
                      <a:pt x="48536" y="24268"/>
                    </a:moveTo>
                    <a:cubicBezTo>
                      <a:pt x="48536" y="37671"/>
                      <a:pt x="37671" y="48536"/>
                      <a:pt x="24268" y="48536"/>
                    </a:cubicBezTo>
                    <a:cubicBezTo>
                      <a:pt x="10865" y="48536"/>
                      <a:pt x="0" y="37671"/>
                      <a:pt x="0" y="24268"/>
                    </a:cubicBezTo>
                    <a:cubicBezTo>
                      <a:pt x="0" y="10865"/>
                      <a:pt x="10865" y="0"/>
                      <a:pt x="24268" y="0"/>
                    </a:cubicBezTo>
                    <a:cubicBezTo>
                      <a:pt x="37671" y="0"/>
                      <a:pt x="48536" y="10865"/>
                      <a:pt x="48536" y="24268"/>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61" name="Google Shape;487;p35">
                <a:extLst>
                  <a:ext uri="{FF2B5EF4-FFF2-40B4-BE49-F238E27FC236}">
                    <a16:creationId xmlns:a16="http://schemas.microsoft.com/office/drawing/2014/main" id="{B80E3CA9-FE5D-9AC7-B422-D2ED189C81DA}"/>
                  </a:ext>
                </a:extLst>
              </p:cNvPr>
              <p:cNvSpPr/>
              <p:nvPr/>
            </p:nvSpPr>
            <p:spPr>
              <a:xfrm>
                <a:off x="11889287"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62" name="Google Shape;488;p35">
                <a:extLst>
                  <a:ext uri="{FF2B5EF4-FFF2-40B4-BE49-F238E27FC236}">
                    <a16:creationId xmlns:a16="http://schemas.microsoft.com/office/drawing/2014/main" id="{282AE54A-F350-52E1-6E63-103181C80B56}"/>
                  </a:ext>
                </a:extLst>
              </p:cNvPr>
              <p:cNvSpPr/>
              <p:nvPr/>
            </p:nvSpPr>
            <p:spPr>
              <a:xfrm>
                <a:off x="11966945"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63" name="Google Shape;489;p35">
                <a:extLst>
                  <a:ext uri="{FF2B5EF4-FFF2-40B4-BE49-F238E27FC236}">
                    <a16:creationId xmlns:a16="http://schemas.microsoft.com/office/drawing/2014/main" id="{9DBE30FA-DC60-1EF5-6E8A-A6D5E27A819F}"/>
                  </a:ext>
                </a:extLst>
              </p:cNvPr>
              <p:cNvSpPr/>
              <p:nvPr/>
            </p:nvSpPr>
            <p:spPr>
              <a:xfrm>
                <a:off x="12044603" y="3135021"/>
                <a:ext cx="9707" cy="9707"/>
              </a:xfrm>
              <a:custGeom>
                <a:avLst/>
                <a:gdLst/>
                <a:ahLst/>
                <a:cxnLst/>
                <a:rect l="l" t="t" r="r" b="b"/>
                <a:pathLst>
                  <a:path w="9707" h="9707" extrusionOk="0">
                    <a:moveTo>
                      <a:pt x="9707" y="4854"/>
                    </a:moveTo>
                    <a:cubicBezTo>
                      <a:pt x="9707" y="7534"/>
                      <a:pt x="7534" y="9707"/>
                      <a:pt x="4854" y="9707"/>
                    </a:cubicBezTo>
                    <a:cubicBezTo>
                      <a:pt x="2173" y="9707"/>
                      <a:pt x="0" y="7534"/>
                      <a:pt x="0" y="4854"/>
                    </a:cubicBezTo>
                    <a:cubicBezTo>
                      <a:pt x="0" y="2173"/>
                      <a:pt x="2173" y="0"/>
                      <a:pt x="4854" y="0"/>
                    </a:cubicBezTo>
                    <a:cubicBezTo>
                      <a:pt x="7534" y="0"/>
                      <a:pt x="9707" y="2173"/>
                      <a:pt x="9707" y="485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grpSp>
      </p:grpSp>
      <p:grpSp>
        <p:nvGrpSpPr>
          <p:cNvPr id="64" name="Google Shape;490;p35">
            <a:extLst>
              <a:ext uri="{FF2B5EF4-FFF2-40B4-BE49-F238E27FC236}">
                <a16:creationId xmlns:a16="http://schemas.microsoft.com/office/drawing/2014/main" id="{076E9231-8EFE-326D-BAAC-C832BEFE80DD}"/>
              </a:ext>
            </a:extLst>
          </p:cNvPr>
          <p:cNvGrpSpPr/>
          <p:nvPr/>
        </p:nvGrpSpPr>
        <p:grpSpPr>
          <a:xfrm>
            <a:off x="454351" y="5173639"/>
            <a:ext cx="304639" cy="301465"/>
            <a:chOff x="6941066" y="2777637"/>
            <a:chExt cx="456958" cy="452197"/>
          </a:xfrm>
          <a:noFill/>
        </p:grpSpPr>
        <p:grpSp>
          <p:nvGrpSpPr>
            <p:cNvPr id="65" name="Google Shape;491;p35">
              <a:extLst>
                <a:ext uri="{FF2B5EF4-FFF2-40B4-BE49-F238E27FC236}">
                  <a16:creationId xmlns:a16="http://schemas.microsoft.com/office/drawing/2014/main" id="{68AAF6F3-3501-8AA7-AEDB-08F0175A3035}"/>
                </a:ext>
              </a:extLst>
            </p:cNvPr>
            <p:cNvGrpSpPr/>
            <p:nvPr/>
          </p:nvGrpSpPr>
          <p:grpSpPr>
            <a:xfrm>
              <a:off x="7226665" y="3067995"/>
              <a:ext cx="171359" cy="161839"/>
              <a:chOff x="7226665" y="3067995"/>
              <a:chExt cx="171359" cy="161839"/>
            </a:xfrm>
            <a:grpFill/>
          </p:grpSpPr>
          <p:sp>
            <p:nvSpPr>
              <p:cNvPr id="76" name="Google Shape;492;p35">
                <a:extLst>
                  <a:ext uri="{FF2B5EF4-FFF2-40B4-BE49-F238E27FC236}">
                    <a16:creationId xmlns:a16="http://schemas.microsoft.com/office/drawing/2014/main" id="{BF6A69F0-D682-7ED3-E5CB-1EC965469660}"/>
                  </a:ext>
                </a:extLst>
              </p:cNvPr>
              <p:cNvSpPr/>
              <p:nvPr/>
            </p:nvSpPr>
            <p:spPr>
              <a:xfrm>
                <a:off x="7269504" y="3067995"/>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77" name="Google Shape;493;p35">
                <a:extLst>
                  <a:ext uri="{FF2B5EF4-FFF2-40B4-BE49-F238E27FC236}">
                    <a16:creationId xmlns:a16="http://schemas.microsoft.com/office/drawing/2014/main" id="{629385B6-DAC3-2978-7D70-67F889F71811}"/>
                  </a:ext>
                </a:extLst>
              </p:cNvPr>
              <p:cNvSpPr/>
              <p:nvPr/>
            </p:nvSpPr>
            <p:spPr>
              <a:xfrm>
                <a:off x="7226665" y="3162243"/>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grpSp>
        <p:grpSp>
          <p:nvGrpSpPr>
            <p:cNvPr id="66" name="Google Shape;494;p35">
              <a:extLst>
                <a:ext uri="{FF2B5EF4-FFF2-40B4-BE49-F238E27FC236}">
                  <a16:creationId xmlns:a16="http://schemas.microsoft.com/office/drawing/2014/main" id="{47CCF123-EC7D-E6A8-3735-1D531B70D899}"/>
                </a:ext>
              </a:extLst>
            </p:cNvPr>
            <p:cNvGrpSpPr/>
            <p:nvPr/>
          </p:nvGrpSpPr>
          <p:grpSpPr>
            <a:xfrm>
              <a:off x="6941066" y="3067995"/>
              <a:ext cx="171359" cy="161839"/>
              <a:chOff x="6941066" y="3067995"/>
              <a:chExt cx="171359" cy="161839"/>
            </a:xfrm>
            <a:grpFill/>
          </p:grpSpPr>
          <p:sp>
            <p:nvSpPr>
              <p:cNvPr id="74" name="Google Shape;495;p35">
                <a:extLst>
                  <a:ext uri="{FF2B5EF4-FFF2-40B4-BE49-F238E27FC236}">
                    <a16:creationId xmlns:a16="http://schemas.microsoft.com/office/drawing/2014/main" id="{94AE784F-2AC6-F47B-2CF0-1884FB09A0F7}"/>
                  </a:ext>
                </a:extLst>
              </p:cNvPr>
              <p:cNvSpPr/>
              <p:nvPr/>
            </p:nvSpPr>
            <p:spPr>
              <a:xfrm>
                <a:off x="6983906" y="3067995"/>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75" name="Google Shape;496;p35">
                <a:extLst>
                  <a:ext uri="{FF2B5EF4-FFF2-40B4-BE49-F238E27FC236}">
                    <a16:creationId xmlns:a16="http://schemas.microsoft.com/office/drawing/2014/main" id="{696558CB-46F9-D9D4-4377-0B5E62150EC5}"/>
                  </a:ext>
                </a:extLst>
              </p:cNvPr>
              <p:cNvSpPr/>
              <p:nvPr/>
            </p:nvSpPr>
            <p:spPr>
              <a:xfrm>
                <a:off x="6941066" y="3162243"/>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grpSp>
        <p:grpSp>
          <p:nvGrpSpPr>
            <p:cNvPr id="67" name="Google Shape;497;p35">
              <a:extLst>
                <a:ext uri="{FF2B5EF4-FFF2-40B4-BE49-F238E27FC236}">
                  <a16:creationId xmlns:a16="http://schemas.microsoft.com/office/drawing/2014/main" id="{DD526D72-9CE2-C4B1-8D77-3E2A7C78D8A3}"/>
                </a:ext>
              </a:extLst>
            </p:cNvPr>
            <p:cNvGrpSpPr/>
            <p:nvPr/>
          </p:nvGrpSpPr>
          <p:grpSpPr>
            <a:xfrm>
              <a:off x="7103153" y="2977080"/>
              <a:ext cx="132861" cy="96151"/>
              <a:chOff x="7103153" y="2977080"/>
              <a:chExt cx="132861" cy="96151"/>
            </a:xfrm>
            <a:grpFill/>
          </p:grpSpPr>
          <p:sp>
            <p:nvSpPr>
              <p:cNvPr id="71" name="Google Shape;498;p35">
                <a:extLst>
                  <a:ext uri="{FF2B5EF4-FFF2-40B4-BE49-F238E27FC236}">
                    <a16:creationId xmlns:a16="http://schemas.microsoft.com/office/drawing/2014/main" id="{9BBA41EA-8838-F261-4BBB-7CBF3CAF911B}"/>
                  </a:ext>
                </a:extLst>
              </p:cNvPr>
              <p:cNvSpPr/>
              <p:nvPr/>
            </p:nvSpPr>
            <p:spPr>
              <a:xfrm>
                <a:off x="7169069" y="2977080"/>
                <a:ext cx="951" cy="58071"/>
              </a:xfrm>
              <a:custGeom>
                <a:avLst/>
                <a:gdLst/>
                <a:ahLst/>
                <a:cxnLst/>
                <a:rect l="l" t="t" r="r" b="b"/>
                <a:pathLst>
                  <a:path w="951" h="58071" extrusionOk="0">
                    <a:moveTo>
                      <a:pt x="476" y="58072"/>
                    </a:moveTo>
                    <a:cubicBezTo>
                      <a:pt x="476" y="58072"/>
                      <a:pt x="0" y="57881"/>
                      <a:pt x="0" y="57596"/>
                    </a:cubicBezTo>
                    <a:lnTo>
                      <a:pt x="0" y="476"/>
                    </a:lnTo>
                    <a:cubicBezTo>
                      <a:pt x="0" y="476"/>
                      <a:pt x="190" y="0"/>
                      <a:pt x="476" y="0"/>
                    </a:cubicBezTo>
                    <a:cubicBezTo>
                      <a:pt x="761" y="0"/>
                      <a:pt x="952" y="190"/>
                      <a:pt x="952" y="476"/>
                    </a:cubicBezTo>
                    <a:lnTo>
                      <a:pt x="952" y="57596"/>
                    </a:lnTo>
                    <a:cubicBezTo>
                      <a:pt x="952" y="57596"/>
                      <a:pt x="761" y="58072"/>
                      <a:pt x="476" y="58072"/>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72" name="Google Shape;499;p35">
                <a:extLst>
                  <a:ext uri="{FF2B5EF4-FFF2-40B4-BE49-F238E27FC236}">
                    <a16:creationId xmlns:a16="http://schemas.microsoft.com/office/drawing/2014/main" id="{8563EF88-82BA-AD5E-B47A-17D8E8C54774}"/>
                  </a:ext>
                </a:extLst>
              </p:cNvPr>
              <p:cNvSpPr/>
              <p:nvPr/>
            </p:nvSpPr>
            <p:spPr>
              <a:xfrm>
                <a:off x="7169145" y="3034257"/>
                <a:ext cx="66869" cy="38973"/>
              </a:xfrm>
              <a:custGeom>
                <a:avLst/>
                <a:gdLst/>
                <a:ahLst/>
                <a:cxnLst/>
                <a:rect l="l" t="t" r="r" b="b"/>
                <a:pathLst>
                  <a:path w="66869" h="38973" extrusionOk="0">
                    <a:moveTo>
                      <a:pt x="66373" y="38974"/>
                    </a:moveTo>
                    <a:cubicBezTo>
                      <a:pt x="66373" y="38974"/>
                      <a:pt x="66183" y="38974"/>
                      <a:pt x="66183" y="38974"/>
                    </a:cubicBezTo>
                    <a:lnTo>
                      <a:pt x="210" y="894"/>
                    </a:lnTo>
                    <a:cubicBezTo>
                      <a:pt x="210" y="894"/>
                      <a:pt x="-76" y="513"/>
                      <a:pt x="19" y="228"/>
                    </a:cubicBezTo>
                    <a:cubicBezTo>
                      <a:pt x="115" y="37"/>
                      <a:pt x="400" y="-58"/>
                      <a:pt x="686" y="37"/>
                    </a:cubicBezTo>
                    <a:lnTo>
                      <a:pt x="66659" y="38117"/>
                    </a:lnTo>
                    <a:cubicBezTo>
                      <a:pt x="66659" y="38117"/>
                      <a:pt x="66945" y="38498"/>
                      <a:pt x="66850" y="38784"/>
                    </a:cubicBezTo>
                    <a:cubicBezTo>
                      <a:pt x="66850" y="38974"/>
                      <a:pt x="66564" y="38974"/>
                      <a:pt x="66469" y="38974"/>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73" name="Google Shape;500;p35">
                <a:extLst>
                  <a:ext uri="{FF2B5EF4-FFF2-40B4-BE49-F238E27FC236}">
                    <a16:creationId xmlns:a16="http://schemas.microsoft.com/office/drawing/2014/main" id="{8566086B-9701-8212-1039-E93D73A1CC12}"/>
                  </a:ext>
                </a:extLst>
              </p:cNvPr>
              <p:cNvSpPr/>
              <p:nvPr/>
            </p:nvSpPr>
            <p:spPr>
              <a:xfrm>
                <a:off x="7103153" y="3034295"/>
                <a:ext cx="66904" cy="38936"/>
              </a:xfrm>
              <a:custGeom>
                <a:avLst/>
                <a:gdLst/>
                <a:ahLst/>
                <a:cxnLst/>
                <a:rect l="l" t="t" r="r" b="b"/>
                <a:pathLst>
                  <a:path w="66904" h="38936" extrusionOk="0">
                    <a:moveTo>
                      <a:pt x="418" y="38937"/>
                    </a:moveTo>
                    <a:cubicBezTo>
                      <a:pt x="418" y="38937"/>
                      <a:pt x="133" y="38937"/>
                      <a:pt x="37" y="38746"/>
                    </a:cubicBezTo>
                    <a:cubicBezTo>
                      <a:pt x="-58" y="38556"/>
                      <a:pt x="37" y="38270"/>
                      <a:pt x="228" y="38080"/>
                    </a:cubicBezTo>
                    <a:lnTo>
                      <a:pt x="66201" y="0"/>
                    </a:lnTo>
                    <a:cubicBezTo>
                      <a:pt x="66201" y="0"/>
                      <a:pt x="66677" y="0"/>
                      <a:pt x="66867" y="190"/>
                    </a:cubicBezTo>
                    <a:cubicBezTo>
                      <a:pt x="66963" y="381"/>
                      <a:pt x="66867" y="666"/>
                      <a:pt x="66677" y="857"/>
                    </a:cubicBezTo>
                    <a:lnTo>
                      <a:pt x="704" y="38937"/>
                    </a:lnTo>
                    <a:cubicBezTo>
                      <a:pt x="704" y="38937"/>
                      <a:pt x="513" y="38937"/>
                      <a:pt x="513" y="38937"/>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grpSp>
        <p:grpSp>
          <p:nvGrpSpPr>
            <p:cNvPr id="68" name="Google Shape;501;p35">
              <a:extLst>
                <a:ext uri="{FF2B5EF4-FFF2-40B4-BE49-F238E27FC236}">
                  <a16:creationId xmlns:a16="http://schemas.microsoft.com/office/drawing/2014/main" id="{ABBE47FD-7684-3AF1-856F-F5CBC3E5134D}"/>
                </a:ext>
              </a:extLst>
            </p:cNvPr>
            <p:cNvGrpSpPr/>
            <p:nvPr/>
          </p:nvGrpSpPr>
          <p:grpSpPr>
            <a:xfrm>
              <a:off x="7083865" y="2777637"/>
              <a:ext cx="171359" cy="161838"/>
              <a:chOff x="7083865" y="2777637"/>
              <a:chExt cx="171359" cy="161838"/>
            </a:xfrm>
            <a:grpFill/>
          </p:grpSpPr>
          <p:sp>
            <p:nvSpPr>
              <p:cNvPr id="69" name="Google Shape;502;p35">
                <a:extLst>
                  <a:ext uri="{FF2B5EF4-FFF2-40B4-BE49-F238E27FC236}">
                    <a16:creationId xmlns:a16="http://schemas.microsoft.com/office/drawing/2014/main" id="{B836897D-6942-0AB2-4394-F8D1A4B4507F}"/>
                  </a:ext>
                </a:extLst>
              </p:cNvPr>
              <p:cNvSpPr/>
              <p:nvPr/>
            </p:nvSpPr>
            <p:spPr>
              <a:xfrm>
                <a:off x="7126705" y="2777637"/>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70" name="Google Shape;503;p35">
                <a:extLst>
                  <a:ext uri="{FF2B5EF4-FFF2-40B4-BE49-F238E27FC236}">
                    <a16:creationId xmlns:a16="http://schemas.microsoft.com/office/drawing/2014/main" id="{338A64FE-54B4-DD1D-91E1-FCA89457E35C}"/>
                  </a:ext>
                </a:extLst>
              </p:cNvPr>
              <p:cNvSpPr/>
              <p:nvPr/>
            </p:nvSpPr>
            <p:spPr>
              <a:xfrm>
                <a:off x="7083865" y="2871884"/>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rgbClr val="FF161F"/>
                </a:solidFill>
                <a:prstDash val="solid"/>
                <a:round/>
                <a:headEnd type="none" w="sm" len="sm"/>
                <a:tailEnd type="none" w="sm" len="sm"/>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grpSp>
      </p:grpSp>
      <p:sp>
        <p:nvSpPr>
          <p:cNvPr id="78" name="Espaço Reservado para Texto 1">
            <a:extLst>
              <a:ext uri="{FF2B5EF4-FFF2-40B4-BE49-F238E27FC236}">
                <a16:creationId xmlns:a16="http://schemas.microsoft.com/office/drawing/2014/main" id="{8C542270-0B92-BBC6-C444-007BA62F34F6}"/>
              </a:ext>
            </a:extLst>
          </p:cNvPr>
          <p:cNvSpPr txBox="1">
            <a:spLocks/>
          </p:cNvSpPr>
          <p:nvPr/>
        </p:nvSpPr>
        <p:spPr>
          <a:xfrm>
            <a:off x="3259251" y="5548117"/>
            <a:ext cx="8003357" cy="45402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304815" marR="0" lvl="0" indent="-152408" algn="l" rtl="0">
              <a:lnSpc>
                <a:spcPct val="100000"/>
              </a:lnSpc>
              <a:spcBef>
                <a:spcPts val="253"/>
              </a:spcBef>
              <a:spcAft>
                <a:spcPts val="0"/>
              </a:spcAft>
              <a:buClr>
                <a:schemeClr val="dk1"/>
              </a:buClr>
              <a:buSzPts val="1900"/>
              <a:buFont typeface="Poppins"/>
              <a:buNone/>
              <a:defRPr sz="1267" b="0" i="0" u="none" strike="noStrike" cap="none">
                <a:solidFill>
                  <a:schemeClr val="dk1"/>
                </a:solidFill>
                <a:latin typeface="Poppins" pitchFamily="2" charset="77"/>
                <a:ea typeface="Poppins" pitchFamily="2" charset="77"/>
                <a:cs typeface="Poppins" pitchFamily="2" charset="77"/>
                <a:sym typeface="Poppins Light"/>
              </a:defRPr>
            </a:lvl1pPr>
            <a:lvl2pPr marL="609630" marR="0" lvl="1" indent="-270947"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914446" marR="0" lvl="2" indent="-254013"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219261" marR="0" lvl="3"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1524076" marR="0" lvl="4"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1828891" marR="0" lvl="5"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2133707" marR="0" lvl="6"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2438522" marR="0" lvl="7"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2743337" marR="0" lvl="8" indent="-237079"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pPr marL="0" indent="0">
              <a:lnSpc>
                <a:spcPct val="150000"/>
              </a:lnSpc>
              <a:spcBef>
                <a:spcPts val="347"/>
              </a:spcBef>
            </a:pPr>
            <a:r>
              <a:rPr lang="pt-BR" sz="1800" dirty="0">
                <a:latin typeface="Poppins"/>
                <a:cs typeface="Poppins"/>
              </a:rPr>
              <a:t>Ao finalizar, compartilhem conforme as orientações do professor. </a:t>
            </a:r>
            <a:endParaRPr lang="en-US" sz="1800" dirty="0"/>
          </a:p>
        </p:txBody>
      </p:sp>
    </p:spTree>
    <p:extLst>
      <p:ext uri="{BB962C8B-B14F-4D97-AF65-F5344CB8AC3E}">
        <p14:creationId xmlns:p14="http://schemas.microsoft.com/office/powerpoint/2010/main" val="28943272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25">
          <a:extLst>
            <a:ext uri="{FF2B5EF4-FFF2-40B4-BE49-F238E27FC236}">
              <a16:creationId xmlns:a16="http://schemas.microsoft.com/office/drawing/2014/main" id="{00F765D8-99DE-2A83-E736-0AFC49BC4DA2}"/>
            </a:ext>
          </a:extLst>
        </p:cNvPr>
        <p:cNvGrpSpPr/>
        <p:nvPr/>
      </p:nvGrpSpPr>
      <p:grpSpPr>
        <a:xfrm>
          <a:off x="0" y="0"/>
          <a:ext cx="0" cy="0"/>
          <a:chOff x="0" y="0"/>
          <a:chExt cx="0" cy="0"/>
        </a:xfrm>
      </p:grpSpPr>
      <p:sp>
        <p:nvSpPr>
          <p:cNvPr id="6" name="Espaço Reservado para Texto 5">
            <a:extLst>
              <a:ext uri="{FF2B5EF4-FFF2-40B4-BE49-F238E27FC236}">
                <a16:creationId xmlns:a16="http://schemas.microsoft.com/office/drawing/2014/main" id="{F961B4F0-12EC-E2F2-C0DD-1EBE393A91A4}"/>
              </a:ext>
            </a:extLst>
          </p:cNvPr>
          <p:cNvSpPr>
            <a:spLocks noGrp="1"/>
          </p:cNvSpPr>
          <p:nvPr>
            <p:ph type="body" idx="2"/>
          </p:nvPr>
        </p:nvSpPr>
        <p:spPr>
          <a:xfrm>
            <a:off x="4867933" y="1587970"/>
            <a:ext cx="6682383" cy="810067"/>
          </a:xfrm>
          <a:noFill/>
          <a:ln>
            <a:noFill/>
          </a:ln>
        </p:spPr>
        <p:txBody>
          <a:bodyPr spcFirstLastPara="1" wrap="square" lIns="91425" tIns="45700" rIns="91425" bIns="45700" anchor="t" anchorCtr="0">
            <a:noAutofit/>
          </a:bodyPr>
          <a:lstStyle/>
          <a:p>
            <a:pPr marL="0" indent="0">
              <a:spcBef>
                <a:spcPts val="0"/>
              </a:spcBef>
              <a:spcAft>
                <a:spcPts val="600"/>
              </a:spcAft>
            </a:pPr>
            <a:r>
              <a:rPr lang="pt-BR" sz="1800" dirty="0">
                <a:latin typeface="Poppins"/>
                <a:cs typeface="Poppins"/>
              </a:rPr>
              <a:t>Compreendemos que o desempenho do computador depende da combinação entre hardware (CPU, memória RAM e disco), sistema operacional e hábitos de uso do usuário.</a:t>
            </a:r>
          </a:p>
        </p:txBody>
      </p:sp>
      <p:sp>
        <p:nvSpPr>
          <p:cNvPr id="7" name="Espaço Reservado para Texto 6">
            <a:extLst>
              <a:ext uri="{FF2B5EF4-FFF2-40B4-BE49-F238E27FC236}">
                <a16:creationId xmlns:a16="http://schemas.microsoft.com/office/drawing/2014/main" id="{5C1AB578-B64F-815F-9CC9-04A9D46F2868}"/>
              </a:ext>
            </a:extLst>
          </p:cNvPr>
          <p:cNvSpPr>
            <a:spLocks noGrp="1"/>
          </p:cNvSpPr>
          <p:nvPr>
            <p:ph type="body" idx="3"/>
          </p:nvPr>
        </p:nvSpPr>
        <p:spPr>
          <a:xfrm>
            <a:off x="4867933" y="2966629"/>
            <a:ext cx="7097088" cy="829796"/>
          </a:xfrm>
          <a:noFill/>
          <a:ln>
            <a:noFill/>
          </a:ln>
        </p:spPr>
        <p:txBody>
          <a:bodyPr spcFirstLastPara="1" wrap="square" lIns="91425" tIns="45700" rIns="91425" bIns="45700" anchor="t" anchorCtr="0">
            <a:noAutofit/>
          </a:bodyPr>
          <a:lstStyle/>
          <a:p>
            <a:pPr marL="0" indent="0">
              <a:spcBef>
                <a:spcPts val="0"/>
              </a:spcBef>
              <a:spcAft>
                <a:spcPts val="600"/>
              </a:spcAft>
            </a:pPr>
            <a:r>
              <a:rPr lang="pt-BR" sz="1800" dirty="0">
                <a:latin typeface="Poppins"/>
                <a:cs typeface="Poppins"/>
              </a:rPr>
              <a:t>Identificamos que aplicativos leves e </a:t>
            </a:r>
            <a:r>
              <a:rPr lang="pt-BR" sz="1800" dirty="0" err="1">
                <a:latin typeface="Poppins"/>
                <a:cs typeface="Poppins"/>
              </a:rPr>
              <a:t>PWAs</a:t>
            </a:r>
            <a:r>
              <a:rPr lang="pt-BR" sz="1800" dirty="0">
                <a:latin typeface="Poppins"/>
                <a:cs typeface="Poppins"/>
              </a:rPr>
              <a:t> (aplicações web progressivas) reduzem o consumo de recursos, aumentam a velocidade e melhoram o desempenho geral do sistema.</a:t>
            </a:r>
          </a:p>
        </p:txBody>
      </p:sp>
      <p:sp>
        <p:nvSpPr>
          <p:cNvPr id="8" name="Espaço Reservado para Texto 7">
            <a:extLst>
              <a:ext uri="{FF2B5EF4-FFF2-40B4-BE49-F238E27FC236}">
                <a16:creationId xmlns:a16="http://schemas.microsoft.com/office/drawing/2014/main" id="{FE1B0984-4E19-7545-B025-4C4C1638EDB1}"/>
              </a:ext>
            </a:extLst>
          </p:cNvPr>
          <p:cNvSpPr>
            <a:spLocks noGrp="1"/>
          </p:cNvSpPr>
          <p:nvPr>
            <p:ph type="body" idx="4"/>
          </p:nvPr>
        </p:nvSpPr>
        <p:spPr>
          <a:xfrm>
            <a:off x="4867933" y="4084117"/>
            <a:ext cx="7097088" cy="926858"/>
          </a:xfrm>
          <a:noFill/>
          <a:ln>
            <a:noFill/>
          </a:ln>
        </p:spPr>
        <p:txBody>
          <a:bodyPr spcFirstLastPara="1" wrap="square" lIns="91425" tIns="45700" rIns="91425" bIns="45700" anchor="t" anchorCtr="0">
            <a:noAutofit/>
          </a:bodyPr>
          <a:lstStyle/>
          <a:p>
            <a:pPr marL="0" indent="0">
              <a:spcBef>
                <a:spcPts val="0"/>
              </a:spcBef>
              <a:spcAft>
                <a:spcPts val="600"/>
              </a:spcAft>
            </a:pPr>
            <a:r>
              <a:rPr lang="pt-BR" sz="1800" dirty="0">
                <a:latin typeface="Poppins"/>
                <a:cs typeface="Poppins"/>
              </a:rPr>
              <a:t>Aprendemos que realizar limpezas de disco com segurança libera espaço, evita travamentos e mantém o sistema funcionando de forma mais rápida e eficiente.</a:t>
            </a:r>
          </a:p>
        </p:txBody>
      </p:sp>
      <p:sp>
        <p:nvSpPr>
          <p:cNvPr id="3" name="Google Shape;741;p22">
            <a:extLst>
              <a:ext uri="{FF2B5EF4-FFF2-40B4-BE49-F238E27FC236}">
                <a16:creationId xmlns:a16="http://schemas.microsoft.com/office/drawing/2014/main" id="{99EAAB3A-500F-3303-113F-2DE38B40643E}"/>
              </a:ext>
            </a:extLst>
          </p:cNvPr>
          <p:cNvSpPr txBox="1">
            <a:spLocks/>
          </p:cNvSpPr>
          <p:nvPr/>
        </p:nvSpPr>
        <p:spPr>
          <a:xfrm>
            <a:off x="4676921" y="734021"/>
            <a:ext cx="5440600" cy="561379"/>
          </a:xfrm>
          <a:prstGeom prst="rect">
            <a:avLst/>
          </a:prstGeom>
          <a:noFill/>
          <a:ln>
            <a:noFill/>
          </a:ln>
        </p:spPr>
        <p:txBody>
          <a:bodyPr spcFirstLastPara="1" wrap="square" lIns="60950" tIns="30467" rIns="60950" bIns="30467"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04815" indent="-152408">
              <a:spcBef>
                <a:spcPts val="600"/>
              </a:spcBef>
              <a:buClr>
                <a:schemeClr val="dk1"/>
              </a:buClr>
              <a:buSzPts val="4500"/>
            </a:pPr>
            <a:r>
              <a:rPr lang="pt-BR" sz="3200" b="1" dirty="0">
                <a:solidFill>
                  <a:srgbClr val="FF161F"/>
                </a:solidFill>
                <a:latin typeface="Poppins"/>
                <a:ea typeface="Poppins"/>
                <a:cs typeface="Poppins"/>
                <a:sym typeface="Poppins"/>
              </a:rPr>
              <a:t>Então ficamos assim...</a:t>
            </a:r>
          </a:p>
        </p:txBody>
      </p:sp>
    </p:spTree>
    <p:extLst>
      <p:ext uri="{BB962C8B-B14F-4D97-AF65-F5344CB8AC3E}">
        <p14:creationId xmlns:p14="http://schemas.microsoft.com/office/powerpoint/2010/main" val="822114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3" name="Google Shape;721;p53">
            <a:extLst>
              <a:ext uri="{FF2B5EF4-FFF2-40B4-BE49-F238E27FC236}">
                <a16:creationId xmlns:a16="http://schemas.microsoft.com/office/drawing/2014/main" id="{622C50B5-A2EB-20D7-6B76-58DB77432541}"/>
              </a:ext>
            </a:extLst>
          </p:cNvPr>
          <p:cNvSpPr txBox="1">
            <a:spLocks noGrp="1"/>
          </p:cNvSpPr>
          <p:nvPr>
            <p:ph type="body" idx="1"/>
          </p:nvPr>
        </p:nvSpPr>
        <p:spPr>
          <a:xfrm>
            <a:off x="5570529" y="1316883"/>
            <a:ext cx="6033878" cy="2593636"/>
          </a:xfrm>
          <a:prstGeom prst="rect">
            <a:avLst/>
          </a:prstGeom>
          <a:noFill/>
          <a:ln>
            <a:noFill/>
          </a:ln>
        </p:spPr>
        <p:txBody>
          <a:bodyPr spcFirstLastPara="1" wrap="square" lIns="60950" tIns="30467" rIns="60950" bIns="30467" anchor="t" anchorCtr="0">
            <a:noAutofit/>
          </a:bodyPr>
          <a:lstStyle/>
          <a:p>
            <a:pPr marL="0" indent="0">
              <a:spcBef>
                <a:spcPts val="0"/>
              </a:spcBef>
              <a:spcAft>
                <a:spcPts val="1200"/>
              </a:spcAft>
            </a:pPr>
            <a:r>
              <a:rPr lang="pt-BR" sz="1800" b="1" dirty="0"/>
              <a:t>Aprenda ajustes que podem melhorar o desempenho da máquina e deixar tudo mais ágil para suas tarefas.</a:t>
            </a:r>
          </a:p>
          <a:p>
            <a:pPr marL="0" indent="0">
              <a:spcBef>
                <a:spcPts val="0"/>
              </a:spcBef>
              <a:spcAft>
                <a:spcPts val="1200"/>
              </a:spcAft>
            </a:pPr>
            <a:r>
              <a:rPr lang="pt-BR" sz="1800" dirty="0">
                <a:latin typeface="Poppins"/>
                <a:cs typeface="Poppins"/>
              </a:rPr>
              <a:t>GARCIA GAMES. Como otimizar e deixar seu PC mais rápido em 2025! YouTube, 6 ago. 2024. Disponível em: </a:t>
            </a:r>
            <a:r>
              <a:rPr lang="pt-BR" sz="1800" dirty="0">
                <a:latin typeface="Poppins"/>
                <a:cs typeface="Poppins"/>
                <a:hlinkClick r:id="rId3"/>
              </a:rPr>
              <a:t>https://www.youtube.com/watch?v=406vWzT6_Y8</a:t>
            </a:r>
            <a:r>
              <a:rPr lang="pt-BR" sz="1800" dirty="0">
                <a:latin typeface="Poppins"/>
                <a:cs typeface="Poppins"/>
              </a:rPr>
              <a:t>. Acesso em: 11 out. 2025. </a:t>
            </a:r>
            <a:endParaRPr lang="pt-BR" sz="1800" b="1" dirty="0"/>
          </a:p>
          <a:p>
            <a:pPr marL="0" indent="0">
              <a:spcBef>
                <a:spcPts val="0"/>
              </a:spcBef>
              <a:spcAft>
                <a:spcPts val="1200"/>
              </a:spcAft>
            </a:pPr>
            <a:endParaRPr lang="pt-BR" sz="1800" dirty="0"/>
          </a:p>
          <a:p>
            <a:pPr marL="0" indent="0" algn="just">
              <a:spcBef>
                <a:spcPts val="0"/>
              </a:spcBef>
              <a:spcAft>
                <a:spcPts val="1200"/>
              </a:spcAft>
              <a:buClr>
                <a:schemeClr val="lt1"/>
              </a:buClr>
            </a:pPr>
            <a:endParaRPr lang="pt-BR" sz="1800" b="1" dirty="0">
              <a:cs typeface="Poppins"/>
            </a:endParaRPr>
          </a:p>
        </p:txBody>
      </p:sp>
      <p:sp>
        <p:nvSpPr>
          <p:cNvPr id="2" name="Google Shape;145;p12">
            <a:extLst>
              <a:ext uri="{FF2B5EF4-FFF2-40B4-BE49-F238E27FC236}">
                <a16:creationId xmlns:a16="http://schemas.microsoft.com/office/drawing/2014/main" id="{8AFD5CF4-520D-C05E-0436-E4E65A8A0785}"/>
              </a:ext>
            </a:extLst>
          </p:cNvPr>
          <p:cNvSpPr txBox="1"/>
          <p:nvPr/>
        </p:nvSpPr>
        <p:spPr>
          <a:xfrm>
            <a:off x="1024125" y="1786467"/>
            <a:ext cx="3183000" cy="615553"/>
          </a:xfrm>
          <a:prstGeom prst="rect">
            <a:avLst/>
          </a:prstGeom>
          <a:noFill/>
          <a:ln>
            <a:noFill/>
          </a:ln>
        </p:spPr>
        <p:txBody>
          <a:bodyPr spcFirstLastPara="1" wrap="square" lIns="0" tIns="0" rIns="0" bIns="0" anchor="t" anchorCtr="0">
            <a:spAutoFit/>
          </a:bodyPr>
          <a:lstStyle/>
          <a:p>
            <a:pPr>
              <a:buSzPts val="6000"/>
            </a:pPr>
            <a:r>
              <a:rPr lang="pt-BR" sz="4000" b="1">
                <a:solidFill>
                  <a:schemeClr val="bg1"/>
                </a:solidFill>
                <a:latin typeface="Poppins"/>
                <a:ea typeface="Poppins"/>
                <a:cs typeface="Poppins"/>
                <a:sym typeface="Poppins"/>
              </a:rPr>
              <a:t>Saiba mais</a:t>
            </a:r>
            <a:endParaRPr lang="pt-BR" sz="4000">
              <a:solidFill>
                <a:schemeClr val="bg1"/>
              </a:solidFill>
              <a:latin typeface="Poppins Light"/>
              <a:ea typeface="Poppins Light"/>
              <a:cs typeface="Poppins Light"/>
              <a:sym typeface="Poppins Light"/>
            </a:endParaRPr>
          </a:p>
        </p:txBody>
      </p:sp>
    </p:spTree>
    <p:extLst>
      <p:ext uri="{BB962C8B-B14F-4D97-AF65-F5344CB8AC3E}">
        <p14:creationId xmlns:p14="http://schemas.microsoft.com/office/powerpoint/2010/main" val="3819781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ço Reservado para Texto 4">
            <a:extLst>
              <a:ext uri="{FF2B5EF4-FFF2-40B4-BE49-F238E27FC236}">
                <a16:creationId xmlns:a16="http://schemas.microsoft.com/office/drawing/2014/main" id="{8EBC85C5-77F6-F20E-4BAA-944F2D7BD9F7}"/>
              </a:ext>
            </a:extLst>
          </p:cNvPr>
          <p:cNvSpPr>
            <a:spLocks noGrp="1"/>
          </p:cNvSpPr>
          <p:nvPr>
            <p:ph type="body" idx="5"/>
          </p:nvPr>
        </p:nvSpPr>
        <p:spPr>
          <a:xfrm>
            <a:off x="1380955" y="1864139"/>
            <a:ext cx="10037838" cy="2309238"/>
          </a:xfrm>
        </p:spPr>
        <p:txBody>
          <a:bodyPr>
            <a:noAutofit/>
          </a:bodyPr>
          <a:lstStyle/>
          <a:p>
            <a:pPr>
              <a:spcBef>
                <a:spcPts val="0"/>
              </a:spcBef>
              <a:spcAft>
                <a:spcPts val="1200"/>
              </a:spcAft>
            </a:pPr>
            <a:r>
              <a:rPr lang="pt-BR" b="0" i="0" u="none" strike="noStrike" dirty="0">
                <a:solidFill>
                  <a:srgbClr val="000000"/>
                </a:solidFill>
                <a:effectLst/>
                <a:latin typeface="Poppins" panose="00000500000000000000" pitchFamily="2" charset="0"/>
                <a:cs typeface="Poppins" panose="00000500000000000000" pitchFamily="2" charset="0"/>
              </a:rPr>
              <a:t>BROOKSHEAR, J. G. </a:t>
            </a:r>
            <a:r>
              <a:rPr lang="pt-BR" b="1" i="0" u="none" strike="noStrike" dirty="0">
                <a:solidFill>
                  <a:srgbClr val="000000"/>
                </a:solidFill>
                <a:effectLst/>
                <a:latin typeface="Poppins" panose="00000500000000000000" pitchFamily="2" charset="0"/>
                <a:cs typeface="Poppins" panose="00000500000000000000" pitchFamily="2" charset="0"/>
              </a:rPr>
              <a:t>Ciência da Computação</a:t>
            </a:r>
            <a:r>
              <a:rPr lang="pt-BR" i="0" u="none" strike="noStrike" dirty="0">
                <a:solidFill>
                  <a:srgbClr val="000000"/>
                </a:solidFill>
                <a:effectLst/>
                <a:latin typeface="Poppins" panose="00000500000000000000" pitchFamily="2" charset="0"/>
                <a:cs typeface="Poppins" panose="00000500000000000000" pitchFamily="2" charset="0"/>
              </a:rPr>
              <a:t>: uma visão abrangente</a:t>
            </a:r>
            <a:r>
              <a:rPr lang="pt-BR" b="0" i="0" u="none" strike="noStrike" dirty="0">
                <a:solidFill>
                  <a:srgbClr val="000000"/>
                </a:solidFill>
                <a:effectLst/>
                <a:latin typeface="Poppins" panose="00000500000000000000" pitchFamily="2" charset="0"/>
                <a:cs typeface="Poppins" panose="00000500000000000000" pitchFamily="2" charset="0"/>
              </a:rPr>
              <a:t>. Porto Alegre: Bookman, 2013.</a:t>
            </a:r>
            <a:r>
              <a:rPr lang="pt-BR" dirty="0">
                <a:solidFill>
                  <a:srgbClr val="000000"/>
                </a:solidFill>
                <a:latin typeface="Poppins" panose="00000500000000000000" pitchFamily="2" charset="0"/>
                <a:cs typeface="Poppins" panose="00000500000000000000" pitchFamily="2" charset="0"/>
              </a:rPr>
              <a:t> </a:t>
            </a:r>
            <a:endParaRPr lang="pt-BR" dirty="0">
              <a:latin typeface="Poppins" panose="00000500000000000000" pitchFamily="2" charset="0"/>
              <a:cs typeface="Poppins" panose="00000500000000000000" pitchFamily="2" charset="0"/>
            </a:endParaRPr>
          </a:p>
          <a:p>
            <a:pPr>
              <a:spcBef>
                <a:spcPts val="0"/>
              </a:spcBef>
              <a:spcAft>
                <a:spcPts val="1200"/>
              </a:spcAft>
            </a:pPr>
            <a:r>
              <a:rPr lang="pt-BR" b="0" i="0" u="none" strike="noStrike" dirty="0">
                <a:solidFill>
                  <a:srgbClr val="000000"/>
                </a:solidFill>
                <a:effectLst/>
                <a:latin typeface="Poppins" panose="00000500000000000000" pitchFamily="2" charset="0"/>
                <a:cs typeface="Poppins" panose="00000500000000000000" pitchFamily="2" charset="0"/>
              </a:rPr>
              <a:t>MONTEIRO, M. A. </a:t>
            </a:r>
            <a:r>
              <a:rPr lang="pt-BR" b="1" i="0" u="none" strike="noStrike" dirty="0">
                <a:solidFill>
                  <a:srgbClr val="000000"/>
                </a:solidFill>
                <a:effectLst/>
                <a:latin typeface="Poppins" panose="00000500000000000000" pitchFamily="2" charset="0"/>
                <a:cs typeface="Poppins" panose="00000500000000000000" pitchFamily="2" charset="0"/>
              </a:rPr>
              <a:t>Introdução à </a:t>
            </a:r>
            <a:r>
              <a:rPr lang="pt-BR" b="1" dirty="0">
                <a:solidFill>
                  <a:srgbClr val="000000"/>
                </a:solidFill>
                <a:latin typeface="Poppins" panose="00000500000000000000" pitchFamily="2" charset="0"/>
                <a:cs typeface="Poppins" panose="00000500000000000000" pitchFamily="2" charset="0"/>
              </a:rPr>
              <a:t>organização </a:t>
            </a:r>
            <a:r>
              <a:rPr lang="pt-BR" b="1" i="0" u="none" strike="noStrike" dirty="0">
                <a:solidFill>
                  <a:srgbClr val="000000"/>
                </a:solidFill>
                <a:effectLst/>
                <a:latin typeface="Poppins" panose="00000500000000000000" pitchFamily="2" charset="0"/>
                <a:cs typeface="Poppins" panose="00000500000000000000" pitchFamily="2" charset="0"/>
              </a:rPr>
              <a:t>de </a:t>
            </a:r>
            <a:r>
              <a:rPr lang="pt-BR" b="1" dirty="0">
                <a:solidFill>
                  <a:srgbClr val="000000"/>
                </a:solidFill>
                <a:latin typeface="Poppins" panose="00000500000000000000" pitchFamily="2" charset="0"/>
                <a:cs typeface="Poppins" panose="00000500000000000000" pitchFamily="2" charset="0"/>
              </a:rPr>
              <a:t>computadores</a:t>
            </a:r>
            <a:r>
              <a:rPr lang="pt-BR" b="0" i="0" u="none" strike="noStrike" dirty="0">
                <a:solidFill>
                  <a:srgbClr val="000000"/>
                </a:solidFill>
                <a:effectLst/>
                <a:latin typeface="Poppins" panose="00000500000000000000" pitchFamily="2" charset="0"/>
                <a:cs typeface="Poppins" panose="00000500000000000000" pitchFamily="2" charset="0"/>
              </a:rPr>
              <a:t>. Rio de Janeiro: LTC, 2007.</a:t>
            </a:r>
            <a:r>
              <a:rPr lang="pt-BR" dirty="0">
                <a:solidFill>
                  <a:srgbClr val="000000"/>
                </a:solidFill>
                <a:latin typeface="Poppins" panose="00000500000000000000" pitchFamily="2" charset="0"/>
                <a:cs typeface="Poppins" panose="00000500000000000000" pitchFamily="2" charset="0"/>
              </a:rPr>
              <a:t> </a:t>
            </a:r>
            <a:endParaRPr lang="pt-BR" dirty="0">
              <a:latin typeface="Poppins" panose="00000500000000000000" pitchFamily="2" charset="0"/>
              <a:cs typeface="Poppins" panose="00000500000000000000" pitchFamily="2" charset="0"/>
            </a:endParaRPr>
          </a:p>
          <a:p>
            <a:pPr>
              <a:spcBef>
                <a:spcPts val="0"/>
              </a:spcBef>
              <a:spcAft>
                <a:spcPts val="1200"/>
              </a:spcAft>
            </a:pPr>
            <a:r>
              <a:rPr lang="pt-BR" b="0" i="0" u="none" strike="noStrike" dirty="0">
                <a:solidFill>
                  <a:srgbClr val="000000"/>
                </a:solidFill>
                <a:effectLst/>
                <a:latin typeface="Poppins" panose="00000500000000000000" pitchFamily="2" charset="0"/>
                <a:cs typeface="Poppins" panose="00000500000000000000" pitchFamily="2" charset="0"/>
              </a:rPr>
              <a:t>STALLINGS, W. </a:t>
            </a:r>
            <a:r>
              <a:rPr lang="pt-BR" b="1" i="0" u="none" strike="noStrike" dirty="0">
                <a:solidFill>
                  <a:srgbClr val="000000"/>
                </a:solidFill>
                <a:effectLst/>
                <a:latin typeface="Poppins" panose="00000500000000000000" pitchFamily="2" charset="0"/>
                <a:cs typeface="Poppins" panose="00000500000000000000" pitchFamily="2" charset="0"/>
              </a:rPr>
              <a:t>Arquitetura e </a:t>
            </a:r>
            <a:r>
              <a:rPr lang="pt-BR" b="1" dirty="0">
                <a:solidFill>
                  <a:srgbClr val="000000"/>
                </a:solidFill>
                <a:latin typeface="Poppins" panose="00000500000000000000" pitchFamily="2" charset="0"/>
                <a:cs typeface="Poppins" panose="00000500000000000000" pitchFamily="2" charset="0"/>
              </a:rPr>
              <a:t>organização </a:t>
            </a:r>
            <a:r>
              <a:rPr lang="pt-BR" b="1" i="0" u="none" strike="noStrike" dirty="0">
                <a:solidFill>
                  <a:srgbClr val="000000"/>
                </a:solidFill>
                <a:effectLst/>
                <a:latin typeface="Poppins" panose="00000500000000000000" pitchFamily="2" charset="0"/>
                <a:cs typeface="Poppins" panose="00000500000000000000" pitchFamily="2" charset="0"/>
              </a:rPr>
              <a:t>de </a:t>
            </a:r>
            <a:r>
              <a:rPr lang="pt-BR" b="1" dirty="0">
                <a:solidFill>
                  <a:srgbClr val="000000"/>
                </a:solidFill>
                <a:latin typeface="Poppins" panose="00000500000000000000" pitchFamily="2" charset="0"/>
                <a:cs typeface="Poppins" panose="00000500000000000000" pitchFamily="2" charset="0"/>
              </a:rPr>
              <a:t>computadores</a:t>
            </a:r>
            <a:r>
              <a:rPr lang="pt-BR" b="0" i="0" u="none" strike="noStrike" dirty="0">
                <a:solidFill>
                  <a:srgbClr val="000000"/>
                </a:solidFill>
                <a:effectLst/>
                <a:latin typeface="Poppins" panose="00000500000000000000" pitchFamily="2" charset="0"/>
                <a:cs typeface="Poppins" panose="00000500000000000000" pitchFamily="2" charset="0"/>
              </a:rPr>
              <a:t>. São Paulo: Pearson, 2017.</a:t>
            </a:r>
            <a:r>
              <a:rPr lang="pt-BR" dirty="0">
                <a:solidFill>
                  <a:srgbClr val="000000"/>
                </a:solidFill>
                <a:latin typeface="Poppins" panose="00000500000000000000" pitchFamily="2" charset="0"/>
                <a:cs typeface="Poppins" panose="00000500000000000000" pitchFamily="2" charset="0"/>
              </a:rPr>
              <a:t> </a:t>
            </a:r>
            <a:endParaRPr lang="pt-BR" dirty="0">
              <a:latin typeface="Poppins" panose="00000500000000000000" pitchFamily="2" charset="0"/>
              <a:cs typeface="Poppins" panose="00000500000000000000" pitchFamily="2" charset="0"/>
            </a:endParaRPr>
          </a:p>
          <a:p>
            <a:pPr>
              <a:spcBef>
                <a:spcPts val="0"/>
              </a:spcBef>
              <a:spcAft>
                <a:spcPts val="1200"/>
              </a:spcAft>
            </a:pPr>
            <a:r>
              <a:rPr lang="pt-BR" b="0" i="0" u="none" strike="noStrike" dirty="0">
                <a:solidFill>
                  <a:srgbClr val="000000"/>
                </a:solidFill>
                <a:effectLst/>
                <a:latin typeface="Poppins" panose="00000500000000000000" pitchFamily="2" charset="0"/>
                <a:cs typeface="Poppins" panose="00000500000000000000" pitchFamily="2" charset="0"/>
              </a:rPr>
              <a:t>TANENBAUM, A. S.; AUSTIN, T. </a:t>
            </a:r>
            <a:r>
              <a:rPr lang="pt-BR" b="1" i="0" u="none" strike="noStrike" dirty="0">
                <a:solidFill>
                  <a:srgbClr val="000000"/>
                </a:solidFill>
                <a:effectLst/>
                <a:latin typeface="Poppins" panose="00000500000000000000" pitchFamily="2" charset="0"/>
                <a:cs typeface="Poppins" panose="00000500000000000000" pitchFamily="2" charset="0"/>
              </a:rPr>
              <a:t>Organização </a:t>
            </a:r>
            <a:r>
              <a:rPr lang="pt-BR" b="1" dirty="0">
                <a:solidFill>
                  <a:srgbClr val="000000"/>
                </a:solidFill>
                <a:latin typeface="Poppins" panose="00000500000000000000" pitchFamily="2" charset="0"/>
                <a:cs typeface="Poppins" panose="00000500000000000000" pitchFamily="2" charset="0"/>
              </a:rPr>
              <a:t>estruturada </a:t>
            </a:r>
            <a:r>
              <a:rPr lang="pt-BR" b="1" i="0" u="none" strike="noStrike" dirty="0">
                <a:solidFill>
                  <a:srgbClr val="000000"/>
                </a:solidFill>
                <a:effectLst/>
                <a:latin typeface="Poppins" panose="00000500000000000000" pitchFamily="2" charset="0"/>
                <a:cs typeface="Poppins" panose="00000500000000000000" pitchFamily="2" charset="0"/>
              </a:rPr>
              <a:t>de </a:t>
            </a:r>
            <a:r>
              <a:rPr lang="pt-BR" b="1" dirty="0">
                <a:solidFill>
                  <a:srgbClr val="000000"/>
                </a:solidFill>
                <a:latin typeface="Poppins" panose="00000500000000000000" pitchFamily="2" charset="0"/>
                <a:cs typeface="Poppins" panose="00000500000000000000" pitchFamily="2" charset="0"/>
              </a:rPr>
              <a:t>computadores</a:t>
            </a:r>
            <a:r>
              <a:rPr lang="pt-BR" b="0" i="0" u="none" strike="noStrike" dirty="0">
                <a:solidFill>
                  <a:srgbClr val="000000"/>
                </a:solidFill>
                <a:effectLst/>
                <a:latin typeface="Poppins" panose="00000500000000000000" pitchFamily="2" charset="0"/>
                <a:cs typeface="Poppins" panose="00000500000000000000" pitchFamily="2" charset="0"/>
              </a:rPr>
              <a:t>. São Paulo: Pearson, 2013.</a:t>
            </a:r>
            <a:r>
              <a:rPr lang="pt-BR" dirty="0">
                <a:solidFill>
                  <a:srgbClr val="000000"/>
                </a:solidFill>
                <a:latin typeface="Poppins" panose="00000500000000000000" pitchFamily="2" charset="0"/>
                <a:cs typeface="Poppins" panose="00000500000000000000" pitchFamily="2" charset="0"/>
              </a:rPr>
              <a:t> </a:t>
            </a:r>
            <a:endParaRPr lang="pt-BR" dirty="0">
              <a:latin typeface="Poppins" panose="00000500000000000000" pitchFamily="2" charset="0"/>
              <a:cs typeface="Poppins" panose="00000500000000000000" pitchFamily="2" charset="0"/>
            </a:endParaRPr>
          </a:p>
          <a:p>
            <a:pPr>
              <a:spcBef>
                <a:spcPts val="0"/>
              </a:spcBef>
              <a:spcAft>
                <a:spcPts val="1200"/>
              </a:spcAft>
            </a:pPr>
            <a:r>
              <a:rPr lang="pt-BR" dirty="0">
                <a:latin typeface="Poppins" panose="00000500000000000000" pitchFamily="2" charset="0"/>
                <a:cs typeface="Poppins" panose="00000500000000000000" pitchFamily="2" charset="0"/>
              </a:rPr>
              <a:t>Identidade visual: Imagens © Getty Images</a:t>
            </a:r>
          </a:p>
        </p:txBody>
      </p:sp>
    </p:spTree>
    <p:extLst>
      <p:ext uri="{BB962C8B-B14F-4D97-AF65-F5344CB8AC3E}">
        <p14:creationId xmlns:p14="http://schemas.microsoft.com/office/powerpoint/2010/main" val="4044125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607507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1C9E069-F78E-D9E1-183A-710FD74B6E9F}"/>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7F9D547F-7690-B881-72B6-9CEF6B03D7B3}"/>
              </a:ext>
            </a:extLst>
          </p:cNvPr>
          <p:cNvSpPr/>
          <p:nvPr/>
        </p:nvSpPr>
        <p:spPr>
          <a:xfrm>
            <a:off x="0" y="785592"/>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a:p>
        </p:txBody>
      </p:sp>
      <p:cxnSp>
        <p:nvCxnSpPr>
          <p:cNvPr id="7" name="Conector Reto 6">
            <a:extLst>
              <a:ext uri="{FF2B5EF4-FFF2-40B4-BE49-F238E27FC236}">
                <a16:creationId xmlns:a16="http://schemas.microsoft.com/office/drawing/2014/main" id="{0F08ABF0-4D87-796C-C21F-A3A7174D0587}"/>
              </a:ext>
            </a:extLst>
          </p:cNvPr>
          <p:cNvCxnSpPr>
            <a:cxnSpLocks/>
          </p:cNvCxnSpPr>
          <p:nvPr/>
        </p:nvCxnSpPr>
        <p:spPr>
          <a:xfrm flipV="1">
            <a:off x="690880" y="1036320"/>
            <a:ext cx="0" cy="5316354"/>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4" name="CaixaDeTexto 3">
            <a:extLst>
              <a:ext uri="{FF2B5EF4-FFF2-40B4-BE49-F238E27FC236}">
                <a16:creationId xmlns:a16="http://schemas.microsoft.com/office/drawing/2014/main" id="{03E0B1B3-7DC0-C1FE-7124-C9D53D759E6E}"/>
              </a:ext>
            </a:extLst>
          </p:cNvPr>
          <p:cNvSpPr txBox="1"/>
          <p:nvPr/>
        </p:nvSpPr>
        <p:spPr>
          <a:xfrm>
            <a:off x="985520" y="1431050"/>
            <a:ext cx="10251440" cy="4804905"/>
          </a:xfrm>
          <a:prstGeom prst="rect">
            <a:avLst/>
          </a:prstGeom>
          <a:noFill/>
          <a:ln>
            <a:noFill/>
          </a:ln>
        </p:spPr>
        <p:txBody>
          <a:bodyPr wrap="square" lIns="60960" tIns="30480" rIns="60960" bIns="30480" anchor="t">
            <a:spAutoFit/>
          </a:bodyPr>
          <a:lstStyle/>
          <a:p>
            <a:pPr defTabSz="609630">
              <a:buClrTx/>
              <a:defRPr/>
            </a:pPr>
            <a:r>
              <a:rPr lang="pt-BR" sz="1000" b="1" dirty="0">
                <a:latin typeface="Poppins"/>
                <a:cs typeface="Poppins"/>
              </a:rPr>
              <a:t>Orientações: </a:t>
            </a:r>
            <a:r>
              <a:rPr lang="pt-BR" sz="1000" dirty="0">
                <a:latin typeface="Poppins" panose="00000500000000000000" pitchFamily="2" charset="0"/>
                <a:cs typeface="Poppins" panose="00000500000000000000" pitchFamily="2" charset="0"/>
              </a:rPr>
              <a:t>a seção </a:t>
            </a:r>
            <a:r>
              <a:rPr lang="pt-BR" sz="1000" b="1" dirty="0">
                <a:latin typeface="Poppins" panose="00000500000000000000" pitchFamily="2" charset="0"/>
                <a:cs typeface="Poppins" panose="00000500000000000000" pitchFamily="2" charset="0"/>
              </a:rPr>
              <a:t>Relembre</a:t>
            </a:r>
            <a:r>
              <a:rPr lang="pt-BR" sz="1000" dirty="0">
                <a:latin typeface="Poppins" panose="00000500000000000000" pitchFamily="2" charset="0"/>
                <a:cs typeface="Poppins" panose="00000500000000000000" pitchFamily="2" charset="0"/>
              </a:rPr>
              <a:t> tem o objetivo de retomar conhecimentos já adquiridos por meio de atividades simples/exercícios que abordem conceitos previamente trabalhados com os estudantes. </a:t>
            </a:r>
          </a:p>
          <a:p>
            <a:pPr defTabSz="609630">
              <a:buClrTx/>
              <a:defRPr/>
            </a:pPr>
            <a:endParaRPr lang="pt-BR" sz="1000" b="1" dirty="0">
              <a:latin typeface="Poppins" panose="00000500000000000000" pitchFamily="2" charset="0"/>
              <a:cs typeface="Poppins" panose="00000500000000000000" pitchFamily="2" charset="0"/>
            </a:endParaRPr>
          </a:p>
          <a:p>
            <a:pPr defTabSz="609630">
              <a:buClrTx/>
              <a:defRPr/>
            </a:pPr>
            <a:br>
              <a:rPr lang="pt-BR" sz="1000" b="1" dirty="0">
                <a:latin typeface="Poppins" panose="00000500000000000000" pitchFamily="2" charset="0"/>
                <a:cs typeface="Poppins" panose="00000500000000000000" pitchFamily="2" charset="0"/>
              </a:rPr>
            </a:br>
            <a:r>
              <a:rPr lang="pt-BR" sz="1000" b="1" dirty="0">
                <a:latin typeface="Poppins" panose="00000500000000000000" pitchFamily="2" charset="0"/>
                <a:cs typeface="Poppins" panose="00000500000000000000" pitchFamily="2" charset="0"/>
              </a:rPr>
              <a:t>Tempo previsto: </a:t>
            </a:r>
            <a:r>
              <a:rPr lang="pt-BR" sz="1000" dirty="0">
                <a:latin typeface="Poppins" panose="00000500000000000000" pitchFamily="2" charset="0"/>
                <a:cs typeface="Poppins" panose="00000500000000000000" pitchFamily="2" charset="0"/>
              </a:rPr>
              <a:t>8 minutos.</a:t>
            </a:r>
          </a:p>
          <a:p>
            <a:pPr>
              <a:lnSpc>
                <a:spcPct val="107000"/>
              </a:lnSpc>
              <a:spcAft>
                <a:spcPts val="800"/>
              </a:spcAft>
            </a:pPr>
            <a:endParaRPr lang="pt-BR" sz="1000" b="1" dirty="0">
              <a:latin typeface="Poppins" panose="00000500000000000000" pitchFamily="2" charset="0"/>
              <a:cs typeface="Poppins" panose="00000500000000000000" pitchFamily="2" charset="0"/>
            </a:endParaRPr>
          </a:p>
          <a:p>
            <a:pPr>
              <a:lnSpc>
                <a:spcPct val="107000"/>
              </a:lnSpc>
              <a:spcAft>
                <a:spcPts val="800"/>
              </a:spcAft>
            </a:pPr>
            <a:r>
              <a:rPr lang="pt-BR" sz="1000" b="1" dirty="0">
                <a:latin typeface="Poppins" panose="00000500000000000000" pitchFamily="2" charset="0"/>
                <a:cs typeface="Poppins" panose="00000500000000000000" pitchFamily="2" charset="0"/>
              </a:rPr>
              <a:t>Gestão de sala de aula:</a:t>
            </a:r>
            <a:r>
              <a:rPr lang="pt-BR" sz="1000" dirty="0">
                <a:latin typeface="Poppins" panose="00000500000000000000" pitchFamily="2" charset="0"/>
                <a:cs typeface="Poppins" panose="00000500000000000000" pitchFamily="2" charset="0"/>
              </a:rPr>
              <a:t> </a:t>
            </a:r>
          </a:p>
          <a:p>
            <a:pPr marL="171450" indent="-171450">
              <a:lnSpc>
                <a:spcPct val="107000"/>
              </a:lnSpc>
              <a:spcAft>
                <a:spcPts val="800"/>
              </a:spcAft>
              <a:buFont typeface="Arial" panose="020B0604020202020204" pitchFamily="34" charset="0"/>
              <a:buChar char="•"/>
            </a:pPr>
            <a:r>
              <a:rPr lang="pt-BR" sz="1000" kern="100" dirty="0">
                <a:latin typeface="Poppins" panose="00000500000000000000" pitchFamily="2" charset="0"/>
                <a:ea typeface="Aptos" panose="020B0004020202020204" pitchFamily="34" charset="0"/>
                <a:cs typeface="Poppins" panose="00000500000000000000" pitchFamily="2" charset="0"/>
              </a:rPr>
              <a:t>assegure que todos os estudantes tenham a oportunidade de participar. Se necessário, faça rodízio ou direcione perguntas a estudantes que estejam menos ativos para garantir a participação de todos;</a:t>
            </a:r>
          </a:p>
          <a:p>
            <a:pPr marL="171450" indent="-171450">
              <a:lnSpc>
                <a:spcPct val="107000"/>
              </a:lnSpc>
              <a:spcAft>
                <a:spcPts val="800"/>
              </a:spcAft>
              <a:buFont typeface="Arial" panose="020B0604020202020204" pitchFamily="34" charset="0"/>
              <a:buChar char="•"/>
            </a:pPr>
            <a:r>
              <a:rPr lang="pt-BR" sz="1000" kern="100" dirty="0">
                <a:latin typeface="Poppins" panose="00000500000000000000" pitchFamily="2" charset="0"/>
                <a:ea typeface="Aptos" panose="020B0004020202020204" pitchFamily="34" charset="0"/>
                <a:cs typeface="Poppins" panose="00000500000000000000" pitchFamily="2" charset="0"/>
              </a:rPr>
              <a:t>mantenha um ambiente de respeito, em que todas as opiniões são valorizadas, garantindo que todos se sintam confortáveis para expressar seus pontos de vista;</a:t>
            </a:r>
          </a:p>
          <a:p>
            <a:pPr marL="171450" indent="-171450">
              <a:lnSpc>
                <a:spcPct val="107000"/>
              </a:lnSpc>
              <a:spcAft>
                <a:spcPts val="800"/>
              </a:spcAft>
              <a:buFont typeface="Arial" panose="020B0604020202020204" pitchFamily="34" charset="0"/>
              <a:buChar char="•"/>
            </a:pPr>
            <a:r>
              <a:rPr lang="pt-BR" sz="1000" kern="100" dirty="0">
                <a:latin typeface="Poppins" panose="00000500000000000000" pitchFamily="2" charset="0"/>
                <a:ea typeface="Aptos" panose="020B0004020202020204" pitchFamily="34" charset="0"/>
                <a:cs typeface="Poppins" panose="00000500000000000000" pitchFamily="2" charset="0"/>
              </a:rPr>
              <a:t>conclua a atividade resumindo as principais ideias discutidas e vinculando-as aos objetivos de aprendizagem da aula. </a:t>
            </a:r>
          </a:p>
          <a:p>
            <a:pPr fontAlgn="base"/>
            <a:r>
              <a:rPr lang="pt-BR" sz="1000" b="1" dirty="0">
                <a:latin typeface="Poppins" panose="00000500000000000000" pitchFamily="2" charset="0"/>
                <a:cs typeface="Poppins" panose="00000500000000000000" pitchFamily="2" charset="0"/>
              </a:rPr>
              <a:t>Condução da dinâmica: </a:t>
            </a:r>
            <a:r>
              <a:rPr lang="pt-BR" sz="1000" kern="100" dirty="0">
                <a:latin typeface="Poppins" panose="00000500000000000000" pitchFamily="2" charset="0"/>
                <a:ea typeface="Aptos" panose="020B0004020202020204" pitchFamily="34" charset="0"/>
                <a:cs typeface="Poppins" panose="00000500000000000000" pitchFamily="2" charset="0"/>
              </a:rPr>
              <a:t>faça as perguntas da seção </a:t>
            </a:r>
            <a:r>
              <a:rPr lang="pt-BR" sz="1000" b="1" kern="100" dirty="0">
                <a:latin typeface="Poppins" panose="00000500000000000000" pitchFamily="2" charset="0"/>
                <a:ea typeface="Aptos" panose="020B0004020202020204" pitchFamily="34" charset="0"/>
                <a:cs typeface="Poppins" panose="00000500000000000000" pitchFamily="2" charset="0"/>
              </a:rPr>
              <a:t>Relembre</a:t>
            </a:r>
            <a:r>
              <a:rPr lang="pt-BR" sz="1000" kern="100" dirty="0">
                <a:latin typeface="Poppins" panose="00000500000000000000" pitchFamily="2" charset="0"/>
                <a:ea typeface="Aptos" panose="020B0004020202020204" pitchFamily="34" charset="0"/>
                <a:cs typeface="Poppins" panose="00000500000000000000" pitchFamily="2" charset="0"/>
              </a:rPr>
              <a:t> para os alunos e os incentive a participar e relembrar os conceitos apresentados nas aulas anteriores. É importante reforçar bem os conceitos aprendidos, pois os alunos vão precisar estar com eles bem fixados para as demais aulas. </a:t>
            </a:r>
          </a:p>
          <a:p>
            <a:endParaRPr lang="pt-BR" sz="1000" b="1"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Expectativa de respostas:</a:t>
            </a:r>
            <a:endParaRPr lang="pt-BR" sz="1000" dirty="0">
              <a:latin typeface="Poppins" panose="00000500000000000000" pitchFamily="2" charset="0"/>
              <a:cs typeface="Poppins" panose="00000500000000000000" pitchFamily="2" charset="0"/>
            </a:endParaRPr>
          </a:p>
          <a:p>
            <a:pPr lvl="1"/>
            <a:r>
              <a:rPr lang="pt-BR" sz="1000" u="sng" kern="100" dirty="0">
                <a:latin typeface="Poppins" panose="00000500000000000000" pitchFamily="2" charset="0"/>
                <a:cs typeface="Poppins" panose="00000500000000000000" pitchFamily="2" charset="0"/>
              </a:rPr>
              <a:t>O que é backup e por que ele é importante?</a:t>
            </a:r>
            <a:endParaRPr lang="pt-BR" sz="1000" b="1" kern="100" dirty="0">
              <a:latin typeface="Poppins" panose="00000500000000000000" pitchFamily="2" charset="0"/>
              <a:cs typeface="Poppins" panose="00000500000000000000" pitchFamily="2" charset="0"/>
            </a:endParaRPr>
          </a:p>
          <a:p>
            <a:pPr lvl="1"/>
            <a:r>
              <a:rPr lang="pt-BR" sz="1000" dirty="0">
                <a:latin typeface="Poppins" panose="00000500000000000000" pitchFamily="2" charset="0"/>
                <a:cs typeface="Poppins" panose="00000500000000000000" pitchFamily="2" charset="0"/>
              </a:rPr>
              <a:t>Backup é uma cópia de segurança dos arquivos feita para evitar perdas em caso de falha, erro humano ou invasão. É importante porque permite recuperar dados mesmo após danos ou exclusões.</a:t>
            </a:r>
          </a:p>
          <a:p>
            <a:pPr lvl="1"/>
            <a:br>
              <a:rPr lang="pt-BR" sz="1000" kern="100" dirty="0">
                <a:latin typeface="Poppins" panose="00000500000000000000" pitchFamily="2" charset="0"/>
                <a:cs typeface="Poppins" panose="00000500000000000000" pitchFamily="2" charset="0"/>
              </a:rPr>
            </a:br>
            <a:r>
              <a:rPr lang="pt-BR" sz="1000" u="sng" kern="100" dirty="0">
                <a:latin typeface="Poppins" panose="00000500000000000000" pitchFamily="2" charset="0"/>
                <a:cs typeface="Poppins" panose="00000500000000000000" pitchFamily="2" charset="0"/>
              </a:rPr>
              <a:t>Qual é a diferença entre backup e restauração</a:t>
            </a:r>
            <a:r>
              <a:rPr lang="pt-BR" sz="1000" kern="100" dirty="0">
                <a:latin typeface="Poppins" panose="00000500000000000000" pitchFamily="2" charset="0"/>
                <a:cs typeface="Poppins" panose="00000500000000000000" pitchFamily="2" charset="0"/>
              </a:rPr>
              <a:t>?</a:t>
            </a:r>
            <a:br>
              <a:rPr lang="pt-BR" sz="1000" kern="100" dirty="0">
                <a:latin typeface="Poppins" panose="00000500000000000000" pitchFamily="2" charset="0"/>
                <a:cs typeface="Poppins" panose="00000500000000000000" pitchFamily="2" charset="0"/>
              </a:rPr>
            </a:br>
            <a:r>
              <a:rPr lang="pt-BR" sz="1000" dirty="0">
                <a:latin typeface="Poppins" panose="00000500000000000000" pitchFamily="2" charset="0"/>
                <a:cs typeface="Poppins" panose="00000500000000000000" pitchFamily="2" charset="0"/>
              </a:rPr>
              <a:t>O backup é a etapa de prevenção, em que os arquivos são copiados. Já a restauração é a solução de emergência, usada para recuperar os arquivos perdidos ou corrompidos.</a:t>
            </a:r>
          </a:p>
          <a:p>
            <a:pPr lvl="1"/>
            <a:endParaRPr lang="pt-BR" sz="1000" kern="100" dirty="0">
              <a:latin typeface="Poppins" panose="00000500000000000000" pitchFamily="2" charset="0"/>
              <a:cs typeface="Poppins" panose="00000500000000000000" pitchFamily="2" charset="0"/>
            </a:endParaRPr>
          </a:p>
          <a:p>
            <a:pPr lvl="1"/>
            <a:r>
              <a:rPr lang="pt-BR" sz="1000" u="sng" dirty="0">
                <a:latin typeface="Poppins" panose="00000500000000000000" pitchFamily="2" charset="0"/>
                <a:cs typeface="Poppins" panose="00000500000000000000" pitchFamily="2" charset="0"/>
              </a:rPr>
              <a:t>O que diz a regra 3–2–1 no armazenamento seguro</a:t>
            </a:r>
            <a:r>
              <a:rPr lang="pt-BR" sz="1000" dirty="0">
                <a:latin typeface="Poppins" panose="00000500000000000000" pitchFamily="2" charset="0"/>
                <a:cs typeface="Poppins" panose="00000500000000000000" pitchFamily="2" charset="0"/>
              </a:rPr>
              <a:t>?</a:t>
            </a:r>
          </a:p>
          <a:p>
            <a:pPr lvl="1"/>
            <a:r>
              <a:rPr lang="pt-BR" sz="1000" dirty="0">
                <a:latin typeface="Poppins" panose="00000500000000000000" pitchFamily="2" charset="0"/>
                <a:cs typeface="Poppins" panose="00000500000000000000" pitchFamily="2" charset="0"/>
              </a:rPr>
              <a:t>Ter 3 cópias dos arquivos, em 2 tipos diferentes de mídia (nuvem e HD externo) e manter 1 cópia fora do local principal. Essa regra aumenta a proteção contra perdas definitivas.</a:t>
            </a:r>
          </a:p>
        </p:txBody>
      </p:sp>
      <p:sp>
        <p:nvSpPr>
          <p:cNvPr id="6" name="CaixaDeTexto 5">
            <a:extLst>
              <a:ext uri="{FF2B5EF4-FFF2-40B4-BE49-F238E27FC236}">
                <a16:creationId xmlns:a16="http://schemas.microsoft.com/office/drawing/2014/main" id="{3F0CDA91-8D16-4C4C-6741-F087C49BA2E1}"/>
              </a:ext>
            </a:extLst>
          </p:cNvPr>
          <p:cNvSpPr txBox="1"/>
          <p:nvPr/>
        </p:nvSpPr>
        <p:spPr>
          <a:xfrm>
            <a:off x="985520" y="795752"/>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pitchFamily="2" charset="77"/>
                <a:cs typeface="Poppins" pitchFamily="2" charset="77"/>
              </a:rPr>
              <a:t>Slide 6</a:t>
            </a:r>
          </a:p>
        </p:txBody>
      </p:sp>
      <p:sp>
        <p:nvSpPr>
          <p:cNvPr id="9" name="Oval 8">
            <a:extLst>
              <a:ext uri="{FF2B5EF4-FFF2-40B4-BE49-F238E27FC236}">
                <a16:creationId xmlns:a16="http://schemas.microsoft.com/office/drawing/2014/main" id="{F27FA7D0-A820-5A90-7EC6-E16E9E72E9DF}"/>
              </a:ext>
            </a:extLst>
          </p:cNvPr>
          <p:cNvSpPr/>
          <p:nvPr/>
        </p:nvSpPr>
        <p:spPr>
          <a:xfrm>
            <a:off x="507255" y="4239522"/>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0" name="Oval 9">
            <a:extLst>
              <a:ext uri="{FF2B5EF4-FFF2-40B4-BE49-F238E27FC236}">
                <a16:creationId xmlns:a16="http://schemas.microsoft.com/office/drawing/2014/main" id="{DFA91746-CE94-11DC-18C6-D1BB15D253F4}"/>
              </a:ext>
            </a:extLst>
          </p:cNvPr>
          <p:cNvSpPr/>
          <p:nvPr/>
        </p:nvSpPr>
        <p:spPr>
          <a:xfrm>
            <a:off x="507255" y="3761331"/>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1" name="Oval 10">
            <a:extLst>
              <a:ext uri="{FF2B5EF4-FFF2-40B4-BE49-F238E27FC236}">
                <a16:creationId xmlns:a16="http://schemas.microsoft.com/office/drawing/2014/main" id="{A0480ABD-D831-501A-DD4B-4F1E6C3F381D}"/>
              </a:ext>
            </a:extLst>
          </p:cNvPr>
          <p:cNvSpPr/>
          <p:nvPr/>
        </p:nvSpPr>
        <p:spPr>
          <a:xfrm>
            <a:off x="507255" y="2355518"/>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2" name="Oval 11">
            <a:extLst>
              <a:ext uri="{FF2B5EF4-FFF2-40B4-BE49-F238E27FC236}">
                <a16:creationId xmlns:a16="http://schemas.microsoft.com/office/drawing/2014/main" id="{6CD3F394-439E-1241-00E9-AD040284618A}"/>
              </a:ext>
            </a:extLst>
          </p:cNvPr>
          <p:cNvSpPr/>
          <p:nvPr/>
        </p:nvSpPr>
        <p:spPr>
          <a:xfrm>
            <a:off x="507255" y="1954859"/>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3" name="Oval 12">
            <a:extLst>
              <a:ext uri="{FF2B5EF4-FFF2-40B4-BE49-F238E27FC236}">
                <a16:creationId xmlns:a16="http://schemas.microsoft.com/office/drawing/2014/main" id="{F0197DB4-19B5-9910-94EB-5CE3AFF08ED4}"/>
              </a:ext>
            </a:extLst>
          </p:cNvPr>
          <p:cNvSpPr/>
          <p:nvPr/>
        </p:nvSpPr>
        <p:spPr>
          <a:xfrm>
            <a:off x="517194" y="1389724"/>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4" name="Google Shape;2216;p100">
            <a:extLst>
              <a:ext uri="{FF2B5EF4-FFF2-40B4-BE49-F238E27FC236}">
                <a16:creationId xmlns:a16="http://schemas.microsoft.com/office/drawing/2014/main" id="{A73502AD-90D2-DD23-59A1-835ACB2619ED}"/>
              </a:ext>
            </a:extLst>
          </p:cNvPr>
          <p:cNvSpPr/>
          <p:nvPr/>
        </p:nvSpPr>
        <p:spPr>
          <a:xfrm>
            <a:off x="589250" y="1488280"/>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16" name="Google Shape;2223;p100">
            <a:extLst>
              <a:ext uri="{FF2B5EF4-FFF2-40B4-BE49-F238E27FC236}">
                <a16:creationId xmlns:a16="http://schemas.microsoft.com/office/drawing/2014/main" id="{A48514CF-101E-A1D1-8096-F9EE727FBF9B}"/>
              </a:ext>
            </a:extLst>
          </p:cNvPr>
          <p:cNvSpPr>
            <a:spLocks/>
          </p:cNvSpPr>
          <p:nvPr/>
        </p:nvSpPr>
        <p:spPr>
          <a:xfrm>
            <a:off x="576266" y="2433948"/>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pic>
        <p:nvPicPr>
          <p:cNvPr id="17" name="Gráfico 16">
            <a:extLst>
              <a:ext uri="{FF2B5EF4-FFF2-40B4-BE49-F238E27FC236}">
                <a16:creationId xmlns:a16="http://schemas.microsoft.com/office/drawing/2014/main" id="{823B7F23-D5A6-84AD-BC77-7C6F8E7B42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5320" y="3851237"/>
            <a:ext cx="235296" cy="240643"/>
          </a:xfrm>
          <a:prstGeom prst="rect">
            <a:avLst/>
          </a:prstGeom>
        </p:spPr>
      </p:pic>
      <p:pic>
        <p:nvPicPr>
          <p:cNvPr id="18" name="Gráfico 17">
            <a:extLst>
              <a:ext uri="{FF2B5EF4-FFF2-40B4-BE49-F238E27FC236}">
                <a16:creationId xmlns:a16="http://schemas.microsoft.com/office/drawing/2014/main" id="{D80D7627-642B-588E-F94F-CB9D839CBA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1196" y="4293643"/>
            <a:ext cx="208026" cy="266700"/>
          </a:xfrm>
          <a:prstGeom prst="rect">
            <a:avLst/>
          </a:prstGeom>
        </p:spPr>
      </p:pic>
      <p:pic>
        <p:nvPicPr>
          <p:cNvPr id="2" name="Imagem 1">
            <a:extLst>
              <a:ext uri="{FF2B5EF4-FFF2-40B4-BE49-F238E27FC236}">
                <a16:creationId xmlns:a16="http://schemas.microsoft.com/office/drawing/2014/main" id="{24E1436F-077A-40FD-39F7-3C47323F7691}"/>
              </a:ext>
            </a:extLst>
          </p:cNvPr>
          <p:cNvPicPr>
            <a:picLocks noChangeAspect="1"/>
          </p:cNvPicPr>
          <p:nvPr/>
        </p:nvPicPr>
        <p:blipFill>
          <a:blip r:embed="rId7"/>
          <a:srcRect/>
          <a:stretch/>
        </p:blipFill>
        <p:spPr>
          <a:xfrm>
            <a:off x="625486" y="2048565"/>
            <a:ext cx="154445" cy="193056"/>
          </a:xfrm>
          <a:prstGeom prst="rect">
            <a:avLst/>
          </a:prstGeom>
        </p:spPr>
      </p:pic>
    </p:spTree>
    <p:extLst>
      <p:ext uri="{BB962C8B-B14F-4D97-AF65-F5344CB8AC3E}">
        <p14:creationId xmlns:p14="http://schemas.microsoft.com/office/powerpoint/2010/main" val="3107534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A4EE71E-B063-F23A-3A7A-300E18B8A8A9}"/>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B5342AB3-AE27-D556-380A-E28EBF010497}"/>
              </a:ext>
            </a:extLst>
          </p:cNvPr>
          <p:cNvSpPr/>
          <p:nvPr/>
        </p:nvSpPr>
        <p:spPr>
          <a:xfrm>
            <a:off x="0" y="785592"/>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a:p>
        </p:txBody>
      </p:sp>
      <p:cxnSp>
        <p:nvCxnSpPr>
          <p:cNvPr id="7" name="Conector Reto 6">
            <a:extLst>
              <a:ext uri="{FF2B5EF4-FFF2-40B4-BE49-F238E27FC236}">
                <a16:creationId xmlns:a16="http://schemas.microsoft.com/office/drawing/2014/main" id="{E7F92C8B-76F6-1319-0B06-FD6EAC7A3E89}"/>
              </a:ext>
            </a:extLst>
          </p:cNvPr>
          <p:cNvCxnSpPr>
            <a:cxnSpLocks/>
          </p:cNvCxnSpPr>
          <p:nvPr/>
        </p:nvCxnSpPr>
        <p:spPr>
          <a:xfrm flipV="1">
            <a:off x="690880" y="1036320"/>
            <a:ext cx="0" cy="4883217"/>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4" name="CaixaDeTexto 3">
            <a:extLst>
              <a:ext uri="{FF2B5EF4-FFF2-40B4-BE49-F238E27FC236}">
                <a16:creationId xmlns:a16="http://schemas.microsoft.com/office/drawing/2014/main" id="{242BE47F-265D-B8DF-42DD-B66A3B0E305F}"/>
              </a:ext>
            </a:extLst>
          </p:cNvPr>
          <p:cNvSpPr txBox="1"/>
          <p:nvPr/>
        </p:nvSpPr>
        <p:spPr>
          <a:xfrm>
            <a:off x="985519" y="1431050"/>
            <a:ext cx="10911619" cy="4370427"/>
          </a:xfrm>
          <a:prstGeom prst="rect">
            <a:avLst/>
          </a:prstGeom>
          <a:noFill/>
          <a:ln>
            <a:noFill/>
          </a:ln>
        </p:spPr>
        <p:txBody>
          <a:bodyPr wrap="square" lIns="60960" tIns="30480" rIns="60960" bIns="30480" anchor="t">
            <a:spAutoFit/>
          </a:bodyPr>
          <a:lstStyle/>
          <a:p>
            <a:pPr defTabSz="609630">
              <a:buClrTx/>
              <a:defRPr/>
            </a:pPr>
            <a:r>
              <a:rPr lang="pt-BR" sz="1000" b="1" dirty="0">
                <a:latin typeface="Poppins"/>
                <a:cs typeface="Poppins"/>
              </a:rPr>
              <a:t>Orientações: </a:t>
            </a:r>
          </a:p>
          <a:p>
            <a:pPr defTabSz="609630">
              <a:buClrTx/>
              <a:defRPr/>
            </a:pPr>
            <a:endParaRPr lang="pt-BR" sz="1000" b="1" dirty="0">
              <a:latin typeface="Poppins"/>
              <a:cs typeface="Poppins"/>
            </a:endParaRPr>
          </a:p>
          <a:p>
            <a:pPr marL="171450" indent="-171450" defTabSz="609630">
              <a:buClrTx/>
              <a:buFont typeface="Arial" panose="020B0604020202020204" pitchFamily="34" charset="0"/>
              <a:buChar char="•"/>
              <a:defRPr/>
            </a:pPr>
            <a:r>
              <a:rPr lang="pt-BR" sz="1000" dirty="0">
                <a:latin typeface="Poppins" panose="00000500000000000000" pitchFamily="2" charset="0"/>
                <a:cs typeface="Poppins" panose="00000500000000000000" pitchFamily="2" charset="0"/>
              </a:rPr>
              <a:t>a seção </a:t>
            </a:r>
            <a:r>
              <a:rPr lang="pt-BR" sz="1000" b="1" dirty="0">
                <a:latin typeface="Poppins" panose="00000500000000000000" pitchFamily="2" charset="0"/>
                <a:cs typeface="Poppins" panose="00000500000000000000" pitchFamily="2" charset="0"/>
              </a:rPr>
              <a:t>Construindo o conceito </a:t>
            </a:r>
            <a:r>
              <a:rPr lang="pt-BR" sz="1000" dirty="0">
                <a:latin typeface="Poppins" panose="00000500000000000000" pitchFamily="2" charset="0"/>
                <a:cs typeface="Poppins" panose="00000500000000000000" pitchFamily="2" charset="0"/>
              </a:rPr>
              <a:t>tem o objetivo de ajudar o estudante a sistematizar novos conceitos teóricos relacionados com a vivência profissional;</a:t>
            </a:r>
            <a:endParaRPr lang="pt-BR" sz="1000" b="1"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o objetivo desta aula é compreender e aplicar o conceito de otimização do sistema operacional. Comece  dialogando com a turma se eles conhecem a palavra otimizar, se sabem o seu significado. Depois, siga com o slide que traz o conceito de otimização;</a:t>
            </a:r>
          </a:p>
          <a:p>
            <a:pPr marL="171450" lvl="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desempenho  do hardware: explique o que é CPU, RAM e Disco, quais as suas funções e a relação entre eles para o desempenho do computador. Faça analogias com o cotidiano e use o quadro para registrar. Conclua, voltando ao conceito de otimizar, comparando com a mesa cheia, com destaque para </a:t>
            </a:r>
            <a:r>
              <a:rPr lang="pt-BR" sz="1000" b="1" dirty="0">
                <a:latin typeface="Poppins" panose="00000500000000000000" pitchFamily="2" charset="0"/>
                <a:cs typeface="Poppins" panose="00000500000000000000" pitchFamily="2" charset="0"/>
              </a:rPr>
              <a:t>Otimizar = fechar programas desnecessários</a:t>
            </a:r>
            <a:r>
              <a:rPr lang="pt-BR" sz="1000" dirty="0">
                <a:latin typeface="Poppins" panose="00000500000000000000" pitchFamily="2" charset="0"/>
                <a:cs typeface="Poppins" panose="00000500000000000000" pitchFamily="2" charset="0"/>
              </a:rPr>
              <a:t>;</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aplicativos leves e PWA: explique a diferença; dialogue com os alunos para ver o que eles mais usam: lite ou padrão. Conclua, voltando ao conceito de otimizar, com destaque </a:t>
            </a:r>
            <a:r>
              <a:rPr lang="pt-BR" sz="1000" b="1" dirty="0">
                <a:latin typeface="Poppins" panose="00000500000000000000" pitchFamily="2" charset="0"/>
                <a:cs typeface="Poppins" panose="00000500000000000000" pitchFamily="2" charset="0"/>
              </a:rPr>
              <a:t>para Otimizar = usar apps leves</a:t>
            </a:r>
            <a:r>
              <a:rPr lang="pt-BR" sz="1000" dirty="0">
                <a:latin typeface="Poppins" panose="00000500000000000000" pitchFamily="2" charset="0"/>
                <a:cs typeface="Poppins" panose="00000500000000000000" pitchFamily="2" charset="0"/>
              </a:rPr>
              <a:t>;</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limpeza de disco: verifique se os alunos tem o hábito de realizar a limpeza do cache (ou de arquivos temporários), se esvaziam a lixeira etc. Faça o passo a passo com os alunos usando o Sensor de Armazenamento do Windows. Conclua o conceito de otimizar relacionando-o com todo o conteúdo trabalhado:  Otimizar = fechar programas desnecessários; usar apps leves; liberar espaço no disco.</a:t>
            </a:r>
          </a:p>
          <a:p>
            <a:endParaRPr lang="pt-BR" sz="1000" dirty="0">
              <a:latin typeface="Poppins" panose="00000500000000000000" pitchFamily="2" charset="0"/>
              <a:cs typeface="Poppins" panose="00000500000000000000" pitchFamily="2" charset="0"/>
            </a:endParaRPr>
          </a:p>
          <a:p>
            <a:r>
              <a:rPr lang="pt-BR" sz="1000" dirty="0">
                <a:latin typeface="Poppins" panose="00000500000000000000" pitchFamily="2" charset="0"/>
                <a:cs typeface="Poppins" panose="00000500000000000000" pitchFamily="2" charset="0"/>
              </a:rPr>
              <a:t>Mais sugestões para a prática do conteúdo trabalhado:</a:t>
            </a:r>
          </a:p>
          <a:p>
            <a:pPr marL="228600" indent="-228600">
              <a:buFont typeface="Wingdings" panose="05000000000000000000" pitchFamily="2" charset="2"/>
              <a:buChar char="§"/>
            </a:pPr>
            <a:r>
              <a:rPr lang="pt-BR" sz="1000" dirty="0">
                <a:latin typeface="Poppins" panose="00000500000000000000" pitchFamily="2" charset="0"/>
                <a:cs typeface="Poppins" panose="00000500000000000000" pitchFamily="2" charset="0"/>
              </a:rPr>
              <a:t>mostre monitoramento no Gerenciador de Tarefas/Monitor de Atividade;</a:t>
            </a:r>
          </a:p>
          <a:p>
            <a:pPr marL="228600" indent="-228600">
              <a:buFont typeface="Wingdings" panose="05000000000000000000" pitchFamily="2" charset="2"/>
              <a:buChar char="§"/>
            </a:pPr>
            <a:r>
              <a:rPr lang="pt-BR" sz="1000" dirty="0">
                <a:latin typeface="Poppins" panose="00000500000000000000" pitchFamily="2" charset="0"/>
                <a:cs typeface="Poppins" panose="00000500000000000000" pitchFamily="2" charset="0"/>
              </a:rPr>
              <a:t>demonstração prática: abra o Gerenciador de Tarefas (Windows) para mostrar quais apps estão consumindo mais CPU/RAM. Comparar abrir várias abas do YouTube e Spotify ao mesmo tempo e observar o consumo. Se possível, compare PCs com HDD e SSD para mostrar a diferença de velocidade.</a:t>
            </a:r>
          </a:p>
          <a:p>
            <a:pPr defTabSz="609630">
              <a:buClrTx/>
              <a:defRPr/>
            </a:pPr>
            <a:endParaRPr lang="pt-BR" sz="1000" b="1" dirty="0">
              <a:latin typeface="Poppins" panose="00000500000000000000" pitchFamily="2" charset="0"/>
              <a:cs typeface="Poppins" panose="00000500000000000000" pitchFamily="2" charset="0"/>
            </a:endParaRPr>
          </a:p>
          <a:p>
            <a:pPr defTabSz="609630">
              <a:buClrTx/>
              <a:defRPr/>
            </a:pPr>
            <a:r>
              <a:rPr lang="pt-BR" sz="1000" b="1" dirty="0">
                <a:latin typeface="Poppins" panose="00000500000000000000" pitchFamily="2" charset="0"/>
                <a:cs typeface="Poppins" panose="00000500000000000000" pitchFamily="2" charset="0"/>
              </a:rPr>
              <a:t>Tempo previsto</a:t>
            </a:r>
            <a:r>
              <a:rPr lang="pt-BR" sz="1000" dirty="0">
                <a:latin typeface="Poppins" panose="00000500000000000000" pitchFamily="2" charset="0"/>
                <a:cs typeface="Poppins" panose="00000500000000000000" pitchFamily="2" charset="0"/>
              </a:rPr>
              <a:t>: 20 minutos.</a:t>
            </a:r>
          </a:p>
          <a:p>
            <a:pPr defTabSz="609630">
              <a:buClrTx/>
              <a:defRPr/>
            </a:pPr>
            <a:endParaRPr lang="pt-BR" sz="1000" dirty="0">
              <a:latin typeface="Poppins" panose="00000500000000000000" pitchFamily="2" charset="0"/>
              <a:cs typeface="Poppins" panose="00000500000000000000" pitchFamily="2" charset="0"/>
            </a:endParaRPr>
          </a:p>
          <a:p>
            <a:pPr defTabSz="609630">
              <a:buClrTx/>
              <a:defRPr/>
            </a:pPr>
            <a:endParaRPr lang="pt-BR" sz="1000" dirty="0">
              <a:latin typeface="Poppins" panose="00000500000000000000" pitchFamily="2" charset="0"/>
              <a:cs typeface="Poppins" panose="00000500000000000000" pitchFamily="2" charset="0"/>
            </a:endParaRPr>
          </a:p>
          <a:p>
            <a:r>
              <a:rPr lang="pt-BR" sz="1000" b="1" dirty="0">
                <a:latin typeface="Poppins" panose="00000500000000000000" pitchFamily="2" charset="0"/>
                <a:cs typeface="Poppins" panose="00000500000000000000" pitchFamily="2" charset="0"/>
              </a:rPr>
              <a:t>Gestão de sala de aula:</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inicie a seção criando um ambiente relaxado e convidativo para um diálogo aberto;</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encoraje a participação de todos os estudantes, garantindo que cada voz possa ser ouvida;</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caso surjam respostas longas ou debates paralelos, delicadamente redirecione a conversa para o tópico original;</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use linguagem próxima (mochila, WhatsApp, celular cheio); </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faça </a:t>
            </a:r>
            <a:r>
              <a:rPr lang="pt-BR" sz="1000" i="1" dirty="0">
                <a:latin typeface="Poppins" panose="00000500000000000000" pitchFamily="2" charset="0"/>
                <a:cs typeface="Poppins" panose="00000500000000000000" pitchFamily="2" charset="0"/>
              </a:rPr>
              <a:t>checkpoints</a:t>
            </a:r>
            <a:r>
              <a:rPr lang="pt-BR" sz="1000" dirty="0">
                <a:latin typeface="Poppins" panose="00000500000000000000" pitchFamily="2" charset="0"/>
                <a:cs typeface="Poppins" panose="00000500000000000000" pitchFamily="2" charset="0"/>
              </a:rPr>
              <a:t> pedindo exemplos pessoais.</a:t>
            </a:r>
          </a:p>
        </p:txBody>
      </p:sp>
      <p:sp>
        <p:nvSpPr>
          <p:cNvPr id="6" name="CaixaDeTexto 5">
            <a:extLst>
              <a:ext uri="{FF2B5EF4-FFF2-40B4-BE49-F238E27FC236}">
                <a16:creationId xmlns:a16="http://schemas.microsoft.com/office/drawing/2014/main" id="{433D0483-15DB-ABA8-730C-97672E47EE1F}"/>
              </a:ext>
            </a:extLst>
          </p:cNvPr>
          <p:cNvSpPr txBox="1"/>
          <p:nvPr/>
        </p:nvSpPr>
        <p:spPr>
          <a:xfrm>
            <a:off x="985520" y="795752"/>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pitchFamily="2" charset="77"/>
                <a:cs typeface="Poppins" pitchFamily="2" charset="77"/>
              </a:rPr>
              <a:t>Slides 7 a 13</a:t>
            </a:r>
          </a:p>
        </p:txBody>
      </p:sp>
      <p:sp>
        <p:nvSpPr>
          <p:cNvPr id="11" name="Oval 10">
            <a:extLst>
              <a:ext uri="{FF2B5EF4-FFF2-40B4-BE49-F238E27FC236}">
                <a16:creationId xmlns:a16="http://schemas.microsoft.com/office/drawing/2014/main" id="{F6159AC1-59CF-87DB-3777-22C1FDFB08BE}"/>
              </a:ext>
            </a:extLst>
          </p:cNvPr>
          <p:cNvSpPr/>
          <p:nvPr/>
        </p:nvSpPr>
        <p:spPr>
          <a:xfrm>
            <a:off x="507255" y="4747280"/>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2" name="Oval 11">
            <a:extLst>
              <a:ext uri="{FF2B5EF4-FFF2-40B4-BE49-F238E27FC236}">
                <a16:creationId xmlns:a16="http://schemas.microsoft.com/office/drawing/2014/main" id="{B261F633-6C54-D7A6-AB64-DFFD158B9468}"/>
              </a:ext>
            </a:extLst>
          </p:cNvPr>
          <p:cNvSpPr/>
          <p:nvPr/>
        </p:nvSpPr>
        <p:spPr>
          <a:xfrm>
            <a:off x="497527" y="4255231"/>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3" name="Oval 12">
            <a:extLst>
              <a:ext uri="{FF2B5EF4-FFF2-40B4-BE49-F238E27FC236}">
                <a16:creationId xmlns:a16="http://schemas.microsoft.com/office/drawing/2014/main" id="{FCF72E9C-6C40-A110-CACA-A6FAF58B42C0}"/>
              </a:ext>
            </a:extLst>
          </p:cNvPr>
          <p:cNvSpPr/>
          <p:nvPr/>
        </p:nvSpPr>
        <p:spPr>
          <a:xfrm>
            <a:off x="507466" y="1417994"/>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4" name="Google Shape;2216;p100">
            <a:extLst>
              <a:ext uri="{FF2B5EF4-FFF2-40B4-BE49-F238E27FC236}">
                <a16:creationId xmlns:a16="http://schemas.microsoft.com/office/drawing/2014/main" id="{6566A31C-AA49-8053-27DE-7BA39E8855C9}"/>
              </a:ext>
            </a:extLst>
          </p:cNvPr>
          <p:cNvSpPr/>
          <p:nvPr/>
        </p:nvSpPr>
        <p:spPr>
          <a:xfrm>
            <a:off x="579522" y="1516550"/>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
        <p:nvSpPr>
          <p:cNvPr id="16" name="Google Shape;2223;p100">
            <a:extLst>
              <a:ext uri="{FF2B5EF4-FFF2-40B4-BE49-F238E27FC236}">
                <a16:creationId xmlns:a16="http://schemas.microsoft.com/office/drawing/2014/main" id="{0CD10B97-095A-B87C-077E-F8547922B629}"/>
              </a:ext>
            </a:extLst>
          </p:cNvPr>
          <p:cNvSpPr>
            <a:spLocks/>
          </p:cNvSpPr>
          <p:nvPr/>
        </p:nvSpPr>
        <p:spPr>
          <a:xfrm>
            <a:off x="576266" y="4825710"/>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pic>
        <p:nvPicPr>
          <p:cNvPr id="2" name="Imagem 1">
            <a:extLst>
              <a:ext uri="{FF2B5EF4-FFF2-40B4-BE49-F238E27FC236}">
                <a16:creationId xmlns:a16="http://schemas.microsoft.com/office/drawing/2014/main" id="{BCA75121-B0E5-06CA-1A29-3252534B7A70}"/>
              </a:ext>
            </a:extLst>
          </p:cNvPr>
          <p:cNvPicPr>
            <a:picLocks noChangeAspect="1"/>
          </p:cNvPicPr>
          <p:nvPr/>
        </p:nvPicPr>
        <p:blipFill>
          <a:blip r:embed="rId3"/>
          <a:srcRect/>
          <a:stretch/>
        </p:blipFill>
        <p:spPr>
          <a:xfrm>
            <a:off x="615758" y="4348937"/>
            <a:ext cx="154445" cy="193056"/>
          </a:xfrm>
          <a:prstGeom prst="rect">
            <a:avLst/>
          </a:prstGeom>
        </p:spPr>
      </p:pic>
    </p:spTree>
    <p:extLst>
      <p:ext uri="{BB962C8B-B14F-4D97-AF65-F5344CB8AC3E}">
        <p14:creationId xmlns:p14="http://schemas.microsoft.com/office/powerpoint/2010/main" val="42910283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1301">
          <a:extLst>
            <a:ext uri="{FF2B5EF4-FFF2-40B4-BE49-F238E27FC236}">
              <a16:creationId xmlns:a16="http://schemas.microsoft.com/office/drawing/2014/main" id="{48DB2794-CAE1-668D-4CC6-5E594021F878}"/>
            </a:ext>
          </a:extLst>
        </p:cNvPr>
        <p:cNvGrpSpPr/>
        <p:nvPr/>
      </p:nvGrpSpPr>
      <p:grpSpPr>
        <a:xfrm>
          <a:off x="0" y="0"/>
          <a:ext cx="0" cy="0"/>
          <a:chOff x="0" y="0"/>
          <a:chExt cx="0" cy="0"/>
        </a:xfrm>
      </p:grpSpPr>
      <p:sp>
        <p:nvSpPr>
          <p:cNvPr id="1314" name="Google Shape;1314;p28">
            <a:extLst>
              <a:ext uri="{FF2B5EF4-FFF2-40B4-BE49-F238E27FC236}">
                <a16:creationId xmlns:a16="http://schemas.microsoft.com/office/drawing/2014/main" id="{11128935-5B22-5726-B928-957E29AED2A6}"/>
              </a:ext>
            </a:extLst>
          </p:cNvPr>
          <p:cNvSpPr/>
          <p:nvPr/>
        </p:nvSpPr>
        <p:spPr>
          <a:xfrm>
            <a:off x="0" y="698467"/>
            <a:ext cx="12192000" cy="493058"/>
          </a:xfrm>
          <a:prstGeom prst="rect">
            <a:avLst/>
          </a:prstGeom>
          <a:solidFill>
            <a:srgbClr val="3E359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a:solidFill>
                <a:srgbClr val="FFFFFF"/>
              </a:solidFill>
              <a:latin typeface="Arial"/>
              <a:ea typeface="Arial"/>
              <a:cs typeface="Arial"/>
              <a:sym typeface="Arial"/>
            </a:endParaRPr>
          </a:p>
        </p:txBody>
      </p:sp>
      <p:cxnSp>
        <p:nvCxnSpPr>
          <p:cNvPr id="1317" name="Google Shape;1317;p28">
            <a:extLst>
              <a:ext uri="{FF2B5EF4-FFF2-40B4-BE49-F238E27FC236}">
                <a16:creationId xmlns:a16="http://schemas.microsoft.com/office/drawing/2014/main" id="{33991643-EC28-C142-2D4F-BBA433DDAC28}"/>
              </a:ext>
            </a:extLst>
          </p:cNvPr>
          <p:cNvCxnSpPr>
            <a:cxnSpLocks/>
          </p:cNvCxnSpPr>
          <p:nvPr/>
        </p:nvCxnSpPr>
        <p:spPr>
          <a:xfrm flipV="1">
            <a:off x="693573" y="958759"/>
            <a:ext cx="0" cy="2154092"/>
          </a:xfrm>
          <a:prstGeom prst="straightConnector1">
            <a:avLst/>
          </a:prstGeom>
          <a:noFill/>
          <a:ln w="19050" cap="flat" cmpd="sng">
            <a:solidFill>
              <a:schemeClr val="dk1"/>
            </a:solidFill>
            <a:prstDash val="solid"/>
            <a:round/>
            <a:headEnd type="oval" w="med" len="med"/>
            <a:tailEnd type="oval" w="med" len="med"/>
          </a:ln>
        </p:spPr>
      </p:cxnSp>
      <p:sp>
        <p:nvSpPr>
          <p:cNvPr id="1315" name="Google Shape;1315;p28">
            <a:extLst>
              <a:ext uri="{FF2B5EF4-FFF2-40B4-BE49-F238E27FC236}">
                <a16:creationId xmlns:a16="http://schemas.microsoft.com/office/drawing/2014/main" id="{217F0611-F6A6-1755-E03D-5229DCA92BB3}"/>
              </a:ext>
            </a:extLst>
          </p:cNvPr>
          <p:cNvSpPr txBox="1"/>
          <p:nvPr/>
        </p:nvSpPr>
        <p:spPr>
          <a:xfrm>
            <a:off x="967433" y="699400"/>
            <a:ext cx="5923280" cy="613374"/>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None/>
            </a:pPr>
            <a:r>
              <a:rPr lang="pt-BR" sz="3000" b="1" i="0" u="none" strike="noStrike" cap="none" dirty="0">
                <a:solidFill>
                  <a:srgbClr val="FFFFFF"/>
                </a:solidFill>
                <a:latin typeface="Poppins"/>
                <a:ea typeface="Poppins"/>
                <a:cs typeface="Poppins"/>
                <a:sym typeface="Poppins"/>
              </a:rPr>
              <a:t>Slides </a:t>
            </a:r>
            <a:r>
              <a:rPr lang="pt-BR" sz="3000" b="1" dirty="0">
                <a:solidFill>
                  <a:srgbClr val="FFFFFF"/>
                </a:solidFill>
                <a:latin typeface="Poppins"/>
                <a:ea typeface="Poppins"/>
                <a:cs typeface="Poppins"/>
                <a:sym typeface="Poppins"/>
              </a:rPr>
              <a:t>14</a:t>
            </a:r>
            <a:r>
              <a:rPr lang="pt-BR" sz="3000" b="1" i="0" u="none" strike="noStrike" cap="none" dirty="0">
                <a:solidFill>
                  <a:srgbClr val="FFFFFF"/>
                </a:solidFill>
                <a:latin typeface="Poppins"/>
                <a:ea typeface="Poppins"/>
                <a:cs typeface="Poppins"/>
                <a:sym typeface="Poppins"/>
              </a:rPr>
              <a:t> e </a:t>
            </a:r>
            <a:r>
              <a:rPr lang="pt-BR" sz="3000" b="1" dirty="0">
                <a:solidFill>
                  <a:srgbClr val="FFFFFF"/>
                </a:solidFill>
                <a:latin typeface="Poppins"/>
                <a:ea typeface="Poppins"/>
                <a:cs typeface="Poppins"/>
                <a:sym typeface="Poppins"/>
              </a:rPr>
              <a:t>15</a:t>
            </a:r>
            <a:endParaRPr sz="3200" b="1" i="0" u="none" strike="noStrike" cap="none" dirty="0">
              <a:solidFill>
                <a:srgbClr val="FFFFFF"/>
              </a:solidFill>
              <a:latin typeface="Poppins"/>
              <a:ea typeface="Poppins"/>
              <a:cs typeface="Poppins"/>
              <a:sym typeface="Poppins"/>
            </a:endParaRPr>
          </a:p>
        </p:txBody>
      </p:sp>
      <p:sp>
        <p:nvSpPr>
          <p:cNvPr id="1316" name="Google Shape;1316;p28">
            <a:extLst>
              <a:ext uri="{FF2B5EF4-FFF2-40B4-BE49-F238E27FC236}">
                <a16:creationId xmlns:a16="http://schemas.microsoft.com/office/drawing/2014/main" id="{9F0438A4-8C4E-DFA6-F38A-7BF5D89A555F}"/>
              </a:ext>
            </a:extLst>
          </p:cNvPr>
          <p:cNvSpPr txBox="1"/>
          <p:nvPr/>
        </p:nvSpPr>
        <p:spPr>
          <a:xfrm>
            <a:off x="985519" y="1343926"/>
            <a:ext cx="11135145" cy="1292651"/>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None/>
            </a:pP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Orientações:</a:t>
            </a:r>
            <a: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t> professor, a seção </a:t>
            </a: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Pause e responda </a:t>
            </a:r>
            <a: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t>traz uma pausa na exposição com o objetivo de fixar os conceitos apresentados e construídos e mobilizar os estudantes. </a:t>
            </a:r>
            <a:endParaRPr sz="1000" dirty="0">
              <a:latin typeface="Poppins" panose="00000500000000000000" pitchFamily="2" charset="0"/>
              <a:cs typeface="Poppins" panose="00000500000000000000" pitchFamily="2" charset="0"/>
            </a:endParaRPr>
          </a:p>
          <a:p>
            <a:pPr marL="0" marR="0" lvl="0" indent="0" algn="l" rtl="0">
              <a:lnSpc>
                <a:spcPct val="100000"/>
              </a:lnSpc>
              <a:spcBef>
                <a:spcPts val="0"/>
              </a:spcBef>
              <a:spcAft>
                <a:spcPts val="0"/>
              </a:spcAft>
              <a:buNone/>
            </a:pPr>
            <a: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t> </a:t>
            </a: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None/>
            </a:pP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marL="0" marR="0" lvl="0" indent="0" algn="l" rtl="0">
              <a:lnSpc>
                <a:spcPct val="100000"/>
              </a:lnSpc>
              <a:spcBef>
                <a:spcPts val="0"/>
              </a:spcBef>
              <a:spcAft>
                <a:spcPts val="0"/>
              </a:spcAft>
              <a:buNone/>
            </a:pPr>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Tempo previsto: </a:t>
            </a:r>
            <a: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t>2 minutos.</a:t>
            </a:r>
            <a:endParaRPr sz="1000" dirty="0">
              <a:latin typeface="Poppins" panose="00000500000000000000" pitchFamily="2" charset="0"/>
              <a:cs typeface="Poppins" panose="00000500000000000000" pitchFamily="2" charset="0"/>
            </a:endParaRPr>
          </a:p>
          <a:p>
            <a:pPr marL="0" marR="0" lvl="0" indent="0" algn="l" rtl="0">
              <a:lnSpc>
                <a:spcPct val="100000"/>
              </a:lnSpc>
              <a:spcBef>
                <a:spcPts val="0"/>
              </a:spcBef>
              <a:spcAft>
                <a:spcPts val="0"/>
              </a:spcAft>
              <a:buNone/>
            </a:pPr>
            <a:b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br>
            <a:endParaRPr sz="1000" b="0" i="0" u="none" strike="noStrike" cap="none" dirty="0">
              <a:solidFill>
                <a:srgbClr val="000000"/>
              </a:solidFill>
              <a:latin typeface="Poppins" panose="00000500000000000000" pitchFamily="2" charset="0"/>
              <a:ea typeface="Poppins"/>
              <a:cs typeface="Poppins" panose="00000500000000000000" pitchFamily="2" charset="0"/>
              <a:sym typeface="Poppins"/>
            </a:endParaRPr>
          </a:p>
          <a:p>
            <a:pPr lvl="0"/>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Resposta correta: </a:t>
            </a:r>
            <a:r>
              <a:rPr lang="pt-BR" sz="1000" dirty="0">
                <a:latin typeface="Poppins" panose="00000500000000000000" pitchFamily="2" charset="0"/>
                <a:cs typeface="Poppins" panose="00000500000000000000" pitchFamily="2" charset="0"/>
              </a:rPr>
              <a:t>Instalar programas desnecessários. </a:t>
            </a:r>
          </a:p>
          <a:p>
            <a:pPr lvl="0"/>
            <a:r>
              <a:rPr lang="pt-BR" sz="1000" b="1" i="0" u="none" strike="noStrike" cap="none" dirty="0">
                <a:solidFill>
                  <a:srgbClr val="000000"/>
                </a:solidFill>
                <a:latin typeface="Poppins" panose="00000500000000000000" pitchFamily="2" charset="0"/>
                <a:ea typeface="Poppins"/>
                <a:cs typeface="Poppins" panose="00000500000000000000" pitchFamily="2" charset="0"/>
                <a:sym typeface="Poppins"/>
              </a:rPr>
              <a:t>Feedback da atividade</a:t>
            </a:r>
            <a:r>
              <a:rPr lang="pt-BR" sz="1000" b="0" i="0" u="none" strike="noStrike" cap="none" dirty="0">
                <a:solidFill>
                  <a:srgbClr val="000000"/>
                </a:solidFill>
                <a:latin typeface="Poppins" panose="00000500000000000000" pitchFamily="2" charset="0"/>
                <a:ea typeface="Poppins"/>
                <a:cs typeface="Poppins" panose="00000500000000000000" pitchFamily="2" charset="0"/>
                <a:sym typeface="Poppins"/>
              </a:rPr>
              <a:t>: </a:t>
            </a:r>
            <a:r>
              <a:rPr lang="pt-BR" sz="1000" dirty="0">
                <a:latin typeface="Poppins" panose="00000500000000000000" pitchFamily="2" charset="0"/>
                <a:cs typeface="Poppins" panose="00000500000000000000" pitchFamily="2" charset="0"/>
              </a:rPr>
              <a:t>instalar programas desnecessários aumenta o consumo de memória e espaço.</a:t>
            </a:r>
          </a:p>
        </p:txBody>
      </p:sp>
      <p:sp>
        <p:nvSpPr>
          <p:cNvPr id="1318" name="Google Shape;1318;p28">
            <a:extLst>
              <a:ext uri="{FF2B5EF4-FFF2-40B4-BE49-F238E27FC236}">
                <a16:creationId xmlns:a16="http://schemas.microsoft.com/office/drawing/2014/main" id="{62BC7CF6-B201-1B6C-620F-AC801D0644A3}"/>
              </a:ext>
            </a:extLst>
          </p:cNvPr>
          <p:cNvSpPr/>
          <p:nvPr/>
        </p:nvSpPr>
        <p:spPr>
          <a:xfrm>
            <a:off x="497841" y="1285343"/>
            <a:ext cx="386079" cy="382464"/>
          </a:xfrm>
          <a:prstGeom prst="ellipse">
            <a:avLst/>
          </a:prstGeom>
          <a:solidFill>
            <a:srgbClr val="AAA6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a:solidFill>
                <a:srgbClr val="000000"/>
              </a:solidFill>
              <a:latin typeface="Arial"/>
              <a:ea typeface="Arial"/>
              <a:cs typeface="Arial"/>
              <a:sym typeface="Arial"/>
            </a:endParaRPr>
          </a:p>
        </p:txBody>
      </p:sp>
      <p:sp>
        <p:nvSpPr>
          <p:cNvPr id="1319" name="Google Shape;1319;p28">
            <a:extLst>
              <a:ext uri="{FF2B5EF4-FFF2-40B4-BE49-F238E27FC236}">
                <a16:creationId xmlns:a16="http://schemas.microsoft.com/office/drawing/2014/main" id="{2AFF983E-C182-2186-809A-00590207182F}"/>
              </a:ext>
            </a:extLst>
          </p:cNvPr>
          <p:cNvSpPr/>
          <p:nvPr/>
        </p:nvSpPr>
        <p:spPr>
          <a:xfrm>
            <a:off x="569897" y="1371199"/>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None/>
            </a:pPr>
            <a:endParaRPr sz="1200" b="0" i="0" u="none" strike="noStrike" cap="none">
              <a:solidFill>
                <a:srgbClr val="000000"/>
              </a:solidFill>
              <a:latin typeface="Calibri"/>
              <a:ea typeface="Calibri"/>
              <a:cs typeface="Calibri"/>
              <a:sym typeface="Calibri"/>
            </a:endParaRPr>
          </a:p>
        </p:txBody>
      </p:sp>
      <p:sp>
        <p:nvSpPr>
          <p:cNvPr id="1320" name="Google Shape;1320;p28">
            <a:extLst>
              <a:ext uri="{FF2B5EF4-FFF2-40B4-BE49-F238E27FC236}">
                <a16:creationId xmlns:a16="http://schemas.microsoft.com/office/drawing/2014/main" id="{6E9AE6F9-08BC-7267-6298-EC6C52A780C5}"/>
              </a:ext>
            </a:extLst>
          </p:cNvPr>
          <p:cNvSpPr/>
          <p:nvPr/>
        </p:nvSpPr>
        <p:spPr>
          <a:xfrm>
            <a:off x="500533" y="2211501"/>
            <a:ext cx="386080" cy="382464"/>
          </a:xfrm>
          <a:prstGeom prst="ellipse">
            <a:avLst/>
          </a:prstGeom>
          <a:solidFill>
            <a:srgbClr val="AAA6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467" b="0" i="0" u="none" strike="noStrike" cap="none">
              <a:solidFill>
                <a:schemeClr val="dk1"/>
              </a:solidFill>
              <a:latin typeface="Arial"/>
              <a:ea typeface="Arial"/>
              <a:cs typeface="Arial"/>
              <a:sym typeface="Arial"/>
            </a:endParaRPr>
          </a:p>
        </p:txBody>
      </p:sp>
      <p:pic>
        <p:nvPicPr>
          <p:cNvPr id="1321" name="Google Shape;1321;p28">
            <a:extLst>
              <a:ext uri="{FF2B5EF4-FFF2-40B4-BE49-F238E27FC236}">
                <a16:creationId xmlns:a16="http://schemas.microsoft.com/office/drawing/2014/main" id="{E533A17B-E964-CCFD-766F-BCC2497B58BC}"/>
              </a:ext>
            </a:extLst>
          </p:cNvPr>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584474" y="2265621"/>
            <a:ext cx="208027" cy="266700"/>
          </a:xfrm>
          <a:prstGeom prst="rect">
            <a:avLst/>
          </a:prstGeom>
          <a:noFill/>
          <a:ln>
            <a:noFill/>
          </a:ln>
        </p:spPr>
      </p:pic>
      <p:sp>
        <p:nvSpPr>
          <p:cNvPr id="1322" name="Google Shape;1322;p28">
            <a:extLst>
              <a:ext uri="{FF2B5EF4-FFF2-40B4-BE49-F238E27FC236}">
                <a16:creationId xmlns:a16="http://schemas.microsoft.com/office/drawing/2014/main" id="{4FD1A1E5-9D0B-A3CD-2937-B5C6646C61FF}"/>
              </a:ext>
            </a:extLst>
          </p:cNvPr>
          <p:cNvSpPr/>
          <p:nvPr/>
        </p:nvSpPr>
        <p:spPr>
          <a:xfrm>
            <a:off x="493035" y="1728817"/>
            <a:ext cx="386079" cy="382464"/>
          </a:xfrm>
          <a:prstGeom prst="ellipse">
            <a:avLst/>
          </a:prstGeom>
          <a:solidFill>
            <a:srgbClr val="AAA6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a:solidFill>
                <a:srgbClr val="000000"/>
              </a:solidFill>
              <a:latin typeface="Arial"/>
              <a:ea typeface="Arial"/>
              <a:cs typeface="Arial"/>
              <a:sym typeface="Arial"/>
            </a:endParaRPr>
          </a:p>
        </p:txBody>
      </p:sp>
      <p:pic>
        <p:nvPicPr>
          <p:cNvPr id="1323" name="Google Shape;1323;p28">
            <a:extLst>
              <a:ext uri="{FF2B5EF4-FFF2-40B4-BE49-F238E27FC236}">
                <a16:creationId xmlns:a16="http://schemas.microsoft.com/office/drawing/2014/main" id="{ACB692EE-4D9A-07BE-A782-669C41518A59}"/>
              </a:ext>
            </a:extLst>
          </p:cNvPr>
          <p:cNvPicPr preferRelativeResize="0"/>
          <p:nvPr/>
        </p:nvPicPr>
        <p:blipFill rotWithShape="1">
          <a:blip r:embed="rId4">
            <a:alphaModFix/>
          </a:blip>
          <a:srcRect/>
          <a:stretch/>
        </p:blipFill>
        <p:spPr>
          <a:xfrm>
            <a:off x="610059" y="1824936"/>
            <a:ext cx="156858" cy="188229"/>
          </a:xfrm>
          <a:prstGeom prst="rect">
            <a:avLst/>
          </a:prstGeom>
          <a:noFill/>
          <a:ln>
            <a:noFill/>
          </a:ln>
        </p:spPr>
      </p:pic>
    </p:spTree>
    <p:extLst>
      <p:ext uri="{BB962C8B-B14F-4D97-AF65-F5344CB8AC3E}">
        <p14:creationId xmlns:p14="http://schemas.microsoft.com/office/powerpoint/2010/main" val="1483755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87BABEB-A3B8-4E73-8B5D-97848712FF8F}"/>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CE075B70-B2A2-4BDA-D53C-8A8B25F43876}"/>
              </a:ext>
            </a:extLst>
          </p:cNvPr>
          <p:cNvSpPr/>
          <p:nvPr/>
        </p:nvSpPr>
        <p:spPr>
          <a:xfrm>
            <a:off x="0" y="785592"/>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a:p>
        </p:txBody>
      </p:sp>
      <p:cxnSp>
        <p:nvCxnSpPr>
          <p:cNvPr id="7" name="Conector Reto 6">
            <a:extLst>
              <a:ext uri="{FF2B5EF4-FFF2-40B4-BE49-F238E27FC236}">
                <a16:creationId xmlns:a16="http://schemas.microsoft.com/office/drawing/2014/main" id="{AB034B6B-E851-5E87-8D68-CB2E46DC973B}"/>
              </a:ext>
            </a:extLst>
          </p:cNvPr>
          <p:cNvCxnSpPr>
            <a:cxnSpLocks/>
          </p:cNvCxnSpPr>
          <p:nvPr/>
        </p:nvCxnSpPr>
        <p:spPr>
          <a:xfrm flipV="1">
            <a:off x="690880" y="1036320"/>
            <a:ext cx="0" cy="5036088"/>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4" name="CaixaDeTexto 3">
            <a:extLst>
              <a:ext uri="{FF2B5EF4-FFF2-40B4-BE49-F238E27FC236}">
                <a16:creationId xmlns:a16="http://schemas.microsoft.com/office/drawing/2014/main" id="{74A18887-8C23-7A35-7018-ED46CEF0260D}"/>
              </a:ext>
            </a:extLst>
          </p:cNvPr>
          <p:cNvSpPr txBox="1"/>
          <p:nvPr/>
        </p:nvSpPr>
        <p:spPr>
          <a:xfrm>
            <a:off x="985520" y="1431050"/>
            <a:ext cx="10251440" cy="4588949"/>
          </a:xfrm>
          <a:prstGeom prst="rect">
            <a:avLst/>
          </a:prstGeom>
          <a:noFill/>
          <a:ln>
            <a:noFill/>
          </a:ln>
        </p:spPr>
        <p:txBody>
          <a:bodyPr wrap="square" lIns="60960" tIns="30480" rIns="60960" bIns="30480" anchor="t">
            <a:spAutoFit/>
          </a:bodyPr>
          <a:lstStyle/>
          <a:p>
            <a:pPr>
              <a:lnSpc>
                <a:spcPct val="107000"/>
              </a:lnSpc>
              <a:spcAft>
                <a:spcPts val="800"/>
              </a:spcAft>
            </a:pPr>
            <a:r>
              <a:rPr lang="pt-BR" sz="1000" b="1" dirty="0">
                <a:latin typeface="Poppins"/>
                <a:cs typeface="Poppins"/>
              </a:rPr>
              <a:t>Orientações: </a:t>
            </a:r>
            <a:r>
              <a:rPr lang="pt-BR" sz="1000" kern="100" dirty="0">
                <a:latin typeface="Poppins"/>
                <a:ea typeface="Aptos" panose="020B0004020202020204" pitchFamily="34" charset="0"/>
                <a:cs typeface="Poppins"/>
              </a:rPr>
              <a:t>o </a:t>
            </a:r>
            <a:r>
              <a:rPr lang="pt-BR" sz="1000" kern="100" dirty="0">
                <a:latin typeface="Poppins" panose="00000500000000000000" pitchFamily="2" charset="0"/>
                <a:ea typeface="Aptos" panose="020B0004020202020204" pitchFamily="34" charset="0"/>
                <a:cs typeface="Poppins" panose="00000500000000000000" pitchFamily="2" charset="0"/>
              </a:rPr>
              <a:t>objetivo da seção </a:t>
            </a:r>
            <a:r>
              <a:rPr lang="pt-BR" sz="1000" b="1" kern="100" dirty="0">
                <a:latin typeface="Poppins" panose="00000500000000000000" pitchFamily="2" charset="0"/>
                <a:ea typeface="Aptos" panose="020B0004020202020204" pitchFamily="34" charset="0"/>
                <a:cs typeface="Poppins" panose="00000500000000000000" pitchFamily="2" charset="0"/>
              </a:rPr>
              <a:t>Colocando em prática </a:t>
            </a:r>
            <a:r>
              <a:rPr lang="pt-BR" sz="1000" kern="100" dirty="0">
                <a:latin typeface="Poppins" panose="00000500000000000000" pitchFamily="2" charset="0"/>
                <a:ea typeface="Aptos" panose="020B0004020202020204" pitchFamily="34" charset="0"/>
                <a:cs typeface="Poppins" panose="00000500000000000000" pitchFamily="2" charset="0"/>
              </a:rPr>
              <a:t>é levar os estudantes a aplicar os conhecimentos construídos durante a aula, incentivando-os a promover autonomia, senso crítico e criatividade. </a:t>
            </a:r>
          </a:p>
          <a:p>
            <a:pPr>
              <a:buClrTx/>
              <a:buFontTx/>
            </a:pPr>
            <a:endParaRPr lang="pt-BR" sz="1000" b="1" dirty="0">
              <a:latin typeface="Poppins" panose="00000500000000000000" pitchFamily="2" charset="0"/>
              <a:cs typeface="Poppins" panose="00000500000000000000" pitchFamily="2" charset="0"/>
            </a:endParaRPr>
          </a:p>
          <a:p>
            <a:pPr fontAlgn="base"/>
            <a:r>
              <a:rPr lang="pt-BR" sz="1000" b="1" dirty="0">
                <a:latin typeface="Poppins" panose="00000500000000000000" pitchFamily="2" charset="0"/>
                <a:cs typeface="Poppins" panose="00000500000000000000" pitchFamily="2" charset="0"/>
              </a:rPr>
              <a:t>Tempo previsto:</a:t>
            </a:r>
            <a:r>
              <a:rPr lang="pt-BR" sz="1000" dirty="0">
                <a:latin typeface="Poppins" panose="00000500000000000000" pitchFamily="2" charset="0"/>
                <a:cs typeface="Poppins" panose="00000500000000000000" pitchFamily="2" charset="0"/>
              </a:rPr>
              <a:t> 17 minutos.</a:t>
            </a:r>
          </a:p>
          <a:p>
            <a:pPr marL="229870">
              <a:lnSpc>
                <a:spcPct val="107000"/>
              </a:lnSpc>
              <a:spcAft>
                <a:spcPts val="800"/>
              </a:spcAft>
            </a:pPr>
            <a:endParaRPr lang="pt-BR" sz="1000" dirty="0">
              <a:latin typeface="Poppins" panose="00000500000000000000" pitchFamily="2" charset="0"/>
              <a:cs typeface="Poppins" panose="00000500000000000000" pitchFamily="2" charset="0"/>
            </a:endParaRPr>
          </a:p>
          <a:p>
            <a:pPr>
              <a:lnSpc>
                <a:spcPct val="107000"/>
              </a:lnSpc>
              <a:spcAft>
                <a:spcPts val="800"/>
              </a:spcAft>
            </a:pPr>
            <a:r>
              <a:rPr lang="pt-BR" sz="1000" b="1" dirty="0">
                <a:latin typeface="Poppins" panose="00000500000000000000" pitchFamily="2" charset="0"/>
                <a:cs typeface="Poppins" panose="00000500000000000000" pitchFamily="2" charset="0"/>
              </a:rPr>
              <a:t>Gestão de sala de aula:</a:t>
            </a:r>
            <a:r>
              <a:rPr lang="pt-BR" sz="1000" dirty="0">
                <a:latin typeface="Poppins" panose="00000500000000000000" pitchFamily="2" charset="0"/>
                <a:cs typeface="Poppins" panose="00000500000000000000" pitchFamily="2" charset="0"/>
              </a:rPr>
              <a:t> esta atividade requer que o professor circule entre as duplas e incentive os alunos a justificar cada escolha (resposta);</a:t>
            </a:r>
          </a:p>
          <a:p>
            <a:pPr>
              <a:lnSpc>
                <a:spcPct val="107000"/>
              </a:lnSpc>
            </a:pPr>
            <a:br>
              <a:rPr lang="pt-BR" sz="1000" b="1" dirty="0">
                <a:latin typeface="Poppins" panose="00000500000000000000" pitchFamily="2" charset="0"/>
                <a:cs typeface="Poppins" panose="00000500000000000000" pitchFamily="2" charset="0"/>
              </a:rPr>
            </a:br>
            <a:r>
              <a:rPr lang="pt-BR" sz="1000" b="1" dirty="0">
                <a:latin typeface="Poppins" panose="00000500000000000000" pitchFamily="2" charset="0"/>
                <a:cs typeface="Poppins" panose="00000500000000000000" pitchFamily="2" charset="0"/>
              </a:rPr>
              <a:t>Condução da dinâmica: </a:t>
            </a:r>
          </a:p>
          <a:p>
            <a:pPr marL="171450" indent="-171450">
              <a:buClrTx/>
              <a:buSzPct val="100000"/>
              <a:buFont typeface="Arial" panose="020B0604020202020204" pitchFamily="34" charset="0"/>
              <a:buChar char="•"/>
            </a:pPr>
            <a:r>
              <a:rPr lang="pt-BR" sz="1000" dirty="0">
                <a:latin typeface="Poppins" panose="00000500000000000000" pitchFamily="2" charset="0"/>
                <a:cs typeface="Poppins" panose="00000500000000000000" pitchFamily="2" charset="0"/>
              </a:rPr>
              <a:t>peça que os alunos usem o próprio celular como exemplo;</a:t>
            </a:r>
          </a:p>
          <a:p>
            <a:pPr marL="171450" indent="-171450">
              <a:buClrTx/>
              <a:buSzPct val="100000"/>
              <a:buFont typeface="Arial" panose="020B0604020202020204" pitchFamily="34" charset="0"/>
              <a:buChar char="•"/>
            </a:pPr>
            <a:r>
              <a:rPr lang="pt-BR" sz="1000" dirty="0">
                <a:latin typeface="Poppins" panose="00000500000000000000" pitchFamily="2" charset="0"/>
                <a:cs typeface="Poppins" panose="00000500000000000000" pitchFamily="2" charset="0"/>
              </a:rPr>
              <a:t>incentive que discutam em duplas o que é útil ou descartável;</a:t>
            </a:r>
          </a:p>
          <a:p>
            <a:pPr marL="171450" indent="-171450">
              <a:buClrTx/>
              <a:buSzPct val="100000"/>
              <a:buFont typeface="Arial" panose="020B0604020202020204" pitchFamily="34" charset="0"/>
              <a:buChar char="•"/>
            </a:pPr>
            <a:r>
              <a:rPr lang="pt-BR" sz="1000" dirty="0">
                <a:latin typeface="Poppins" panose="00000500000000000000" pitchFamily="2" charset="0"/>
                <a:cs typeface="Poppins" panose="00000500000000000000" pitchFamily="2" charset="0"/>
              </a:rPr>
              <a:t>registre no quadro as principais ideias levantadas pelos grupos;</a:t>
            </a:r>
          </a:p>
          <a:p>
            <a:pPr marL="171450" indent="-171450">
              <a:buClrTx/>
              <a:buSzPct val="100000"/>
              <a:buFont typeface="Arial" panose="020B0604020202020204" pitchFamily="34" charset="0"/>
              <a:buChar char="•"/>
            </a:pPr>
            <a:r>
              <a:rPr lang="pt-BR" sz="1000" dirty="0">
                <a:latin typeface="Poppins" panose="00000500000000000000" pitchFamily="2" charset="0"/>
                <a:cs typeface="Poppins" panose="00000500000000000000" pitchFamily="2" charset="0"/>
              </a:rPr>
              <a:t>explique que a atividade simula uma situação real, em que eles devem diagnosticar e propor um plano de otimização para o próprio celular, </a:t>
            </a:r>
            <a:r>
              <a:rPr lang="pt-BR" sz="1000" dirty="0">
                <a:latin typeface="Poppins"/>
                <a:cs typeface="Poppins"/>
              </a:rPr>
              <a:t>respondendo às perguntas do slide;</a:t>
            </a:r>
          </a:p>
          <a:p>
            <a:pPr marL="171450" indent="-171450">
              <a:buClrTx/>
              <a:buSzPct val="100000"/>
              <a:buFont typeface="Arial" panose="020B0604020202020204" pitchFamily="34" charset="0"/>
              <a:buChar char="•"/>
            </a:pPr>
            <a:r>
              <a:rPr lang="pt-BR" sz="1000" dirty="0">
                <a:latin typeface="Poppins" panose="00000500000000000000" pitchFamily="2" charset="0"/>
                <a:cs typeface="Poppins" panose="00000500000000000000" pitchFamily="2" charset="0"/>
              </a:rPr>
              <a:t>sorteie 2 ou 3 duplas para compartilharem suas respostas oralmente. </a:t>
            </a:r>
          </a:p>
          <a:p>
            <a:endParaRPr lang="pt-BR" sz="1000" dirty="0">
              <a:latin typeface="Poppins" panose="00000500000000000000" pitchFamily="2" charset="0"/>
              <a:cs typeface="Poppins" panose="00000500000000000000" pitchFamily="2" charset="0"/>
            </a:endParaRPr>
          </a:p>
          <a:p>
            <a:r>
              <a:rPr lang="pt-BR" sz="1000" b="1" dirty="0">
                <a:latin typeface="Poppins"/>
                <a:cs typeface="Poppins"/>
              </a:rPr>
              <a:t>Expectativas de respostas: </a:t>
            </a:r>
            <a:r>
              <a:rPr lang="pt-BR" sz="1000" dirty="0">
                <a:latin typeface="Poppins" panose="00000500000000000000" pitchFamily="2" charset="0"/>
                <a:cs typeface="Poppins" panose="00000500000000000000" pitchFamily="2" charset="0"/>
              </a:rPr>
              <a:t>os alunos devem demonstrar que compreendem o que ocupa espaço, como liberar memória e como evitar o acúmulo de arquivos, aplicando os princípios da otimização do sistema.</a:t>
            </a:r>
          </a:p>
          <a:p>
            <a:pPr lvl="2"/>
            <a:r>
              <a:rPr lang="pt-BR" sz="1000" dirty="0">
                <a:latin typeface="Poppins" panose="00000500000000000000" pitchFamily="2" charset="0"/>
                <a:cs typeface="Poppins" panose="00000500000000000000" pitchFamily="2" charset="0"/>
              </a:rPr>
              <a:t>1. O que pode ser apagado com segurança? </a:t>
            </a:r>
            <a:br>
              <a:rPr lang="pt-BR" sz="1000" dirty="0">
                <a:latin typeface="Poppins" panose="00000500000000000000" pitchFamily="2" charset="0"/>
                <a:cs typeface="Poppins" panose="00000500000000000000" pitchFamily="2" charset="0"/>
              </a:rPr>
            </a:br>
            <a:r>
              <a:rPr lang="pt-BR" sz="1000" dirty="0">
                <a:latin typeface="Poppins" panose="00000500000000000000" pitchFamily="2" charset="0"/>
                <a:cs typeface="Poppins" panose="00000500000000000000" pitchFamily="2" charset="0"/>
              </a:rPr>
              <a:t>Fotos repetidas, vídeos antigos, arquivos baixados e esquecidos, itens da lixeira, cache de aplicativos.</a:t>
            </a:r>
          </a:p>
          <a:p>
            <a:r>
              <a:rPr lang="pt-BR" sz="1000" dirty="0">
                <a:latin typeface="Poppins" panose="00000500000000000000" pitchFamily="2" charset="0"/>
                <a:cs typeface="Poppins" panose="00000500000000000000" pitchFamily="2" charset="0"/>
              </a:rPr>
              <a:t>2. Quais aplicativos podem ser substituídos ou removidos? </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aplicativos pesados podem ser trocados por versões Lite ou PWA (exemplo: </a:t>
            </a:r>
            <a:r>
              <a:rPr lang="pt-BR" sz="1000" dirty="0" err="1">
                <a:latin typeface="Poppins" panose="00000500000000000000" pitchFamily="2" charset="0"/>
                <a:cs typeface="Poppins" panose="00000500000000000000" pitchFamily="2" charset="0"/>
              </a:rPr>
              <a:t>Facebook</a:t>
            </a:r>
            <a:r>
              <a:rPr lang="pt-BR" sz="1000" dirty="0">
                <a:latin typeface="Poppins" panose="00000500000000000000" pitchFamily="2" charset="0"/>
                <a:cs typeface="Poppins" panose="00000500000000000000" pitchFamily="2" charset="0"/>
              </a:rPr>
              <a:t> Lite, </a:t>
            </a:r>
            <a:r>
              <a:rPr lang="pt-BR" sz="1000" dirty="0" err="1">
                <a:latin typeface="Poppins" panose="00000500000000000000" pitchFamily="2" charset="0"/>
                <a:cs typeface="Poppins" panose="00000500000000000000" pitchFamily="2" charset="0"/>
              </a:rPr>
              <a:t>YouTube</a:t>
            </a:r>
            <a:r>
              <a:rPr lang="pt-BR" sz="1000" dirty="0">
                <a:latin typeface="Poppins" panose="00000500000000000000" pitchFamily="2" charset="0"/>
                <a:cs typeface="Poppins" panose="00000500000000000000" pitchFamily="2" charset="0"/>
              </a:rPr>
              <a:t> Go, Gmail via navegador);</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Desinstalação de jogos ou </a:t>
            </a:r>
            <a:r>
              <a:rPr lang="pt-BR" sz="1000" dirty="0" err="1">
                <a:latin typeface="Poppins" panose="00000500000000000000" pitchFamily="2" charset="0"/>
                <a:cs typeface="Poppins" panose="00000500000000000000" pitchFamily="2" charset="0"/>
              </a:rPr>
              <a:t>apps</a:t>
            </a:r>
            <a:r>
              <a:rPr lang="pt-BR" sz="1000" dirty="0">
                <a:latin typeface="Poppins" panose="00000500000000000000" pitchFamily="2" charset="0"/>
                <a:cs typeface="Poppins" panose="00000500000000000000" pitchFamily="2" charset="0"/>
              </a:rPr>
              <a:t> pouco usados.</a:t>
            </a:r>
          </a:p>
          <a:p>
            <a:r>
              <a:rPr lang="pt-BR" sz="1000" dirty="0">
                <a:latin typeface="Poppins" panose="00000500000000000000" pitchFamily="2" charset="0"/>
                <a:cs typeface="Poppins" panose="00000500000000000000" pitchFamily="2" charset="0"/>
              </a:rPr>
              <a:t>3. O que pode ser feito toda semana para manter o aparelho rápido? </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fazer limpeza de downloads e cache;</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esvaziar a lixeira e verificar espaço livre;</a:t>
            </a:r>
          </a:p>
          <a:p>
            <a:pPr marL="171450" indent="-171450">
              <a:buFont typeface="Arial" panose="020B0604020202020204" pitchFamily="34" charset="0"/>
              <a:buChar char="•"/>
            </a:pPr>
            <a:r>
              <a:rPr lang="pt-BR" sz="1000" dirty="0">
                <a:latin typeface="Poppins" panose="00000500000000000000" pitchFamily="2" charset="0"/>
                <a:cs typeface="Poppins" panose="00000500000000000000" pitchFamily="2" charset="0"/>
              </a:rPr>
              <a:t>atualizar o sistema e os aplicativos principais.</a:t>
            </a:r>
          </a:p>
        </p:txBody>
      </p:sp>
      <p:sp>
        <p:nvSpPr>
          <p:cNvPr id="6" name="CaixaDeTexto 5">
            <a:extLst>
              <a:ext uri="{FF2B5EF4-FFF2-40B4-BE49-F238E27FC236}">
                <a16:creationId xmlns:a16="http://schemas.microsoft.com/office/drawing/2014/main" id="{A16502EA-5086-0F2E-DA40-33C99EA82368}"/>
              </a:ext>
            </a:extLst>
          </p:cNvPr>
          <p:cNvSpPr txBox="1"/>
          <p:nvPr/>
        </p:nvSpPr>
        <p:spPr>
          <a:xfrm>
            <a:off x="985520" y="795752"/>
            <a:ext cx="5923280" cy="613374"/>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pitchFamily="2" charset="77"/>
                <a:cs typeface="Poppins" pitchFamily="2" charset="77"/>
              </a:rPr>
              <a:t>Slide 16</a:t>
            </a:r>
          </a:p>
        </p:txBody>
      </p:sp>
      <p:sp>
        <p:nvSpPr>
          <p:cNvPr id="9" name="Oval 8">
            <a:extLst>
              <a:ext uri="{FF2B5EF4-FFF2-40B4-BE49-F238E27FC236}">
                <a16:creationId xmlns:a16="http://schemas.microsoft.com/office/drawing/2014/main" id="{1936B9F4-A49C-66B6-EA37-27FACF1E0428}"/>
              </a:ext>
            </a:extLst>
          </p:cNvPr>
          <p:cNvSpPr/>
          <p:nvPr/>
        </p:nvSpPr>
        <p:spPr>
          <a:xfrm>
            <a:off x="487902" y="4021025"/>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0" name="Oval 9">
            <a:extLst>
              <a:ext uri="{FF2B5EF4-FFF2-40B4-BE49-F238E27FC236}">
                <a16:creationId xmlns:a16="http://schemas.microsoft.com/office/drawing/2014/main" id="{F064D843-FB18-EFAB-0DFC-A9766D6FC4DB}"/>
              </a:ext>
            </a:extLst>
          </p:cNvPr>
          <p:cNvSpPr/>
          <p:nvPr/>
        </p:nvSpPr>
        <p:spPr>
          <a:xfrm>
            <a:off x="487902" y="2798243"/>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2" name="Oval 11">
            <a:extLst>
              <a:ext uri="{FF2B5EF4-FFF2-40B4-BE49-F238E27FC236}">
                <a16:creationId xmlns:a16="http://schemas.microsoft.com/office/drawing/2014/main" id="{6243A68B-70DF-9FE2-46D4-D2F3B9C8B0D5}"/>
              </a:ext>
            </a:extLst>
          </p:cNvPr>
          <p:cNvSpPr/>
          <p:nvPr/>
        </p:nvSpPr>
        <p:spPr>
          <a:xfrm>
            <a:off x="487902" y="1880427"/>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3" name="Oval 12">
            <a:extLst>
              <a:ext uri="{FF2B5EF4-FFF2-40B4-BE49-F238E27FC236}">
                <a16:creationId xmlns:a16="http://schemas.microsoft.com/office/drawing/2014/main" id="{5D415FA4-B625-68D2-A8B5-9AA231362E81}"/>
              </a:ext>
            </a:extLst>
          </p:cNvPr>
          <p:cNvSpPr/>
          <p:nvPr/>
        </p:nvSpPr>
        <p:spPr>
          <a:xfrm>
            <a:off x="497841" y="1427933"/>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4" name="Google Shape;2216;p100">
            <a:extLst>
              <a:ext uri="{FF2B5EF4-FFF2-40B4-BE49-F238E27FC236}">
                <a16:creationId xmlns:a16="http://schemas.microsoft.com/office/drawing/2014/main" id="{97ED3E4F-78B6-23F2-FF4C-AB9C3597F4C1}"/>
              </a:ext>
            </a:extLst>
          </p:cNvPr>
          <p:cNvSpPr/>
          <p:nvPr/>
        </p:nvSpPr>
        <p:spPr>
          <a:xfrm>
            <a:off x="569897" y="1526489"/>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pic>
        <p:nvPicPr>
          <p:cNvPr id="17" name="Gráfico 16">
            <a:extLst>
              <a:ext uri="{FF2B5EF4-FFF2-40B4-BE49-F238E27FC236}">
                <a16:creationId xmlns:a16="http://schemas.microsoft.com/office/drawing/2014/main" id="{E238BF21-F02C-F3BF-081D-F976B823E47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5967" y="2868698"/>
            <a:ext cx="235296" cy="240643"/>
          </a:xfrm>
          <a:prstGeom prst="rect">
            <a:avLst/>
          </a:prstGeom>
        </p:spPr>
      </p:pic>
      <p:pic>
        <p:nvPicPr>
          <p:cNvPr id="18" name="Gráfico 17">
            <a:extLst>
              <a:ext uri="{FF2B5EF4-FFF2-40B4-BE49-F238E27FC236}">
                <a16:creationId xmlns:a16="http://schemas.microsoft.com/office/drawing/2014/main" id="{329B7CF1-14A6-E226-6552-D1742DC0DA4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1843" y="4075146"/>
            <a:ext cx="208026" cy="266700"/>
          </a:xfrm>
          <a:prstGeom prst="rect">
            <a:avLst/>
          </a:prstGeom>
        </p:spPr>
      </p:pic>
      <p:pic>
        <p:nvPicPr>
          <p:cNvPr id="2" name="Imagem 1">
            <a:extLst>
              <a:ext uri="{FF2B5EF4-FFF2-40B4-BE49-F238E27FC236}">
                <a16:creationId xmlns:a16="http://schemas.microsoft.com/office/drawing/2014/main" id="{881BB1F9-F6EC-FF50-C65E-56D72FD4DCBA}"/>
              </a:ext>
            </a:extLst>
          </p:cNvPr>
          <p:cNvPicPr>
            <a:picLocks noChangeAspect="1"/>
          </p:cNvPicPr>
          <p:nvPr/>
        </p:nvPicPr>
        <p:blipFill>
          <a:blip r:embed="rId7"/>
          <a:srcRect/>
          <a:stretch/>
        </p:blipFill>
        <p:spPr>
          <a:xfrm>
            <a:off x="606133" y="1974133"/>
            <a:ext cx="154445" cy="193056"/>
          </a:xfrm>
          <a:prstGeom prst="rect">
            <a:avLst/>
          </a:prstGeom>
        </p:spPr>
      </p:pic>
      <p:sp>
        <p:nvSpPr>
          <p:cNvPr id="3" name="Oval 10">
            <a:extLst>
              <a:ext uri="{FF2B5EF4-FFF2-40B4-BE49-F238E27FC236}">
                <a16:creationId xmlns:a16="http://schemas.microsoft.com/office/drawing/2014/main" id="{5C876E23-B38A-863E-A093-F9125F793C4D}"/>
              </a:ext>
            </a:extLst>
          </p:cNvPr>
          <p:cNvSpPr/>
          <p:nvPr/>
        </p:nvSpPr>
        <p:spPr>
          <a:xfrm>
            <a:off x="487902" y="2298668"/>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8" name="Google Shape;2223;p100">
            <a:extLst>
              <a:ext uri="{FF2B5EF4-FFF2-40B4-BE49-F238E27FC236}">
                <a16:creationId xmlns:a16="http://schemas.microsoft.com/office/drawing/2014/main" id="{28AC2656-EE21-FF62-91A9-CAAAC4EE1AF0}"/>
              </a:ext>
            </a:extLst>
          </p:cNvPr>
          <p:cNvSpPr>
            <a:spLocks/>
          </p:cNvSpPr>
          <p:nvPr/>
        </p:nvSpPr>
        <p:spPr>
          <a:xfrm>
            <a:off x="556913" y="2377098"/>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65153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F415C27-E0D9-A587-AA58-FB66911D4148}"/>
            </a:ext>
          </a:extLst>
        </p:cNvPr>
        <p:cNvGrpSpPr/>
        <p:nvPr/>
      </p:nvGrpSpPr>
      <p:grpSpPr>
        <a:xfrm>
          <a:off x="0" y="0"/>
          <a:ext cx="0" cy="0"/>
          <a:chOff x="0" y="0"/>
          <a:chExt cx="0" cy="0"/>
        </a:xfrm>
      </p:grpSpPr>
      <p:sp>
        <p:nvSpPr>
          <p:cNvPr id="4" name="Google Shape;1737;p54">
            <a:extLst>
              <a:ext uri="{FF2B5EF4-FFF2-40B4-BE49-F238E27FC236}">
                <a16:creationId xmlns:a16="http://schemas.microsoft.com/office/drawing/2014/main" id="{D448897F-CAE1-1A6B-2BE9-968EB150AC1E}"/>
              </a:ext>
            </a:extLst>
          </p:cNvPr>
          <p:cNvSpPr/>
          <p:nvPr/>
        </p:nvSpPr>
        <p:spPr>
          <a:xfrm>
            <a:off x="0" y="5015754"/>
            <a:ext cx="12192000" cy="493059"/>
          </a:xfrm>
          <a:prstGeom prst="rect">
            <a:avLst/>
          </a:prstGeom>
          <a:solidFill>
            <a:srgbClr val="3E359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467" b="0" i="0" u="none" strike="noStrike" cap="none">
              <a:solidFill>
                <a:schemeClr val="lt1"/>
              </a:solidFill>
              <a:latin typeface="Arial"/>
              <a:ea typeface="Arial"/>
              <a:cs typeface="Arial"/>
              <a:sym typeface="Arial"/>
            </a:endParaRPr>
          </a:p>
        </p:txBody>
      </p:sp>
      <p:sp>
        <p:nvSpPr>
          <p:cNvPr id="5" name="Retângulo 4">
            <a:extLst>
              <a:ext uri="{FF2B5EF4-FFF2-40B4-BE49-F238E27FC236}">
                <a16:creationId xmlns:a16="http://schemas.microsoft.com/office/drawing/2014/main" id="{37638BEA-B930-026E-CEC2-91554DF61DF8}"/>
              </a:ext>
            </a:extLst>
          </p:cNvPr>
          <p:cNvSpPr/>
          <p:nvPr/>
        </p:nvSpPr>
        <p:spPr>
          <a:xfrm>
            <a:off x="0" y="618907"/>
            <a:ext cx="12192000" cy="493058"/>
          </a:xfrm>
          <a:prstGeom prst="rect">
            <a:avLst/>
          </a:prstGeom>
          <a:solidFill>
            <a:srgbClr val="3E35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622"/>
          </a:p>
        </p:txBody>
      </p:sp>
      <p:cxnSp>
        <p:nvCxnSpPr>
          <p:cNvPr id="8" name="Google Shape;1739;p54">
            <a:extLst>
              <a:ext uri="{FF2B5EF4-FFF2-40B4-BE49-F238E27FC236}">
                <a16:creationId xmlns:a16="http://schemas.microsoft.com/office/drawing/2014/main" id="{25601A8A-7150-A193-2413-E68D2F330CDE}"/>
              </a:ext>
            </a:extLst>
          </p:cNvPr>
          <p:cNvCxnSpPr>
            <a:cxnSpLocks/>
          </p:cNvCxnSpPr>
          <p:nvPr/>
        </p:nvCxnSpPr>
        <p:spPr>
          <a:xfrm flipV="1">
            <a:off x="683554" y="5218432"/>
            <a:ext cx="0" cy="1530413"/>
          </a:xfrm>
          <a:prstGeom prst="straightConnector1">
            <a:avLst/>
          </a:prstGeom>
          <a:noFill/>
          <a:ln w="19050" cap="flat" cmpd="sng">
            <a:solidFill>
              <a:schemeClr val="dk1"/>
            </a:solidFill>
            <a:prstDash val="solid"/>
            <a:round/>
            <a:headEnd type="oval" w="med" len="med"/>
            <a:tailEnd type="oval" w="med" len="med"/>
          </a:ln>
        </p:spPr>
      </p:cxnSp>
      <p:cxnSp>
        <p:nvCxnSpPr>
          <p:cNvPr id="7" name="Conector Reto 6">
            <a:extLst>
              <a:ext uri="{FF2B5EF4-FFF2-40B4-BE49-F238E27FC236}">
                <a16:creationId xmlns:a16="http://schemas.microsoft.com/office/drawing/2014/main" id="{12010F5D-BC48-AEF8-0DF1-74E3B50606C2}"/>
              </a:ext>
            </a:extLst>
          </p:cNvPr>
          <p:cNvCxnSpPr>
            <a:cxnSpLocks/>
          </p:cNvCxnSpPr>
          <p:nvPr/>
        </p:nvCxnSpPr>
        <p:spPr>
          <a:xfrm flipV="1">
            <a:off x="683554" y="747715"/>
            <a:ext cx="0" cy="415474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6" name="CaixaDeTexto 5">
            <a:extLst>
              <a:ext uri="{FF2B5EF4-FFF2-40B4-BE49-F238E27FC236}">
                <a16:creationId xmlns:a16="http://schemas.microsoft.com/office/drawing/2014/main" id="{0CE60556-61C1-7742-FACC-97FE79831D4F}"/>
              </a:ext>
            </a:extLst>
          </p:cNvPr>
          <p:cNvSpPr txBox="1"/>
          <p:nvPr/>
        </p:nvSpPr>
        <p:spPr>
          <a:xfrm>
            <a:off x="985520" y="629067"/>
            <a:ext cx="5923280" cy="482898"/>
          </a:xfrm>
          <a:prstGeom prst="rect">
            <a:avLst/>
          </a:prstGeom>
          <a:noFill/>
          <a:ln>
            <a:noFill/>
          </a:ln>
        </p:spPr>
        <p:txBody>
          <a:bodyPr spcFirstLastPara="1" wrap="none" lIns="60950" tIns="30467" rIns="60950" bIns="30467" rtlCol="0" anchor="t" anchorCtr="0">
            <a:noAutofit/>
          </a:bodyPr>
          <a:lstStyle/>
          <a:p>
            <a:pPr algn="l"/>
            <a:r>
              <a:rPr lang="pt-BR" sz="3000" b="1" dirty="0">
                <a:solidFill>
                  <a:schemeClr val="bg1"/>
                </a:solidFill>
                <a:latin typeface="Poppins" pitchFamily="2" charset="77"/>
                <a:cs typeface="Poppins" pitchFamily="2" charset="77"/>
              </a:rPr>
              <a:t>Slide 17</a:t>
            </a:r>
            <a:r>
              <a:rPr lang="pt-BR" sz="3200" b="1" dirty="0">
                <a:solidFill>
                  <a:schemeClr val="bg1"/>
                </a:solidFill>
                <a:latin typeface="Poppins" pitchFamily="2" charset="77"/>
                <a:cs typeface="Poppins" pitchFamily="2" charset="77"/>
              </a:rPr>
              <a:t> </a:t>
            </a:r>
          </a:p>
        </p:txBody>
      </p:sp>
      <p:sp>
        <p:nvSpPr>
          <p:cNvPr id="9" name="Oval 8">
            <a:extLst>
              <a:ext uri="{FF2B5EF4-FFF2-40B4-BE49-F238E27FC236}">
                <a16:creationId xmlns:a16="http://schemas.microsoft.com/office/drawing/2014/main" id="{3AC4E8BF-1EC9-F2FB-461F-5682C40D26AA}"/>
              </a:ext>
            </a:extLst>
          </p:cNvPr>
          <p:cNvSpPr/>
          <p:nvPr/>
        </p:nvSpPr>
        <p:spPr>
          <a:xfrm>
            <a:off x="488113" y="4277975"/>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0" name="Oval 9">
            <a:extLst>
              <a:ext uri="{FF2B5EF4-FFF2-40B4-BE49-F238E27FC236}">
                <a16:creationId xmlns:a16="http://schemas.microsoft.com/office/drawing/2014/main" id="{708FC026-FCD9-02B8-D9C3-48223FF08097}"/>
              </a:ext>
            </a:extLst>
          </p:cNvPr>
          <p:cNvSpPr/>
          <p:nvPr/>
        </p:nvSpPr>
        <p:spPr>
          <a:xfrm>
            <a:off x="488113" y="2876789"/>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1" name="Oval 10">
            <a:extLst>
              <a:ext uri="{FF2B5EF4-FFF2-40B4-BE49-F238E27FC236}">
                <a16:creationId xmlns:a16="http://schemas.microsoft.com/office/drawing/2014/main" id="{CF836CBE-80ED-5C52-FF24-3C63FC866E04}"/>
              </a:ext>
            </a:extLst>
          </p:cNvPr>
          <p:cNvSpPr/>
          <p:nvPr/>
        </p:nvSpPr>
        <p:spPr>
          <a:xfrm>
            <a:off x="488113" y="2135195"/>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2" name="Oval 11">
            <a:extLst>
              <a:ext uri="{FF2B5EF4-FFF2-40B4-BE49-F238E27FC236}">
                <a16:creationId xmlns:a16="http://schemas.microsoft.com/office/drawing/2014/main" id="{2F93C027-9CFA-79F8-25E7-CF40298C1D5B}"/>
              </a:ext>
            </a:extLst>
          </p:cNvPr>
          <p:cNvSpPr/>
          <p:nvPr/>
        </p:nvSpPr>
        <p:spPr>
          <a:xfrm>
            <a:off x="488113" y="1657277"/>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3" name="Oval 12">
            <a:extLst>
              <a:ext uri="{FF2B5EF4-FFF2-40B4-BE49-F238E27FC236}">
                <a16:creationId xmlns:a16="http://schemas.microsoft.com/office/drawing/2014/main" id="{4755549D-4D1F-C116-80F3-4DCADB921232}"/>
              </a:ext>
            </a:extLst>
          </p:cNvPr>
          <p:cNvSpPr/>
          <p:nvPr/>
        </p:nvSpPr>
        <p:spPr>
          <a:xfrm>
            <a:off x="488113" y="1239004"/>
            <a:ext cx="386079" cy="382464"/>
          </a:xfrm>
          <a:prstGeom prst="ellipse">
            <a:avLst/>
          </a:prstGeom>
          <a:solidFill>
            <a:srgbClr val="AAA6D3"/>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sz="622"/>
          </a:p>
        </p:txBody>
      </p:sp>
      <p:sp>
        <p:nvSpPr>
          <p:cNvPr id="14" name="Google Shape;2216;p100">
            <a:extLst>
              <a:ext uri="{FF2B5EF4-FFF2-40B4-BE49-F238E27FC236}">
                <a16:creationId xmlns:a16="http://schemas.microsoft.com/office/drawing/2014/main" id="{C1772968-EE76-99D4-B7EC-B5C5DA6B303D}"/>
              </a:ext>
            </a:extLst>
          </p:cNvPr>
          <p:cNvSpPr/>
          <p:nvPr/>
        </p:nvSpPr>
        <p:spPr>
          <a:xfrm>
            <a:off x="560169" y="1337559"/>
            <a:ext cx="237235"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pic>
        <p:nvPicPr>
          <p:cNvPr id="15" name="Imagem 14">
            <a:extLst>
              <a:ext uri="{FF2B5EF4-FFF2-40B4-BE49-F238E27FC236}">
                <a16:creationId xmlns:a16="http://schemas.microsoft.com/office/drawing/2014/main" id="{2AA137BD-759E-861E-13F2-8A009C160107}"/>
              </a:ext>
            </a:extLst>
          </p:cNvPr>
          <p:cNvPicPr>
            <a:picLocks noChangeAspect="1"/>
          </p:cNvPicPr>
          <p:nvPr/>
        </p:nvPicPr>
        <p:blipFill>
          <a:blip r:embed="rId3"/>
          <a:srcRect/>
          <a:stretch/>
        </p:blipFill>
        <p:spPr>
          <a:xfrm>
            <a:off x="605137" y="1753396"/>
            <a:ext cx="156858" cy="188229"/>
          </a:xfrm>
          <a:prstGeom prst="rect">
            <a:avLst/>
          </a:prstGeom>
        </p:spPr>
      </p:pic>
      <p:sp>
        <p:nvSpPr>
          <p:cNvPr id="16" name="Google Shape;2223;p100">
            <a:extLst>
              <a:ext uri="{FF2B5EF4-FFF2-40B4-BE49-F238E27FC236}">
                <a16:creationId xmlns:a16="http://schemas.microsoft.com/office/drawing/2014/main" id="{75ADC296-C711-8F55-6C3D-2BBD75B6DA37}"/>
              </a:ext>
            </a:extLst>
          </p:cNvPr>
          <p:cNvSpPr>
            <a:spLocks/>
          </p:cNvSpPr>
          <p:nvPr/>
        </p:nvSpPr>
        <p:spPr>
          <a:xfrm>
            <a:off x="557124" y="2213625"/>
            <a:ext cx="245745" cy="226842"/>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60950" tIns="30467" rIns="60950" bIns="30467" anchor="ctr" anchorCtr="0">
            <a:noAutofit/>
          </a:bodyPr>
          <a:lstStyle/>
          <a:p>
            <a:pPr>
              <a:buSzPts val="1800"/>
            </a:pPr>
            <a:endParaRPr sz="1200">
              <a:solidFill>
                <a:schemeClr val="dk1"/>
              </a:solidFill>
              <a:latin typeface="Calibri"/>
              <a:ea typeface="Calibri"/>
              <a:cs typeface="Calibri"/>
              <a:sym typeface="Calibri"/>
            </a:endParaRPr>
          </a:p>
        </p:txBody>
      </p:sp>
      <p:pic>
        <p:nvPicPr>
          <p:cNvPr id="17" name="Gráfico 16">
            <a:extLst>
              <a:ext uri="{FF2B5EF4-FFF2-40B4-BE49-F238E27FC236}">
                <a16:creationId xmlns:a16="http://schemas.microsoft.com/office/drawing/2014/main" id="{3DE8863B-CA15-7405-9D73-299746A792F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6178" y="2947244"/>
            <a:ext cx="235296" cy="240643"/>
          </a:xfrm>
          <a:prstGeom prst="rect">
            <a:avLst/>
          </a:prstGeom>
        </p:spPr>
      </p:pic>
      <p:pic>
        <p:nvPicPr>
          <p:cNvPr id="18" name="Gráfico 17">
            <a:extLst>
              <a:ext uri="{FF2B5EF4-FFF2-40B4-BE49-F238E27FC236}">
                <a16:creationId xmlns:a16="http://schemas.microsoft.com/office/drawing/2014/main" id="{921B710B-2ED2-75C7-E801-8922198D3F7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2054" y="4332095"/>
            <a:ext cx="208026" cy="266700"/>
          </a:xfrm>
          <a:prstGeom prst="rect">
            <a:avLst/>
          </a:prstGeom>
        </p:spPr>
      </p:pic>
      <p:sp>
        <p:nvSpPr>
          <p:cNvPr id="2" name="CaixaDeTexto 3">
            <a:extLst>
              <a:ext uri="{FF2B5EF4-FFF2-40B4-BE49-F238E27FC236}">
                <a16:creationId xmlns:a16="http://schemas.microsoft.com/office/drawing/2014/main" id="{92BD82D5-93DC-89D6-4944-631427377E49}"/>
              </a:ext>
            </a:extLst>
          </p:cNvPr>
          <p:cNvSpPr txBox="1"/>
          <p:nvPr/>
        </p:nvSpPr>
        <p:spPr>
          <a:xfrm>
            <a:off x="959677" y="1301474"/>
            <a:ext cx="10251440" cy="3600986"/>
          </a:xfrm>
          <a:prstGeom prst="rect">
            <a:avLst/>
          </a:prstGeom>
          <a:noFill/>
          <a:ln>
            <a:noFill/>
          </a:ln>
        </p:spPr>
        <p:txBody>
          <a:bodyPr wrap="square" lIns="60960" tIns="30480" rIns="60960" bIns="3048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Tx/>
              <a:defRPr/>
            </a:pPr>
            <a:r>
              <a:rPr lang="pt-BR" sz="1000" b="1" dirty="0">
                <a:latin typeface="Poppins"/>
                <a:cs typeface="Poppins"/>
              </a:rPr>
              <a:t>Orientações: </a:t>
            </a:r>
            <a:r>
              <a:rPr lang="pt-BR" sz="1000" dirty="0">
                <a:latin typeface="Poppins"/>
                <a:cs typeface="Poppins"/>
              </a:rPr>
              <a:t>professor, a seção </a:t>
            </a:r>
            <a:r>
              <a:rPr lang="pt-BR" sz="1000" b="1" dirty="0">
                <a:latin typeface="Poppins"/>
                <a:cs typeface="Poppins"/>
              </a:rPr>
              <a:t>O que nós aprendemos hoje? </a:t>
            </a:r>
            <a:r>
              <a:rPr lang="pt-BR" sz="1000" dirty="0">
                <a:latin typeface="Poppins"/>
                <a:cs typeface="Poppins"/>
              </a:rPr>
              <a:t>tem o objetivo de reforçar e esclarecer os conceitos principais discutidos na aula. Essa dinâmica pode ser uma ferramenta de avaliação informal do aprendizado dos estudantes, identificando áreas que podem precisar de mais atenção em aulas futuras. </a:t>
            </a:r>
          </a:p>
          <a:p>
            <a:pPr>
              <a:buClrTx/>
              <a:defRPr/>
            </a:pPr>
            <a:endParaRPr lang="pt-BR" sz="1000" dirty="0">
              <a:latin typeface="Poppins"/>
              <a:cs typeface="Poppins"/>
            </a:endParaRPr>
          </a:p>
          <a:p>
            <a:pPr rtl="0" fontAlgn="base"/>
            <a:r>
              <a:rPr lang="pt-BR" sz="1000" b="1" dirty="0">
                <a:latin typeface="Poppins"/>
                <a:cs typeface="Poppins"/>
              </a:rPr>
              <a:t>Tempo previsto: </a:t>
            </a:r>
            <a:r>
              <a:rPr lang="pt-BR" sz="1000" dirty="0">
                <a:latin typeface="Poppins"/>
                <a:cs typeface="Poppins"/>
              </a:rPr>
              <a:t>2 minutos.</a:t>
            </a:r>
          </a:p>
          <a:p>
            <a:pPr rtl="0" fontAlgn="base"/>
            <a:endParaRPr lang="pt-BR" sz="1000" dirty="0">
              <a:latin typeface="Poppins"/>
              <a:cs typeface="Poppins"/>
            </a:endParaRPr>
          </a:p>
          <a:p>
            <a:pPr rtl="0" fontAlgn="base"/>
            <a:r>
              <a:rPr lang="pt-BR" sz="1000" b="1" dirty="0">
                <a:latin typeface="Poppins" pitchFamily="2" charset="77"/>
                <a:cs typeface="Poppins" pitchFamily="2" charset="77"/>
              </a:rPr>
              <a:t>Gestão de sala de aula:</a:t>
            </a:r>
            <a:r>
              <a:rPr lang="pt-BR" sz="1000" dirty="0">
                <a:latin typeface="Poppins" pitchFamily="2" charset="77"/>
                <a:cs typeface="Poppins" pitchFamily="2" charset="77"/>
              </a:rPr>
              <a:t> </a:t>
            </a:r>
          </a:p>
          <a:p>
            <a:pPr marL="171450" indent="-171450" rtl="0" fontAlgn="base">
              <a:buFont typeface="Arial" panose="020B0604020202020204" pitchFamily="34" charset="0"/>
              <a:buChar char="•"/>
            </a:pPr>
            <a:r>
              <a:rPr lang="pt-BR" sz="1000" dirty="0">
                <a:latin typeface="Poppins" pitchFamily="2" charset="77"/>
                <a:cs typeface="Poppins" pitchFamily="2" charset="77"/>
              </a:rPr>
              <a:t>mantenha um tom positivo e construtivo, reforçando o aprendizado em vez de </a:t>
            </a:r>
            <a:r>
              <a:rPr lang="pt-BR" sz="1000">
                <a:latin typeface="Poppins" pitchFamily="2" charset="77"/>
                <a:cs typeface="Poppins" pitchFamily="2" charset="77"/>
              </a:rPr>
              <a:t>focar correções</a:t>
            </a:r>
            <a:r>
              <a:rPr lang="pt-BR" sz="1000" dirty="0">
                <a:latin typeface="Poppins" pitchFamily="2" charset="77"/>
                <a:cs typeface="Poppins" pitchFamily="2" charset="77"/>
              </a:rPr>
              <a:t>; </a:t>
            </a:r>
          </a:p>
          <a:p>
            <a:pPr marL="171450" indent="-171450" rtl="0" fontAlgn="base">
              <a:buFont typeface="Arial" panose="020B0604020202020204" pitchFamily="34" charset="0"/>
              <a:buChar char="•"/>
            </a:pPr>
            <a:r>
              <a:rPr lang="pt-BR" sz="1000" dirty="0">
                <a:latin typeface="Poppins" pitchFamily="2" charset="77"/>
                <a:cs typeface="Poppins" pitchFamily="2" charset="77"/>
              </a:rPr>
              <a:t>seja direto e objetivo nas explicações para manter a atividade dentro do tempo estipulado;</a:t>
            </a:r>
          </a:p>
          <a:p>
            <a:pPr marL="171450" indent="-171450" rtl="0" fontAlgn="base">
              <a:buFont typeface="Arial" panose="020B0604020202020204" pitchFamily="34" charset="0"/>
              <a:buChar char="•"/>
            </a:pPr>
            <a:r>
              <a:rPr lang="pt-BR" sz="1000" dirty="0">
                <a:latin typeface="Poppins" pitchFamily="2" charset="77"/>
                <a:cs typeface="Poppins" pitchFamily="2" charset="77"/>
              </a:rPr>
              <a:t>engaje os estudantes rapidamente, pedindo confirmações ou reações breves às definições apresentadas. </a:t>
            </a:r>
          </a:p>
          <a:p>
            <a:endParaRPr lang="pt-BR" sz="1000" dirty="0">
              <a:latin typeface="Poppins"/>
              <a:cs typeface="Poppins"/>
            </a:endParaRPr>
          </a:p>
          <a:p>
            <a:pPr rtl="0" fontAlgn="base"/>
            <a:r>
              <a:rPr lang="pt-BR" sz="1000" b="1" dirty="0">
                <a:latin typeface="Poppins" pitchFamily="2" charset="77"/>
                <a:cs typeface="Poppins" pitchFamily="2" charset="77"/>
              </a:rPr>
              <a:t>Condução da dinâmica: </a:t>
            </a:r>
          </a:p>
          <a:p>
            <a:pPr marL="171450" indent="-171450" rtl="0" fontAlgn="base">
              <a:buFont typeface="Arial" panose="020B0604020202020204" pitchFamily="34" charset="0"/>
              <a:buChar char="•"/>
            </a:pPr>
            <a:r>
              <a:rPr lang="pt-BR" sz="1000" dirty="0">
                <a:latin typeface="Poppins" pitchFamily="2" charset="77"/>
                <a:cs typeface="Poppins" pitchFamily="2" charset="77"/>
              </a:rPr>
              <a:t>explique que esta parte da seção, Então ficamos assim..., é um momento de reflexão e esclarecimento sobre os conceitos abordados na aula;</a:t>
            </a:r>
          </a:p>
          <a:p>
            <a:pPr marL="171450" indent="-171450" fontAlgn="base">
              <a:buFont typeface="Arial" panose="020B0604020202020204" pitchFamily="34" charset="0"/>
              <a:buChar char="•"/>
            </a:pPr>
            <a:r>
              <a:rPr lang="pt-BR" sz="1000" dirty="0">
                <a:latin typeface="Poppins" pitchFamily="2" charset="77"/>
                <a:cs typeface="Poppins" pitchFamily="2" charset="77"/>
              </a:rPr>
              <a:t>informe que será uma rápida revisão para assegurar que os entendimentos dos estudantes estão alinhados com as definições corretas dos conceitos;</a:t>
            </a:r>
          </a:p>
          <a:p>
            <a:pPr marL="171450" indent="-171450" fontAlgn="base">
              <a:buFont typeface="Arial" panose="020B0604020202020204" pitchFamily="34" charset="0"/>
              <a:buChar char="•"/>
            </a:pPr>
            <a:r>
              <a:rPr lang="pt-BR" sz="1000" dirty="0">
                <a:latin typeface="Poppins" pitchFamily="2" charset="77"/>
                <a:cs typeface="Poppins" pitchFamily="2" charset="77"/>
              </a:rPr>
              <a:t>apresente o slide com a definição sintética de cada conceito principal discutido na aula;</a:t>
            </a:r>
          </a:p>
          <a:p>
            <a:pPr marL="171450" indent="-171450" fontAlgn="base">
              <a:buFont typeface="Arial" panose="020B0604020202020204" pitchFamily="34" charset="0"/>
              <a:buChar char="•"/>
            </a:pPr>
            <a:r>
              <a:rPr lang="pt-BR" sz="1000" dirty="0">
                <a:latin typeface="Poppins" pitchFamily="2" charset="77"/>
                <a:cs typeface="Poppins" pitchFamily="2" charset="77"/>
              </a:rPr>
              <a:t>destaque se as contribuições dos estudantes estavam alinhadas com o conceito e ofereça esclarecimentos rápidos caso haja discrepâncias ou mal-entendidos;</a:t>
            </a:r>
          </a:p>
          <a:p>
            <a:pPr marL="171450" indent="-171450" fontAlgn="base">
              <a:buFont typeface="Arial" panose="020B0604020202020204" pitchFamily="34" charset="0"/>
              <a:buChar char="•"/>
            </a:pPr>
            <a:r>
              <a:rPr lang="pt-BR" sz="1000" dirty="0">
                <a:latin typeface="Poppins" pitchFamily="2" charset="77"/>
                <a:cs typeface="Poppins" pitchFamily="2" charset="77"/>
              </a:rPr>
              <a:t>finalize resumindo os pontos principais e reiterando a importância de cada conceito e como ele se encaixa no contexto maior da aula;</a:t>
            </a:r>
          </a:p>
          <a:p>
            <a:pPr marL="171450" indent="-171450" rtl="0" fontAlgn="base">
              <a:buFont typeface="Arial" panose="020B0604020202020204" pitchFamily="34" charset="0"/>
              <a:buChar char="•"/>
            </a:pPr>
            <a:r>
              <a:rPr lang="pt-BR" sz="1000" dirty="0">
                <a:latin typeface="Poppins" pitchFamily="2" charset="77"/>
                <a:cs typeface="Poppins" pitchFamily="2" charset="77"/>
              </a:rPr>
              <a:t>reforce a ideia de que essa revisão ajuda a solidificar o entendimento dos estudantes e prepará-los para aplicar esses conceitos em situações práticas.</a:t>
            </a:r>
          </a:p>
          <a:p>
            <a:pPr rtl="0" fontAlgn="base"/>
            <a:endParaRPr lang="pt-BR" sz="1000" b="1" dirty="0">
              <a:latin typeface="Poppins" pitchFamily="2" charset="77"/>
              <a:cs typeface="Poppins" pitchFamily="2" charset="77"/>
            </a:endParaRPr>
          </a:p>
          <a:p>
            <a:pPr rtl="0" fontAlgn="base"/>
            <a:r>
              <a:rPr lang="pt-BR" sz="1000" b="1" dirty="0">
                <a:latin typeface="Poppins" pitchFamily="2" charset="77"/>
                <a:cs typeface="Poppins" pitchFamily="2" charset="77"/>
              </a:rPr>
              <a:t>Expectativas de respostas: </a:t>
            </a:r>
          </a:p>
          <a:p>
            <a:pPr rtl="0" fontAlgn="base"/>
            <a:r>
              <a:rPr lang="pt-BR" sz="1000" dirty="0">
                <a:latin typeface="Poppins" pitchFamily="2" charset="77"/>
                <a:cs typeface="Poppins" pitchFamily="2" charset="77"/>
              </a:rPr>
              <a:t>Os estudantes devem sair da aula com um entendimento claro e preciso dos conceitos principais. A atividade serve como uma verificação rápida do entendimento dos estudantes e é uma oportunidade para corrigir quaisquer mal-entendidos.  </a:t>
            </a:r>
          </a:p>
        </p:txBody>
      </p:sp>
      <p:sp>
        <p:nvSpPr>
          <p:cNvPr id="19" name="Google Shape;1740;p54">
            <a:extLst>
              <a:ext uri="{FF2B5EF4-FFF2-40B4-BE49-F238E27FC236}">
                <a16:creationId xmlns:a16="http://schemas.microsoft.com/office/drawing/2014/main" id="{7ECB9E2B-2611-8FA7-2DD0-5B125EE2F2E4}"/>
              </a:ext>
            </a:extLst>
          </p:cNvPr>
          <p:cNvSpPr/>
          <p:nvPr/>
        </p:nvSpPr>
        <p:spPr>
          <a:xfrm>
            <a:off x="492658" y="5591562"/>
            <a:ext cx="386080" cy="382464"/>
          </a:xfrm>
          <a:prstGeom prst="ellipse">
            <a:avLst/>
          </a:prstGeom>
          <a:solidFill>
            <a:srgbClr val="AAA6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467" b="0" i="0" u="none" strike="noStrike" cap="none" dirty="0">
              <a:solidFill>
                <a:schemeClr val="dk1"/>
              </a:solidFill>
              <a:latin typeface="Arial"/>
              <a:ea typeface="Arial"/>
              <a:cs typeface="Arial"/>
              <a:sym typeface="Arial"/>
            </a:endParaRPr>
          </a:p>
        </p:txBody>
      </p:sp>
      <p:sp>
        <p:nvSpPr>
          <p:cNvPr id="20" name="Google Shape;1741;p54">
            <a:extLst>
              <a:ext uri="{FF2B5EF4-FFF2-40B4-BE49-F238E27FC236}">
                <a16:creationId xmlns:a16="http://schemas.microsoft.com/office/drawing/2014/main" id="{61D79F29-4AF5-C856-94BD-8E7BDECC2BB9}"/>
              </a:ext>
            </a:extLst>
          </p:cNvPr>
          <p:cNvSpPr txBox="1"/>
          <p:nvPr/>
        </p:nvSpPr>
        <p:spPr>
          <a:xfrm>
            <a:off x="970280" y="5034407"/>
            <a:ext cx="5923280" cy="613375"/>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None/>
            </a:pPr>
            <a:r>
              <a:rPr lang="pt-BR" sz="3000" b="1" i="0" u="none" strike="noStrike" cap="none" dirty="0">
                <a:solidFill>
                  <a:schemeClr val="lt1"/>
                </a:solidFill>
                <a:latin typeface="Poppins"/>
                <a:ea typeface="Poppins"/>
                <a:cs typeface="Poppins"/>
                <a:sym typeface="Poppins"/>
              </a:rPr>
              <a:t>Slide 18</a:t>
            </a:r>
            <a:endParaRPr dirty="0"/>
          </a:p>
        </p:txBody>
      </p:sp>
      <p:sp>
        <p:nvSpPr>
          <p:cNvPr id="21" name="Google Shape;1743;p54">
            <a:extLst>
              <a:ext uri="{FF2B5EF4-FFF2-40B4-BE49-F238E27FC236}">
                <a16:creationId xmlns:a16="http://schemas.microsoft.com/office/drawing/2014/main" id="{FAEEBB2F-5DAD-FC1C-B035-1E2B1E2B8ACE}"/>
              </a:ext>
            </a:extLst>
          </p:cNvPr>
          <p:cNvSpPr/>
          <p:nvPr/>
        </p:nvSpPr>
        <p:spPr>
          <a:xfrm>
            <a:off x="483033" y="6120580"/>
            <a:ext cx="386080" cy="382464"/>
          </a:xfrm>
          <a:prstGeom prst="ellipse">
            <a:avLst/>
          </a:prstGeom>
          <a:solidFill>
            <a:srgbClr val="AAA6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467" b="0" i="0" u="none" strike="noStrike" cap="none">
              <a:solidFill>
                <a:schemeClr val="dk1"/>
              </a:solidFill>
              <a:latin typeface="Arial"/>
              <a:ea typeface="Arial"/>
              <a:cs typeface="Arial"/>
              <a:sym typeface="Arial"/>
            </a:endParaRPr>
          </a:p>
        </p:txBody>
      </p:sp>
      <p:sp>
        <p:nvSpPr>
          <p:cNvPr id="22" name="Google Shape;1749;p54">
            <a:extLst>
              <a:ext uri="{FF2B5EF4-FFF2-40B4-BE49-F238E27FC236}">
                <a16:creationId xmlns:a16="http://schemas.microsoft.com/office/drawing/2014/main" id="{F5A8EF78-214B-E416-269C-83049A92E1AD}"/>
              </a:ext>
            </a:extLst>
          </p:cNvPr>
          <p:cNvSpPr/>
          <p:nvPr/>
        </p:nvSpPr>
        <p:spPr>
          <a:xfrm>
            <a:off x="569795" y="5695429"/>
            <a:ext cx="237236" cy="200737"/>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p:txBody>
      </p:sp>
      <p:pic>
        <p:nvPicPr>
          <p:cNvPr id="23" name="Google Shape;1751;p54">
            <a:extLst>
              <a:ext uri="{FF2B5EF4-FFF2-40B4-BE49-F238E27FC236}">
                <a16:creationId xmlns:a16="http://schemas.microsoft.com/office/drawing/2014/main" id="{94C02F87-604D-691A-E1BB-A765BC3FDF55}"/>
              </a:ext>
            </a:extLst>
          </p:cNvPr>
          <p:cNvPicPr preferRelativeResize="0"/>
          <p:nvPr/>
        </p:nvPicPr>
        <p:blipFill rotWithShape="1">
          <a:blip r:embed="rId8">
            <a:alphaModFix/>
          </a:blip>
          <a:srcRect/>
          <a:stretch/>
        </p:blipFill>
        <p:spPr>
          <a:xfrm>
            <a:off x="598850" y="6208684"/>
            <a:ext cx="154445" cy="193056"/>
          </a:xfrm>
          <a:prstGeom prst="rect">
            <a:avLst/>
          </a:prstGeom>
          <a:noFill/>
          <a:ln>
            <a:noFill/>
          </a:ln>
        </p:spPr>
      </p:pic>
      <p:sp>
        <p:nvSpPr>
          <p:cNvPr id="24" name="Google Shape;1260;p25">
            <a:extLst>
              <a:ext uri="{FF2B5EF4-FFF2-40B4-BE49-F238E27FC236}">
                <a16:creationId xmlns:a16="http://schemas.microsoft.com/office/drawing/2014/main" id="{011974D9-9694-45AA-21E6-2DD2A73FFCAB}"/>
              </a:ext>
            </a:extLst>
          </p:cNvPr>
          <p:cNvSpPr txBox="1"/>
          <p:nvPr/>
        </p:nvSpPr>
        <p:spPr>
          <a:xfrm>
            <a:off x="992497" y="5647782"/>
            <a:ext cx="10251300" cy="830987"/>
          </a:xfrm>
          <a:prstGeom prst="rect">
            <a:avLst/>
          </a:prstGeom>
          <a:noFill/>
          <a:ln>
            <a:noFill/>
          </a:ln>
        </p:spPr>
        <p:txBody>
          <a:bodyPr spcFirstLastPara="1" wrap="square" lIns="60950" tIns="30475" rIns="60950" bIns="30475" anchor="t" anchorCtr="0">
            <a:spAutoFit/>
          </a:bodyPr>
          <a:lstStyle/>
          <a:p>
            <a:pPr marL="0" marR="0" lvl="0" indent="0" rtl="0">
              <a:lnSpc>
                <a:spcPct val="100000"/>
              </a:lnSpc>
              <a:spcBef>
                <a:spcPts val="0"/>
              </a:spcBef>
              <a:spcAft>
                <a:spcPts val="0"/>
              </a:spcAft>
              <a:buClr>
                <a:srgbClr val="000000"/>
              </a:buClr>
              <a:buSzPts val="933"/>
              <a:buFont typeface="Arial"/>
              <a:buNone/>
            </a:pPr>
            <a:r>
              <a:rPr lang="pt-BR" sz="1000" b="1" i="0" u="none" strike="noStrike" cap="none" dirty="0">
                <a:solidFill>
                  <a:srgbClr val="000000"/>
                </a:solidFill>
                <a:latin typeface="Poppins" pitchFamily="2" charset="77"/>
                <a:ea typeface="Poppins"/>
                <a:cs typeface="Poppins" pitchFamily="2" charset="77"/>
                <a:sym typeface="Poppins"/>
              </a:rPr>
              <a:t>Orientações: </a:t>
            </a:r>
            <a:r>
              <a:rPr lang="pt-BR" sz="1000" dirty="0">
                <a:latin typeface="Poppins" pitchFamily="2" charset="77"/>
                <a:ea typeface="Poppins"/>
                <a:cs typeface="Poppins" pitchFamily="2" charset="77"/>
                <a:sym typeface="Poppins"/>
              </a:rPr>
              <a:t>p</a:t>
            </a:r>
            <a:r>
              <a:rPr lang="pt-BR" sz="1000" b="0" i="0" u="none" strike="noStrike" cap="none" dirty="0">
                <a:solidFill>
                  <a:srgbClr val="000000"/>
                </a:solidFill>
                <a:latin typeface="Poppins" pitchFamily="2" charset="77"/>
                <a:ea typeface="Poppins"/>
                <a:cs typeface="Poppins" pitchFamily="2" charset="77"/>
                <a:sym typeface="Poppins"/>
              </a:rPr>
              <a:t>rofessor, a seção </a:t>
            </a:r>
            <a:r>
              <a:rPr lang="pt-BR" sz="1000" b="1" i="0" u="none" strike="noStrike" cap="none" dirty="0">
                <a:solidFill>
                  <a:srgbClr val="000000"/>
                </a:solidFill>
                <a:latin typeface="Poppins" pitchFamily="2" charset="77"/>
                <a:ea typeface="Poppins"/>
                <a:cs typeface="Poppins" pitchFamily="2" charset="77"/>
                <a:sym typeface="Poppins"/>
              </a:rPr>
              <a:t>Saiba mais </a:t>
            </a:r>
            <a:r>
              <a:rPr lang="pt-BR" sz="1000" b="0" i="0" u="none" strike="noStrike" cap="none" dirty="0">
                <a:solidFill>
                  <a:srgbClr val="000000"/>
                </a:solidFill>
                <a:latin typeface="Poppins" pitchFamily="2" charset="77"/>
                <a:ea typeface="Poppins"/>
                <a:cs typeface="Poppins" pitchFamily="2" charset="77"/>
                <a:sym typeface="Poppins"/>
              </a:rPr>
              <a:t>tem o objetivo de </a:t>
            </a:r>
            <a:r>
              <a:rPr lang="pt-BR" sz="1000" dirty="0">
                <a:latin typeface="Poppins" pitchFamily="2" charset="77"/>
                <a:cs typeface="Poppins" pitchFamily="2" charset="77"/>
              </a:rPr>
              <a:t>complementar os tópicos expostos, apresentando aos estudantes recursos extraclasse para complementar sua formação. Reserve o minuto final da aula para sugerir este aprofundamento.</a:t>
            </a:r>
          </a:p>
          <a:p>
            <a:pPr marL="0" marR="0" lvl="0" indent="0" rtl="0">
              <a:lnSpc>
                <a:spcPct val="100000"/>
              </a:lnSpc>
              <a:spcBef>
                <a:spcPts val="0"/>
              </a:spcBef>
              <a:spcAft>
                <a:spcPts val="0"/>
              </a:spcAft>
              <a:buClr>
                <a:srgbClr val="000000"/>
              </a:buClr>
              <a:buSzPts val="933"/>
              <a:buFont typeface="Arial"/>
              <a:buNone/>
            </a:pPr>
            <a:endParaRPr sz="1000" b="0" i="0" u="none" strike="noStrike" cap="none" dirty="0">
              <a:solidFill>
                <a:srgbClr val="000000"/>
              </a:solidFill>
              <a:latin typeface="Poppins" pitchFamily="2" charset="77"/>
              <a:ea typeface="Poppins"/>
              <a:cs typeface="Poppins" pitchFamily="2" charset="77"/>
              <a:sym typeface="Poppins"/>
            </a:endParaRPr>
          </a:p>
          <a:p>
            <a:pPr marL="0" marR="0" lvl="0" indent="0" rtl="0">
              <a:lnSpc>
                <a:spcPct val="100000"/>
              </a:lnSpc>
              <a:spcBef>
                <a:spcPts val="0"/>
              </a:spcBef>
              <a:spcAft>
                <a:spcPts val="0"/>
              </a:spcAft>
              <a:buClr>
                <a:srgbClr val="000000"/>
              </a:buClr>
              <a:buSzPts val="933"/>
              <a:buFont typeface="Arial"/>
              <a:buNone/>
            </a:pPr>
            <a:endParaRPr sz="1000" b="0" i="0" u="none" strike="noStrike" cap="none" dirty="0">
              <a:solidFill>
                <a:srgbClr val="000000"/>
              </a:solidFill>
              <a:latin typeface="Poppins" pitchFamily="2" charset="77"/>
              <a:ea typeface="Poppins"/>
              <a:cs typeface="Poppins" pitchFamily="2" charset="77"/>
              <a:sym typeface="Poppins"/>
            </a:endParaRPr>
          </a:p>
          <a:p>
            <a:pPr marL="0" marR="0" lvl="0" indent="0" rtl="0">
              <a:lnSpc>
                <a:spcPct val="100000"/>
              </a:lnSpc>
              <a:spcBef>
                <a:spcPts val="0"/>
              </a:spcBef>
              <a:spcAft>
                <a:spcPts val="0"/>
              </a:spcAft>
              <a:buClr>
                <a:srgbClr val="000000"/>
              </a:buClr>
              <a:buSzPts val="933"/>
              <a:buFont typeface="Arial"/>
              <a:buNone/>
            </a:pPr>
            <a:r>
              <a:rPr lang="pt-BR" sz="1000" b="1" i="0" u="none" strike="noStrike" cap="none" dirty="0">
                <a:solidFill>
                  <a:srgbClr val="000000"/>
                </a:solidFill>
                <a:latin typeface="Poppins" pitchFamily="2" charset="77"/>
                <a:ea typeface="Poppins"/>
                <a:cs typeface="Poppins" pitchFamily="2" charset="77"/>
                <a:sym typeface="Poppins"/>
              </a:rPr>
              <a:t>Tempo previsto: </a:t>
            </a:r>
            <a:r>
              <a:rPr lang="pt-BR" sz="1000" dirty="0">
                <a:latin typeface="Poppins" pitchFamily="2" charset="77"/>
                <a:ea typeface="Poppins"/>
                <a:cs typeface="Poppins" pitchFamily="2" charset="77"/>
                <a:sym typeface="Poppins"/>
              </a:rPr>
              <a:t>1</a:t>
            </a:r>
            <a:r>
              <a:rPr lang="pt-BR" sz="1000" b="0" i="0" u="none" strike="noStrike" cap="none" dirty="0">
                <a:solidFill>
                  <a:srgbClr val="000000"/>
                </a:solidFill>
                <a:latin typeface="Poppins" pitchFamily="2" charset="77"/>
                <a:ea typeface="Poppins"/>
                <a:cs typeface="Poppins" pitchFamily="2" charset="77"/>
                <a:sym typeface="Poppins"/>
              </a:rPr>
              <a:t> minuto.</a:t>
            </a:r>
            <a:endParaRPr sz="1000" b="0" i="0" u="none" strike="noStrike" cap="none" dirty="0">
              <a:solidFill>
                <a:srgbClr val="000000"/>
              </a:solidFill>
              <a:latin typeface="Poppins" pitchFamily="2" charset="77"/>
              <a:cs typeface="Poppins" pitchFamily="2" charset="77"/>
              <a:sym typeface="Arial"/>
            </a:endParaRPr>
          </a:p>
        </p:txBody>
      </p:sp>
    </p:spTree>
    <p:extLst>
      <p:ext uri="{BB962C8B-B14F-4D97-AF65-F5344CB8AC3E}">
        <p14:creationId xmlns:p14="http://schemas.microsoft.com/office/powerpoint/2010/main" val="145252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294182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rmAutofit/>
      </a:bodyPr>
      <a:lstStyle>
        <a:defPPr algn="l">
          <a:defRPr sz="2400" dirty="0"/>
        </a:defPPr>
      </a:lstStyle>
    </a:txDef>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0AF221F30FA1D846BC6503DE840D959B" ma:contentTypeVersion="8" ma:contentTypeDescription="Crie um novo documento." ma:contentTypeScope="" ma:versionID="64f56a52a51cc80b8ddb3d94a2f0550b">
  <xsd:schema xmlns:xsd="http://www.w3.org/2001/XMLSchema" xmlns:xs="http://www.w3.org/2001/XMLSchema" xmlns:p="http://schemas.microsoft.com/office/2006/metadata/properties" xmlns:ns2="4facdbb2-8ef9-464d-a709-26ca1c337062" targetNamespace="http://schemas.microsoft.com/office/2006/metadata/properties" ma:root="true" ma:fieldsID="6bd439814cc2a84ec9ae5087f29ffa06" ns2:_="">
    <xsd:import namespace="4facdbb2-8ef9-464d-a709-26ca1c33706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acdbb2-8ef9-464d-a709-26ca1c3370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27590F2-902A-4FFC-B993-9715B30E05AB}">
  <ds:schemaRefs>
    <ds:schemaRef ds:uri="http://schemas.microsoft.com/sharepoint/v3/contenttype/forms"/>
  </ds:schemaRefs>
</ds:datastoreItem>
</file>

<file path=customXml/itemProps2.xml><?xml version="1.0" encoding="utf-8"?>
<ds:datastoreItem xmlns:ds="http://schemas.openxmlformats.org/officeDocument/2006/customXml" ds:itemID="{EC661F7A-1649-4A39-91A5-A3893F5678E5}">
  <ds:schemaRefs>
    <ds:schemaRef ds:uri="4facdbb2-8ef9-464d-a709-26ca1c337062"/>
    <ds:schemaRef ds:uri="http://purl.org/dc/terms/"/>
    <ds:schemaRef ds:uri="http://schemas.microsoft.com/office/2006/documentManagement/types"/>
    <ds:schemaRef ds:uri="http://www.w3.org/XML/1998/namespace"/>
    <ds:schemaRef ds:uri="http://schemas.openxmlformats.org/package/2006/metadata/core-properties"/>
    <ds:schemaRef ds:uri="http://purl.org/dc/elements/1.1/"/>
    <ds:schemaRef ds:uri="http://schemas.microsoft.com/office/infopath/2007/PartnerControls"/>
    <ds:schemaRef ds:uri="http://purl.org/dc/dcmitype/"/>
    <ds:schemaRef ds:uri="http://schemas.microsoft.com/office/2006/metadata/properties"/>
  </ds:schemaRefs>
</ds:datastoreItem>
</file>

<file path=customXml/itemProps3.xml><?xml version="1.0" encoding="utf-8"?>
<ds:datastoreItem xmlns:ds="http://schemas.openxmlformats.org/officeDocument/2006/customXml" ds:itemID="{8F2396A6-4422-4B27-B95E-3A964ABD2F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acdbb2-8ef9-464d-a709-26ca1c33706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7950</TotalTime>
  <Words>2586</Words>
  <Application>Microsoft Office PowerPoint</Application>
  <PresentationFormat>Widescreen</PresentationFormat>
  <Paragraphs>240</Paragraphs>
  <Slides>26</Slides>
  <Notes>18</Notes>
  <HiddenSlides>7</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26</vt:i4>
      </vt:variant>
    </vt:vector>
  </HeadingPairs>
  <TitlesOfParts>
    <vt:vector size="34" baseType="lpstr">
      <vt:lpstr>Poppins</vt:lpstr>
      <vt:lpstr>Poppins Light</vt:lpstr>
      <vt:lpstr>Arial</vt:lpstr>
      <vt:lpstr>Wingdings</vt:lpstr>
      <vt:lpstr>Poppins Bold</vt:lpstr>
      <vt:lpstr>Poppins Medium</vt:lpstr>
      <vt:lpstr>Calibri</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Caco Bressane Ilustração e Design</dc:creator>
  <cp:lastModifiedBy>LUCA SANTIAGO ROCHA</cp:lastModifiedBy>
  <cp:revision>1378</cp:revision>
  <dcterms:modified xsi:type="dcterms:W3CDTF">2026-01-29T14:09:08Z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0x0101000AF221F30FA1D846BC6503DE840D959B</vt:lpwstr>
  </property>
  <property fmtid="{D5CDD505-2E9C-101B-9397-08002B2CF9AE}" pid="3" name="MediaServiceImageTags">
    <vt:lpwstr/>
  </property>
  <property fmtid="{D5CDD505-2E9C-101B-9397-08002B2CF9AE}" pid="4" name="Order">
    <vt:lpwstr>378100.000000000</vt:lpwstr>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ies>
</file>