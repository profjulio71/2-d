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1.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4"/>
  </p:sldMasterIdLst>
  <p:notesMasterIdLst>
    <p:notesMasterId r:id="rId29"/>
  </p:notesMasterIdLst>
  <p:handoutMasterIdLst>
    <p:handoutMasterId r:id="rId30"/>
  </p:handoutMasterIdLst>
  <p:sldIdLst>
    <p:sldId id="498" r:id="rId5"/>
    <p:sldId id="608" r:id="rId6"/>
    <p:sldId id="536" r:id="rId7"/>
    <p:sldId id="537" r:id="rId8"/>
    <p:sldId id="828" r:id="rId9"/>
    <p:sldId id="557" r:id="rId10"/>
    <p:sldId id="1382" r:id="rId11"/>
    <p:sldId id="1319" r:id="rId12"/>
    <p:sldId id="1398" r:id="rId13"/>
    <p:sldId id="563" r:id="rId14"/>
    <p:sldId id="1383" r:id="rId15"/>
    <p:sldId id="1399" r:id="rId16"/>
    <p:sldId id="855" r:id="rId17"/>
    <p:sldId id="856" r:id="rId18"/>
    <p:sldId id="532" r:id="rId19"/>
    <p:sldId id="527" r:id="rId20"/>
    <p:sldId id="266" r:id="rId21"/>
    <p:sldId id="519" r:id="rId22"/>
    <p:sldId id="576" r:id="rId23"/>
    <p:sldId id="577" r:id="rId24"/>
    <p:sldId id="1318" r:id="rId25"/>
    <p:sldId id="1340" r:id="rId26"/>
    <p:sldId id="679" r:id="rId27"/>
    <p:sldId id="550" r:id="rId28"/>
  </p:sldIdLst>
  <p:sldSz cx="12192000" cy="6858000"/>
  <p:notesSz cx="6858000" cy="9144000"/>
  <p:embeddedFontLst>
    <p:embeddedFont>
      <p:font typeface="Poppins" panose="00000500000000000000" pitchFamily="2" charset="0"/>
      <p:regular r:id="rId31"/>
      <p:bold r:id="rId32"/>
      <p:italic r:id="rId33"/>
      <p:boldItalic r:id="rId34"/>
    </p:embeddedFont>
    <p:embeddedFont>
      <p:font typeface="Poppins Bold" panose="00000800000000000000" pitchFamily="2" charset="0"/>
      <p:regular r:id="rId35"/>
      <p:bold r:id="rId36"/>
      <p:italic r:id="rId37"/>
      <p:boldItalic r:id="rId38"/>
    </p:embeddedFont>
    <p:embeddedFont>
      <p:font typeface="Poppins Light" panose="00000400000000000000" pitchFamily="2" charset="0"/>
      <p:regular r:id="rId39"/>
      <p:bold r:id="rId40"/>
      <p:italic r:id="rId41"/>
      <p:boldItalic r:id="rId42"/>
    </p:embeddedFont>
    <p:embeddedFont>
      <p:font typeface="Poppins Medium" panose="000006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A610C16-66F6-B1A4-9D90-062FE2F1FDF0}" name="Marcos Gimenes" initials="MG" userId="c32f034e2807843d" providerId="Windows Live"/>
  <p188:author id="{5D93F123-A5E2-A62B-D9E3-D9303D1BB86B}" name="Gustavo Cruz dos Reis" initials="GC" userId="S::greis@vanzolini-ead.org.br::837664e1-438f-44d7-9e01-7f6012fe004f" providerId="AD"/>
  <p188:author id="{C6975768-E079-2129-EF66-8C7D8D20589C}" name="Usuário Convidado" initials="UC" userId="S::urn:spo:anon#9c1a6640c4cf430e37b8e52984f4ed92aa1896e2c9d3b1637fd5ce4c8fd5c9d5::" providerId="AD"/>
  <p188:author id="{A42D7C86-2999-ABEF-315C-7093285DA929}" name="Usuário Convidado" initials="UC" userId="S::urn:spo:tenantanon#4a187474-b69b-445f-9d2d-b39f721fca7f::" providerId="AD"/>
  <p188:author id="{BFFA9486-43ED-CA1A-8701-A106D5798246}" name="Mainã Greeb Vicente" initials="MV" userId="S::mgreeb@vanzolini-ead.org.br::fd9f705a-0a89-4b5e-afba-2e796769ec11" providerId="AD"/>
  <p188:author id="{8DD8E787-7B43-E508-6891-C6122D24A71C}" name="Douglas José Mendonça" initials="DM" userId="4153c5f748151241" providerId="Windows Live"/>
  <p188:author id="{377AEB95-F34C-FEB2-A03E-D3DA85656470}" name="Izabella Saadi Cerutti" initials="IS" userId="4295702eb40843b9" providerId="Windows Live"/>
  <p188:author id="{EA7E6897-FBE9-9C70-C068-FD298403604C}" name="JOSE AVELINO PLACCA" initials="JP" userId="S::jose.placca@fatec.sp.gov.br::5607103a-18bc-4249-a88b-cf9b68ce5d63" providerId="AD"/>
  <p188:author id="{B74062B8-8947-A910-EE1E-8786B94DA4B0}" name="Douglas José Mendonça" initials="DM" userId="S::douglas_mendonca@vanzolini-ead.org.br::5072134e-9038-4068-846d-3ccb0206f133" providerId="AD"/>
  <p188:author id="{9D095BDE-F5FA-7BD7-1A64-22CC9666D052}" name="Victor Frohlich" initials="VF" userId="1cc2284370bbaaa1" providerId="Windows Live"/>
  <p188:author id="{E0388DF7-5B9F-86E5-E6C5-3F344187204B}" name="Eloisa Dalbem" initials="ED" userId="S::eldalbem@vanzolini-ead.org.br::9ae0c03a-8642-493e-97df-c9fd93e6c39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D050"/>
    <a:srgbClr val="7030A0"/>
    <a:srgbClr val="FF0000"/>
    <a:srgbClr val="AAA6D3"/>
    <a:srgbClr val="FFFFFF"/>
    <a:srgbClr val="EE0000"/>
    <a:srgbClr val="3E3593"/>
    <a:srgbClr val="312F67"/>
    <a:srgbClr val="EC4E58"/>
    <a:srgbClr val="E83D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03719F-13D5-546D-EA3C-D6A34DA51083}" v="9" dt="2025-10-13T02:41:33.905"/>
    <p1510:client id="{54A1C420-C765-A997-B3E2-F49EEE7DA50D}" v="96" dt="2025-10-14T22:14:43.463"/>
  </p1510:revLst>
</p1510:revInfo>
</file>

<file path=ppt/tableStyles.xml><?xml version="1.0" encoding="utf-8"?>
<a:tblStyleLst xmlns:a="http://schemas.openxmlformats.org/drawingml/2006/main" def="{58B62AC2-CBFF-4FEF-A790-FB120B6FE34D}">
  <a:tblStyle styleId="{58B62AC2-CBFF-4FEF-A790-FB120B6FE34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35" autoAdjust="0"/>
    <p:restoredTop sz="92636" autoAdjust="0"/>
  </p:normalViewPr>
  <p:slideViewPr>
    <p:cSldViewPr snapToGrid="0">
      <p:cViewPr varScale="1">
        <p:scale>
          <a:sx n="82" d="100"/>
          <a:sy n="82" d="100"/>
        </p:scale>
        <p:origin x="600" y="6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9.fntdata"/><Relationship Id="rId21" Type="http://schemas.openxmlformats.org/officeDocument/2006/relationships/slide" Target="slides/slide17.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notesMaster" Target="notesMasters/notesMaster1.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6.fntdata"/><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fntdata"/><Relationship Id="rId44" Type="http://schemas.openxmlformats.org/officeDocument/2006/relationships/font" Target="fonts/font14.fntdata"/><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viewProps" Target="viewProps.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6.xml"/><Relationship Id="rId41" Type="http://schemas.openxmlformats.org/officeDocument/2006/relationships/font" Target="fonts/font11.fntdata"/><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0820016A-23B3-8332-53D6-57FE04C281E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dirty="0"/>
          </a:p>
        </p:txBody>
      </p:sp>
      <p:sp>
        <p:nvSpPr>
          <p:cNvPr id="3" name="Espaço Reservado para Data 2">
            <a:extLst>
              <a:ext uri="{FF2B5EF4-FFF2-40B4-BE49-F238E27FC236}">
                <a16:creationId xmlns:a16="http://schemas.microsoft.com/office/drawing/2014/main" id="{378ABBCA-ED84-8C3A-7D17-F6393BAD02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BE6816-8789-481E-B2F2-61889E0E8584}" type="datetimeFigureOut">
              <a:rPr lang="pt-BR" smtClean="0"/>
              <a:t>28/01/2026</a:t>
            </a:fld>
            <a:endParaRPr lang="pt-BR" dirty="0"/>
          </a:p>
        </p:txBody>
      </p:sp>
      <p:sp>
        <p:nvSpPr>
          <p:cNvPr id="4" name="Espaço Reservado para Rodapé 3">
            <a:extLst>
              <a:ext uri="{FF2B5EF4-FFF2-40B4-BE49-F238E27FC236}">
                <a16:creationId xmlns:a16="http://schemas.microsoft.com/office/drawing/2014/main" id="{E140203C-C3C0-C509-C3D9-F91275DBAE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dirty="0"/>
          </a:p>
        </p:txBody>
      </p:sp>
      <p:sp>
        <p:nvSpPr>
          <p:cNvPr id="5" name="Espaço Reservado para Número de Slide 4">
            <a:extLst>
              <a:ext uri="{FF2B5EF4-FFF2-40B4-BE49-F238E27FC236}">
                <a16:creationId xmlns:a16="http://schemas.microsoft.com/office/drawing/2014/main" id="{A7A17361-C8A0-CABB-2146-B5B19E39C2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44F6E5-A54A-42CC-B250-9D06C7C52CD8}" type="slidenum">
              <a:rPr lang="pt-BR" smtClean="0"/>
              <a:t>‹nº›</a:t>
            </a:fld>
            <a:endParaRPr lang="pt-BR" dirty="0"/>
          </a:p>
        </p:txBody>
      </p:sp>
    </p:spTree>
    <p:extLst>
      <p:ext uri="{BB962C8B-B14F-4D97-AF65-F5344CB8AC3E}">
        <p14:creationId xmlns:p14="http://schemas.microsoft.com/office/powerpoint/2010/main" val="28184384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0653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i="1" dirty="0"/>
          </a:p>
        </p:txBody>
      </p:sp>
      <p:sp>
        <p:nvSpPr>
          <p:cNvPr id="641" name="Google Shape;64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993556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52" name="Google Shape;65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47257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a:extLst>
            <a:ext uri="{FF2B5EF4-FFF2-40B4-BE49-F238E27FC236}">
              <a16:creationId xmlns:a16="http://schemas.microsoft.com/office/drawing/2014/main" id="{C17B253A-D33A-66AC-02D6-390A7960C63F}"/>
            </a:ext>
          </a:extLst>
        </p:cNvPr>
        <p:cNvGrpSpPr/>
        <p:nvPr/>
      </p:nvGrpSpPr>
      <p:grpSpPr>
        <a:xfrm>
          <a:off x="0" y="0"/>
          <a:ext cx="0" cy="0"/>
          <a:chOff x="0" y="0"/>
          <a:chExt cx="0" cy="0"/>
        </a:xfrm>
      </p:grpSpPr>
      <p:sp>
        <p:nvSpPr>
          <p:cNvPr id="688" name="Google Shape;688;p7:notes">
            <a:extLst>
              <a:ext uri="{FF2B5EF4-FFF2-40B4-BE49-F238E27FC236}">
                <a16:creationId xmlns:a16="http://schemas.microsoft.com/office/drawing/2014/main" id="{FF279A7A-E778-9EA2-D416-378DA625D83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t-BR" dirty="0"/>
              <a:t>© Getty Images</a:t>
            </a:r>
            <a:endParaRPr dirty="0"/>
          </a:p>
        </p:txBody>
      </p:sp>
      <p:sp>
        <p:nvSpPr>
          <p:cNvPr id="689" name="Google Shape;689;p7:notes">
            <a:extLst>
              <a:ext uri="{FF2B5EF4-FFF2-40B4-BE49-F238E27FC236}">
                <a16:creationId xmlns:a16="http://schemas.microsoft.com/office/drawing/2014/main" id="{49D3FE13-802A-F1DB-88CE-4301E69C386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07201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06233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a:extLst>
            <a:ext uri="{FF2B5EF4-FFF2-40B4-BE49-F238E27FC236}">
              <a16:creationId xmlns:a16="http://schemas.microsoft.com/office/drawing/2014/main" id="{F4B4FA1A-3CCF-C51F-0353-C46DFF60904C}"/>
            </a:ext>
          </a:extLst>
        </p:cNvPr>
        <p:cNvGrpSpPr/>
        <p:nvPr/>
      </p:nvGrpSpPr>
      <p:grpSpPr>
        <a:xfrm>
          <a:off x="0" y="0"/>
          <a:ext cx="0" cy="0"/>
          <a:chOff x="0" y="0"/>
          <a:chExt cx="0" cy="0"/>
        </a:xfrm>
      </p:grpSpPr>
      <p:sp>
        <p:nvSpPr>
          <p:cNvPr id="753" name="Google Shape;753;p13:notes">
            <a:extLst>
              <a:ext uri="{FF2B5EF4-FFF2-40B4-BE49-F238E27FC236}">
                <a16:creationId xmlns:a16="http://schemas.microsoft.com/office/drawing/2014/main" id="{5ABE5921-9E11-63AC-90C1-1811179DAD0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54" name="Google Shape;754;p13:notes">
            <a:extLst>
              <a:ext uri="{FF2B5EF4-FFF2-40B4-BE49-F238E27FC236}">
                <a16:creationId xmlns:a16="http://schemas.microsoft.com/office/drawing/2014/main" id="{BCD59D41-1F63-EEDD-B67E-E21B0708AC6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5682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a:extLst>
            <a:ext uri="{FF2B5EF4-FFF2-40B4-BE49-F238E27FC236}">
              <a16:creationId xmlns:a16="http://schemas.microsoft.com/office/drawing/2014/main" id="{A7DE8A29-76A9-91D6-C708-94C5664679C0}"/>
            </a:ext>
          </a:extLst>
        </p:cNvPr>
        <p:cNvGrpSpPr/>
        <p:nvPr/>
      </p:nvGrpSpPr>
      <p:grpSpPr>
        <a:xfrm>
          <a:off x="0" y="0"/>
          <a:ext cx="0" cy="0"/>
          <a:chOff x="0" y="0"/>
          <a:chExt cx="0" cy="0"/>
        </a:xfrm>
      </p:grpSpPr>
      <p:sp>
        <p:nvSpPr>
          <p:cNvPr id="753" name="Google Shape;753;p13:notes">
            <a:extLst>
              <a:ext uri="{FF2B5EF4-FFF2-40B4-BE49-F238E27FC236}">
                <a16:creationId xmlns:a16="http://schemas.microsoft.com/office/drawing/2014/main" id="{062CFE4E-E2D3-DF31-7F8F-D3575C82E7D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54" name="Google Shape;754;p13:notes">
            <a:extLst>
              <a:ext uri="{FF2B5EF4-FFF2-40B4-BE49-F238E27FC236}">
                <a16:creationId xmlns:a16="http://schemas.microsoft.com/office/drawing/2014/main" id="{CF743927-5B29-7D02-54DA-B14A8C4DFC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986339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a:extLst>
            <a:ext uri="{FF2B5EF4-FFF2-40B4-BE49-F238E27FC236}">
              <a16:creationId xmlns:a16="http://schemas.microsoft.com/office/drawing/2014/main" id="{972E7289-B856-8992-D52C-AFD2F59143D3}"/>
            </a:ext>
          </a:extLst>
        </p:cNvPr>
        <p:cNvGrpSpPr/>
        <p:nvPr/>
      </p:nvGrpSpPr>
      <p:grpSpPr>
        <a:xfrm>
          <a:off x="0" y="0"/>
          <a:ext cx="0" cy="0"/>
          <a:chOff x="0" y="0"/>
          <a:chExt cx="0" cy="0"/>
        </a:xfrm>
      </p:grpSpPr>
      <p:sp>
        <p:nvSpPr>
          <p:cNvPr id="753" name="Google Shape;753;p13:notes">
            <a:extLst>
              <a:ext uri="{FF2B5EF4-FFF2-40B4-BE49-F238E27FC236}">
                <a16:creationId xmlns:a16="http://schemas.microsoft.com/office/drawing/2014/main" id="{4F5186BE-8633-AD36-C964-6A98FD95718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54" name="Google Shape;754;p13:notes">
            <a:extLst>
              <a:ext uri="{FF2B5EF4-FFF2-40B4-BE49-F238E27FC236}">
                <a16:creationId xmlns:a16="http://schemas.microsoft.com/office/drawing/2014/main" id="{ED0EB00D-5DD3-47C9-9B18-1D523328070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30489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7B7453D5-FE37-90F7-0117-6A1069A41852}"/>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E55E856E-71F6-FFFC-27FF-C20FE327B80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a:extLst>
              <a:ext uri="{FF2B5EF4-FFF2-40B4-BE49-F238E27FC236}">
                <a16:creationId xmlns:a16="http://schemas.microsoft.com/office/drawing/2014/main" id="{C790690E-A198-1BF4-E669-670C98910B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984249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AB76F30A-5EFE-3CCD-F11E-167422ADB714}"/>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2E6B615F-FD7A-6DF5-7BA7-7B18B061F1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a:extLst>
              <a:ext uri="{FF2B5EF4-FFF2-40B4-BE49-F238E27FC236}">
                <a16:creationId xmlns:a16="http://schemas.microsoft.com/office/drawing/2014/main" id="{FC96FF24-BA94-5CD9-FF44-DCBA09F8214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663982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230400">
              <a:lnSpc>
                <a:spcPct val="107000"/>
              </a:lnSpc>
              <a:spcAft>
                <a:spcPts val="800"/>
              </a:spcAft>
            </a:pPr>
            <a:r>
              <a:rPr lang="pt-BR" sz="1800" kern="100" dirty="0">
                <a:effectLst/>
                <a:latin typeface="Poppins" pitchFamily="2" charset="77"/>
                <a:ea typeface="Aptos" panose="020B0004020202020204" pitchFamily="34" charset="0"/>
                <a:cs typeface="Times New Roman" panose="02020603050405020304" pitchFamily="18" charset="0"/>
              </a:rPr>
              <a:t>	</a:t>
            </a:r>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15</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603640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a:extLst>
            <a:ext uri="{FF2B5EF4-FFF2-40B4-BE49-F238E27FC236}">
              <a16:creationId xmlns:a16="http://schemas.microsoft.com/office/drawing/2014/main" id="{65F4DAEE-9901-3731-8F08-D283C21594AC}"/>
            </a:ext>
          </a:extLst>
        </p:cNvPr>
        <p:cNvGrpSpPr/>
        <p:nvPr/>
      </p:nvGrpSpPr>
      <p:grpSpPr>
        <a:xfrm>
          <a:off x="0" y="0"/>
          <a:ext cx="0" cy="0"/>
          <a:chOff x="0" y="0"/>
          <a:chExt cx="0" cy="0"/>
        </a:xfrm>
      </p:grpSpPr>
      <p:sp>
        <p:nvSpPr>
          <p:cNvPr id="723" name="Google Shape;723;g1e5198b4dfb_0_1:notes">
            <a:extLst>
              <a:ext uri="{FF2B5EF4-FFF2-40B4-BE49-F238E27FC236}">
                <a16:creationId xmlns:a16="http://schemas.microsoft.com/office/drawing/2014/main" id="{74B7CBA6-3C74-A542-6503-85E3ED027EE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pt-BR" dirty="0"/>
          </a:p>
        </p:txBody>
      </p:sp>
      <p:sp>
        <p:nvSpPr>
          <p:cNvPr id="724" name="Google Shape;724;g1e5198b4dfb_0_1:notes">
            <a:extLst>
              <a:ext uri="{FF2B5EF4-FFF2-40B4-BE49-F238E27FC236}">
                <a16:creationId xmlns:a16="http://schemas.microsoft.com/office/drawing/2014/main" id="{D3DB5D40-7473-12E9-B92C-1A646EAD81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04488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19" name="Google Shape;71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19</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094486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20</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77034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D8BA4-19C3-9F30-58CC-FF9B1F11B1C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12E36CD-B480-33FE-01D2-EEABE824FD6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CA338E7-82EB-E08D-9119-85453E0B7502}"/>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0654B966-8207-A36D-8BF8-E94C5D981407}"/>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21</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604140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CFDC8-D562-53C8-669D-BD16F483448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E8473DE-3D1A-2F3A-5921-E1FABA9E1F9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DE98A50-DAB9-CB7A-FBF2-60B26F8D00A9}"/>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14777905-361B-A054-F5AB-513E51D7146F}"/>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22</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743451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23</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77034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24</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634332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0F2ED3E9-3B0B-E370-C738-4D436A14D453}"/>
              </a:ext>
            </a:extLst>
          </p:cNvPr>
          <p:cNvSpPr/>
          <p:nvPr userDrawn="1"/>
        </p:nvSpPr>
        <p:spPr>
          <a:xfrm>
            <a:off x="0" y="0"/>
            <a:ext cx="12192000" cy="6858000"/>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dirty="0"/>
          </a:p>
        </p:txBody>
      </p:sp>
      <p:sp>
        <p:nvSpPr>
          <p:cNvPr id="2" name="Retângulo: Cantos Arredondados 3">
            <a:extLst>
              <a:ext uri="{FF2B5EF4-FFF2-40B4-BE49-F238E27FC236}">
                <a16:creationId xmlns:a16="http://schemas.microsoft.com/office/drawing/2014/main" id="{47D9E525-416F-5F77-3254-27292B0BECE8}"/>
              </a:ext>
            </a:extLst>
          </p:cNvPr>
          <p:cNvSpPr/>
          <p:nvPr userDrawn="1"/>
        </p:nvSpPr>
        <p:spPr>
          <a:xfrm>
            <a:off x="5802699" y="1543035"/>
            <a:ext cx="4205858" cy="3044205"/>
          </a:xfrm>
          <a:prstGeom prst="roundRect">
            <a:avLst/>
          </a:prstGeom>
          <a:solidFill>
            <a:srgbClr val="FF1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4" name="Imagem 3" descr="Logotipo&#10;&#10;O conteúdo gerado por IA pode estar incorreto.">
            <a:extLst>
              <a:ext uri="{FF2B5EF4-FFF2-40B4-BE49-F238E27FC236}">
                <a16:creationId xmlns:a16="http://schemas.microsoft.com/office/drawing/2014/main" id="{23A03CA3-E536-D88A-ACBB-CB6CA41F2C7F}"/>
              </a:ext>
            </a:extLst>
          </p:cNvPr>
          <p:cNvPicPr>
            <a:picLocks noChangeAspect="1"/>
          </p:cNvPicPr>
          <p:nvPr userDrawn="1"/>
        </p:nvPicPr>
        <p:blipFill>
          <a:blip r:embed="rId2"/>
          <a:srcRect l="12566" t="26436" r="13369" b="26176"/>
          <a:stretch>
            <a:fillRect/>
          </a:stretch>
        </p:blipFill>
        <p:spPr>
          <a:xfrm>
            <a:off x="4828111" y="5385674"/>
            <a:ext cx="2535779" cy="1147457"/>
          </a:xfrm>
          <a:prstGeom prst="rect">
            <a:avLst/>
          </a:prstGeom>
        </p:spPr>
      </p:pic>
      <p:sp>
        <p:nvSpPr>
          <p:cNvPr id="7" name="TextBox 4">
            <a:extLst>
              <a:ext uri="{FF2B5EF4-FFF2-40B4-BE49-F238E27FC236}">
                <a16:creationId xmlns:a16="http://schemas.microsoft.com/office/drawing/2014/main" id="{CF524BA5-8A5B-145B-7D69-2189A7ECA0A4}"/>
              </a:ext>
            </a:extLst>
          </p:cNvPr>
          <p:cNvSpPr txBox="1"/>
          <p:nvPr userDrawn="1"/>
        </p:nvSpPr>
        <p:spPr>
          <a:xfrm>
            <a:off x="2149362" y="2398780"/>
            <a:ext cx="3401671" cy="1574726"/>
          </a:xfrm>
          <a:prstGeom prst="rect">
            <a:avLst/>
          </a:prstGeom>
        </p:spPr>
        <p:txBody>
          <a:bodyPr lIns="0" tIns="0" rIns="0" bIns="0" rtlCol="0" anchor="t">
            <a:spAutoFit/>
          </a:bodyPr>
          <a:lstStyle/>
          <a:p>
            <a:pPr algn="r">
              <a:lnSpc>
                <a:spcPts val="4010"/>
              </a:lnSpc>
            </a:pPr>
            <a:r>
              <a:rPr lang="pt-BR" sz="4266" noProof="0" dirty="0">
                <a:solidFill>
                  <a:srgbClr val="000000"/>
                </a:solidFill>
                <a:latin typeface="Poppins Bold"/>
              </a:rPr>
              <a:t>Educação Profissional Paulista</a:t>
            </a:r>
          </a:p>
        </p:txBody>
      </p:sp>
      <p:sp>
        <p:nvSpPr>
          <p:cNvPr id="11" name="TextBox 5">
            <a:extLst>
              <a:ext uri="{FF2B5EF4-FFF2-40B4-BE49-F238E27FC236}">
                <a16:creationId xmlns:a16="http://schemas.microsoft.com/office/drawing/2014/main" id="{98280850-023D-A739-FC0C-EF20B5B8E50C}"/>
              </a:ext>
            </a:extLst>
          </p:cNvPr>
          <p:cNvSpPr txBox="1"/>
          <p:nvPr userDrawn="1"/>
        </p:nvSpPr>
        <p:spPr>
          <a:xfrm>
            <a:off x="6069602" y="2317274"/>
            <a:ext cx="3578455" cy="570669"/>
          </a:xfrm>
          <a:prstGeom prst="rect">
            <a:avLst/>
          </a:prstGeom>
        </p:spPr>
        <p:txBody>
          <a:bodyPr lIns="0" tIns="0" rIns="0" bIns="0" rtlCol="0" anchor="t">
            <a:spAutoFit/>
          </a:bodyPr>
          <a:lstStyle/>
          <a:p>
            <a:pPr>
              <a:lnSpc>
                <a:spcPts val="4564"/>
              </a:lnSpc>
            </a:pPr>
            <a:r>
              <a:rPr lang="pt-BR" sz="3334" noProof="0" dirty="0">
                <a:solidFill>
                  <a:srgbClr val="FFFFFF"/>
                </a:solidFill>
                <a:latin typeface="Poppins Light"/>
              </a:rPr>
              <a:t>Técnico em </a:t>
            </a:r>
          </a:p>
        </p:txBody>
      </p:sp>
      <p:sp>
        <p:nvSpPr>
          <p:cNvPr id="12" name="TextBox 6">
            <a:extLst>
              <a:ext uri="{FF2B5EF4-FFF2-40B4-BE49-F238E27FC236}">
                <a16:creationId xmlns:a16="http://schemas.microsoft.com/office/drawing/2014/main" id="{BD347C05-9ADD-70B2-6601-E4FADB3DAC99}"/>
              </a:ext>
            </a:extLst>
          </p:cNvPr>
          <p:cNvSpPr txBox="1"/>
          <p:nvPr userDrawn="1"/>
        </p:nvSpPr>
        <p:spPr>
          <a:xfrm>
            <a:off x="6116401" y="2879829"/>
            <a:ext cx="3578455" cy="1026178"/>
          </a:xfrm>
          <a:prstGeom prst="rect">
            <a:avLst/>
          </a:prstGeom>
        </p:spPr>
        <p:txBody>
          <a:bodyPr lIns="0" tIns="0" rIns="0" bIns="0" rtlCol="0" anchor="t">
            <a:spAutoFit/>
          </a:bodyPr>
          <a:lstStyle/>
          <a:p>
            <a:pPr>
              <a:lnSpc>
                <a:spcPct val="100000"/>
              </a:lnSpc>
            </a:pPr>
            <a:r>
              <a:rPr lang="pt-BR" sz="3334" noProof="0" dirty="0">
                <a:solidFill>
                  <a:srgbClr val="FFFFFF"/>
                </a:solidFill>
                <a:latin typeface="Poppins Bold"/>
              </a:rPr>
              <a:t>Ciência de</a:t>
            </a:r>
          </a:p>
          <a:p>
            <a:pPr>
              <a:lnSpc>
                <a:spcPct val="100000"/>
              </a:lnSpc>
            </a:pPr>
            <a:r>
              <a:rPr lang="pt-BR" sz="3334" noProof="0" dirty="0">
                <a:solidFill>
                  <a:srgbClr val="FFFFFF"/>
                </a:solidFill>
                <a:latin typeface="Poppins Bold"/>
              </a:rPr>
              <a:t>Dados</a:t>
            </a:r>
          </a:p>
        </p:txBody>
      </p:sp>
    </p:spTree>
    <p:extLst>
      <p:ext uri="{BB962C8B-B14F-4D97-AF65-F5344CB8AC3E}">
        <p14:creationId xmlns:p14="http://schemas.microsoft.com/office/powerpoint/2010/main" val="1774967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Personalizado" userDrawn="1">
  <p:cSld name="Layout Personalizado">
    <p:spTree>
      <p:nvGrpSpPr>
        <p:cNvPr id="1" name="Shape 10"/>
        <p:cNvGrpSpPr/>
        <p:nvPr/>
      </p:nvGrpSpPr>
      <p:grpSpPr>
        <a:xfrm>
          <a:off x="0" y="0"/>
          <a:ext cx="0" cy="0"/>
          <a:chOff x="0" y="0"/>
          <a:chExt cx="0" cy="0"/>
        </a:xfrm>
      </p:grpSpPr>
      <p:pic>
        <p:nvPicPr>
          <p:cNvPr id="3" name="Google Shape;11;p2">
            <a:extLst>
              <a:ext uri="{FF2B5EF4-FFF2-40B4-BE49-F238E27FC236}">
                <a16:creationId xmlns:a16="http://schemas.microsoft.com/office/drawing/2014/main" id="{ECCB835E-A92E-1E72-1AFA-B8363F23E5A9}"/>
              </a:ext>
            </a:extLst>
          </p:cNvPr>
          <p:cNvPicPr preferRelativeResize="0"/>
          <p:nvPr userDrawn="1"/>
        </p:nvPicPr>
        <p:blipFill rotWithShape="1">
          <a:blip r:embed="rId2">
            <a:alphaModFix/>
          </a:blip>
          <a:srcRect/>
          <a:stretch/>
        </p:blipFill>
        <p:spPr>
          <a:xfrm>
            <a:off x="0" y="12"/>
            <a:ext cx="12192000" cy="6857988"/>
          </a:xfrm>
          <a:prstGeom prst="rect">
            <a:avLst/>
          </a:prstGeom>
          <a:noFill/>
          <a:ln>
            <a:noFill/>
          </a:ln>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3050982" y="194887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grpSp>
        <p:nvGrpSpPr>
          <p:cNvPr id="6" name="Agrupar 5">
            <a:extLst>
              <a:ext uri="{FF2B5EF4-FFF2-40B4-BE49-F238E27FC236}">
                <a16:creationId xmlns:a16="http://schemas.microsoft.com/office/drawing/2014/main" id="{05DF14D6-E3A7-CE60-B7EB-43ACEDF80D04}"/>
              </a:ext>
            </a:extLst>
          </p:cNvPr>
          <p:cNvGrpSpPr/>
          <p:nvPr userDrawn="1"/>
        </p:nvGrpSpPr>
        <p:grpSpPr>
          <a:xfrm>
            <a:off x="10400796" y="6090630"/>
            <a:ext cx="1791203" cy="767370"/>
            <a:chOff x="10400796" y="6090630"/>
            <a:chExt cx="1791203" cy="767370"/>
          </a:xfrm>
        </p:grpSpPr>
        <p:sp>
          <p:nvSpPr>
            <p:cNvPr id="10" name="Retângulo: Cantos Superiores Arredondados 9">
              <a:extLst>
                <a:ext uri="{FF2B5EF4-FFF2-40B4-BE49-F238E27FC236}">
                  <a16:creationId xmlns:a16="http://schemas.microsoft.com/office/drawing/2014/main" id="{97E8A4D5-3027-AE08-879F-48FD544D0716}"/>
                </a:ext>
              </a:extLst>
            </p:cNvPr>
            <p:cNvSpPr/>
            <p:nvPr userDrawn="1"/>
          </p:nvSpPr>
          <p:spPr>
            <a:xfrm>
              <a:off x="10400796" y="6090630"/>
              <a:ext cx="1791203" cy="767370"/>
            </a:xfrm>
            <a:prstGeom prst="round2SameRect">
              <a:avLst>
                <a:gd name="adj1" fmla="val 15454"/>
                <a:gd name="adj2" fmla="val 0"/>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74B6D253-63AF-E018-64A6-DED39D5514D6}"/>
                </a:ext>
              </a:extLst>
            </p:cNvPr>
            <p:cNvSpPr/>
            <p:nvPr userDrawn="1"/>
          </p:nvSpPr>
          <p:spPr>
            <a:xfrm>
              <a:off x="11842890" y="6090630"/>
              <a:ext cx="349109" cy="306142"/>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12" name="Imagem 11" descr="Logotipo&#10;&#10;O conteúdo gerado por IA pode estar incorreto.">
            <a:extLst>
              <a:ext uri="{FF2B5EF4-FFF2-40B4-BE49-F238E27FC236}">
                <a16:creationId xmlns:a16="http://schemas.microsoft.com/office/drawing/2014/main" id="{993E4DEB-640E-B585-0823-8C1CB0575302}"/>
              </a:ext>
            </a:extLst>
          </p:cNvPr>
          <p:cNvPicPr>
            <a:picLocks noChangeAspect="1"/>
          </p:cNvPicPr>
          <p:nvPr userDrawn="1"/>
        </p:nvPicPr>
        <p:blipFill>
          <a:blip r:embed="rId3"/>
          <a:srcRect l="12566" t="26436" r="13369" b="26176"/>
          <a:stretch>
            <a:fillRect/>
          </a:stretch>
        </p:blipFill>
        <p:spPr>
          <a:xfrm>
            <a:off x="10534930" y="6126882"/>
            <a:ext cx="1539046" cy="696429"/>
          </a:xfrm>
          <a:prstGeom prst="rect">
            <a:avLst/>
          </a:prstGeom>
        </p:spPr>
      </p:pic>
      <p:grpSp>
        <p:nvGrpSpPr>
          <p:cNvPr id="14" name="Agrupar 13">
            <a:extLst>
              <a:ext uri="{FF2B5EF4-FFF2-40B4-BE49-F238E27FC236}">
                <a16:creationId xmlns:a16="http://schemas.microsoft.com/office/drawing/2014/main" id="{3DE76677-89FD-5ECE-65C6-2C34983C66C7}"/>
              </a:ext>
            </a:extLst>
          </p:cNvPr>
          <p:cNvGrpSpPr/>
          <p:nvPr userDrawn="1"/>
        </p:nvGrpSpPr>
        <p:grpSpPr>
          <a:xfrm>
            <a:off x="0" y="1"/>
            <a:ext cx="8566485" cy="5380264"/>
            <a:chOff x="0" y="0"/>
            <a:chExt cx="8566485" cy="5808133"/>
          </a:xfrm>
        </p:grpSpPr>
        <p:sp>
          <p:nvSpPr>
            <p:cNvPr id="15" name="Retângulo 14">
              <a:extLst>
                <a:ext uri="{FF2B5EF4-FFF2-40B4-BE49-F238E27FC236}">
                  <a16:creationId xmlns:a16="http://schemas.microsoft.com/office/drawing/2014/main" id="{1CE6211F-59FA-FD87-1E00-84546B65D71F}"/>
                </a:ext>
              </a:extLst>
            </p:cNvPr>
            <p:cNvSpPr/>
            <p:nvPr userDrawn="1"/>
          </p:nvSpPr>
          <p:spPr>
            <a:xfrm>
              <a:off x="0" y="0"/>
              <a:ext cx="8566485" cy="4656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Retângulo: Cantos Arredondados 15">
              <a:extLst>
                <a:ext uri="{FF2B5EF4-FFF2-40B4-BE49-F238E27FC236}">
                  <a16:creationId xmlns:a16="http://schemas.microsoft.com/office/drawing/2014/main" id="{4493787C-B516-A751-B91E-0A4636C72008}"/>
                </a:ext>
              </a:extLst>
            </p:cNvPr>
            <p:cNvSpPr/>
            <p:nvPr userDrawn="1"/>
          </p:nvSpPr>
          <p:spPr>
            <a:xfrm>
              <a:off x="0" y="0"/>
              <a:ext cx="8566485" cy="5808133"/>
            </a:xfrm>
            <a:prstGeom prst="roundRect">
              <a:avLst>
                <a:gd name="adj" fmla="val 125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tângulo 16">
              <a:extLst>
                <a:ext uri="{FF2B5EF4-FFF2-40B4-BE49-F238E27FC236}">
                  <a16:creationId xmlns:a16="http://schemas.microsoft.com/office/drawing/2014/main" id="{F835C994-952A-058F-CEBE-0607D075CA8E}"/>
                </a:ext>
              </a:extLst>
            </p:cNvPr>
            <p:cNvSpPr/>
            <p:nvPr userDrawn="1"/>
          </p:nvSpPr>
          <p:spPr>
            <a:xfrm>
              <a:off x="0" y="3890433"/>
              <a:ext cx="1109133" cy="1917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Personalizado" preserve="1" userDrawn="1">
  <p:cSld name="2_Layout Personalizado">
    <p:spTree>
      <p:nvGrpSpPr>
        <p:cNvPr id="1" name="Shape 10"/>
        <p:cNvGrpSpPr/>
        <p:nvPr/>
      </p:nvGrpSpPr>
      <p:grpSpPr>
        <a:xfrm>
          <a:off x="0" y="0"/>
          <a:ext cx="0" cy="0"/>
          <a:chOff x="0" y="0"/>
          <a:chExt cx="0" cy="0"/>
        </a:xfrm>
      </p:grpSpPr>
      <p:pic>
        <p:nvPicPr>
          <p:cNvPr id="6" name="Google Shape;11;p2">
            <a:extLst>
              <a:ext uri="{FF2B5EF4-FFF2-40B4-BE49-F238E27FC236}">
                <a16:creationId xmlns:a16="http://schemas.microsoft.com/office/drawing/2014/main" id="{B1FADC0B-1941-A0A5-16A0-A6F876CF44EF}"/>
              </a:ext>
            </a:extLst>
          </p:cNvPr>
          <p:cNvPicPr preferRelativeResize="0"/>
          <p:nvPr userDrawn="1"/>
        </p:nvPicPr>
        <p:blipFill rotWithShape="1">
          <a:blip r:embed="rId2">
            <a:alphaModFix/>
          </a:blip>
          <a:srcRect/>
          <a:stretch/>
        </p:blipFill>
        <p:spPr>
          <a:xfrm>
            <a:off x="4" y="0"/>
            <a:ext cx="12192000" cy="6857989"/>
          </a:xfrm>
          <a:prstGeom prst="rect">
            <a:avLst/>
          </a:prstGeom>
          <a:noFill/>
          <a:ln>
            <a:noFill/>
          </a:ln>
        </p:spPr>
      </p:pic>
      <p:grpSp>
        <p:nvGrpSpPr>
          <p:cNvPr id="12" name="Agrupar 11">
            <a:extLst>
              <a:ext uri="{FF2B5EF4-FFF2-40B4-BE49-F238E27FC236}">
                <a16:creationId xmlns:a16="http://schemas.microsoft.com/office/drawing/2014/main" id="{7C912501-DF64-66F8-68B5-DEBA8A6DFDF2}"/>
              </a:ext>
            </a:extLst>
          </p:cNvPr>
          <p:cNvGrpSpPr/>
          <p:nvPr userDrawn="1"/>
        </p:nvGrpSpPr>
        <p:grpSpPr>
          <a:xfrm>
            <a:off x="0" y="1"/>
            <a:ext cx="8566485" cy="5380264"/>
            <a:chOff x="0" y="0"/>
            <a:chExt cx="8566485" cy="5808133"/>
          </a:xfrm>
        </p:grpSpPr>
        <p:sp>
          <p:nvSpPr>
            <p:cNvPr id="14" name="Retângulo 13">
              <a:extLst>
                <a:ext uri="{FF2B5EF4-FFF2-40B4-BE49-F238E27FC236}">
                  <a16:creationId xmlns:a16="http://schemas.microsoft.com/office/drawing/2014/main" id="{76046A71-541C-6D3D-6E9E-66DE1C18E89F}"/>
                </a:ext>
              </a:extLst>
            </p:cNvPr>
            <p:cNvSpPr/>
            <p:nvPr userDrawn="1"/>
          </p:nvSpPr>
          <p:spPr>
            <a:xfrm>
              <a:off x="0" y="0"/>
              <a:ext cx="8566485" cy="4656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tângulo: Cantos Arredondados 14">
              <a:extLst>
                <a:ext uri="{FF2B5EF4-FFF2-40B4-BE49-F238E27FC236}">
                  <a16:creationId xmlns:a16="http://schemas.microsoft.com/office/drawing/2014/main" id="{70ECA4F7-9DBC-DA9D-1926-F70267B08F7B}"/>
                </a:ext>
              </a:extLst>
            </p:cNvPr>
            <p:cNvSpPr/>
            <p:nvPr userDrawn="1"/>
          </p:nvSpPr>
          <p:spPr>
            <a:xfrm>
              <a:off x="0" y="0"/>
              <a:ext cx="8566485" cy="5808133"/>
            </a:xfrm>
            <a:prstGeom prst="roundRect">
              <a:avLst>
                <a:gd name="adj" fmla="val 125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Retângulo 15">
              <a:extLst>
                <a:ext uri="{FF2B5EF4-FFF2-40B4-BE49-F238E27FC236}">
                  <a16:creationId xmlns:a16="http://schemas.microsoft.com/office/drawing/2014/main" id="{6844C718-B5C1-FCDA-707E-B419136E85BE}"/>
                </a:ext>
              </a:extLst>
            </p:cNvPr>
            <p:cNvSpPr/>
            <p:nvPr userDrawn="1"/>
          </p:nvSpPr>
          <p:spPr>
            <a:xfrm>
              <a:off x="0" y="3890433"/>
              <a:ext cx="1109133" cy="1917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5" name="CaixaDeTexto 4">
            <a:extLst>
              <a:ext uri="{FF2B5EF4-FFF2-40B4-BE49-F238E27FC236}">
                <a16:creationId xmlns:a16="http://schemas.microsoft.com/office/drawing/2014/main" id="{8F753BE2-99F0-4892-173B-5CB027D775FC}"/>
              </a:ext>
            </a:extLst>
          </p:cNvPr>
          <p:cNvSpPr txBox="1"/>
          <p:nvPr userDrawn="1"/>
        </p:nvSpPr>
        <p:spPr>
          <a:xfrm>
            <a:off x="13050982" y="194887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Google Shape;643;p43">
            <a:extLst>
              <a:ext uri="{FF2B5EF4-FFF2-40B4-BE49-F238E27FC236}">
                <a16:creationId xmlns:a16="http://schemas.microsoft.com/office/drawing/2014/main" id="{C48BB9E0-E4E1-D9BE-BCF0-CCC4171FA07E}"/>
              </a:ext>
            </a:extLst>
          </p:cNvPr>
          <p:cNvSpPr txBox="1">
            <a:spLocks/>
          </p:cNvSpPr>
          <p:nvPr userDrawn="1"/>
        </p:nvSpPr>
        <p:spPr>
          <a:xfrm>
            <a:off x="625132" y="2553290"/>
            <a:ext cx="6814747" cy="535430"/>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sz="3000" dirty="0">
                <a:solidFill>
                  <a:srgbClr val="FF161F"/>
                </a:solidFill>
              </a:rPr>
              <a:t>Orientações ao professor</a:t>
            </a:r>
          </a:p>
        </p:txBody>
      </p:sp>
    </p:spTree>
    <p:extLst>
      <p:ext uri="{BB962C8B-B14F-4D97-AF65-F5344CB8AC3E}">
        <p14:creationId xmlns:p14="http://schemas.microsoft.com/office/powerpoint/2010/main" val="4191410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1. Conteudo" preserve="1" userDrawn="1">
  <p:cSld name="2_1. Conteudo">
    <p:spTree>
      <p:nvGrpSpPr>
        <p:cNvPr id="1" name="Shape 21"/>
        <p:cNvGrpSpPr/>
        <p:nvPr/>
      </p:nvGrpSpPr>
      <p:grpSpPr>
        <a:xfrm>
          <a:off x="0" y="0"/>
          <a:ext cx="0" cy="0"/>
          <a:chOff x="0" y="0"/>
          <a:chExt cx="0" cy="0"/>
        </a:xfrm>
      </p:grpSpPr>
      <p:pic>
        <p:nvPicPr>
          <p:cNvPr id="18" name="Google Shape;22;p4">
            <a:extLst>
              <a:ext uri="{FF2B5EF4-FFF2-40B4-BE49-F238E27FC236}">
                <a16:creationId xmlns:a16="http://schemas.microsoft.com/office/drawing/2014/main" id="{0441BF1F-C7EE-076D-0E64-5ADFC9612C2D}"/>
              </a:ext>
            </a:extLst>
          </p:cNvPr>
          <p:cNvPicPr preferRelativeResize="0"/>
          <p:nvPr userDrawn="1"/>
        </p:nvPicPr>
        <p:blipFill rotWithShape="1">
          <a:blip r:embed="rId2">
            <a:alphaModFix/>
          </a:blip>
          <a:srcRect b="91713"/>
          <a:stretch/>
        </p:blipFill>
        <p:spPr>
          <a:xfrm>
            <a:off x="0" y="0"/>
            <a:ext cx="12192000" cy="568301"/>
          </a:xfrm>
          <a:prstGeom prst="rect">
            <a:avLst/>
          </a:prstGeom>
          <a:noFill/>
          <a:ln>
            <a:noFill/>
          </a:ln>
        </p:spPr>
      </p:pic>
      <p:pic>
        <p:nvPicPr>
          <p:cNvPr id="19" name="Google Shape;23;p4">
            <a:extLst>
              <a:ext uri="{FF2B5EF4-FFF2-40B4-BE49-F238E27FC236}">
                <a16:creationId xmlns:a16="http://schemas.microsoft.com/office/drawing/2014/main" id="{9951514B-0229-7045-2962-7AE28BD6721E}"/>
              </a:ext>
            </a:extLst>
          </p:cNvPr>
          <p:cNvPicPr preferRelativeResize="0"/>
          <p:nvPr userDrawn="1"/>
        </p:nvPicPr>
        <p:blipFill rotWithShape="1">
          <a:blip r:embed="rId2">
            <a:alphaModFix/>
          </a:blip>
          <a:srcRect t="69153" b="22164"/>
          <a:stretch/>
        </p:blipFill>
        <p:spPr>
          <a:xfrm>
            <a:off x="0" y="6262650"/>
            <a:ext cx="12192000" cy="595350"/>
          </a:xfrm>
          <a:prstGeom prst="rect">
            <a:avLst/>
          </a:prstGeom>
          <a:noFill/>
          <a:ln>
            <a:noFill/>
          </a:ln>
        </p:spPr>
      </p:pic>
      <p:cxnSp>
        <p:nvCxnSpPr>
          <p:cNvPr id="16" name="Conector reto 136">
            <a:extLst>
              <a:ext uri="{FF2B5EF4-FFF2-40B4-BE49-F238E27FC236}">
                <a16:creationId xmlns:a16="http://schemas.microsoft.com/office/drawing/2014/main" id="{28ED8E59-867A-4118-491D-688DDC058D38}"/>
              </a:ext>
            </a:extLst>
          </p:cNvPr>
          <p:cNvCxnSpPr/>
          <p:nvPr userDrawn="1"/>
        </p:nvCxnSpPr>
        <p:spPr>
          <a:xfrm>
            <a:off x="6090044" y="840916"/>
            <a:ext cx="0" cy="5101049"/>
          </a:xfrm>
          <a:prstGeom prst="line">
            <a:avLst/>
          </a:prstGeom>
          <a:ln w="38100">
            <a:solidFill>
              <a:srgbClr val="BFBFBF"/>
            </a:solidFill>
          </a:ln>
        </p:spPr>
        <p:style>
          <a:lnRef idx="1">
            <a:schemeClr val="accent1"/>
          </a:lnRef>
          <a:fillRef idx="0">
            <a:schemeClr val="accent1"/>
          </a:fillRef>
          <a:effectRef idx="0">
            <a:schemeClr val="accent1"/>
          </a:effectRef>
          <a:fontRef idx="minor">
            <a:schemeClr val="tx1"/>
          </a:fontRef>
        </p:style>
      </p:cxnSp>
      <p:sp>
        <p:nvSpPr>
          <p:cNvPr id="30" name="Google Shape;30;p31">
            <a:extLst>
              <a:ext uri="{FF2B5EF4-FFF2-40B4-BE49-F238E27FC236}">
                <a16:creationId xmlns:a16="http://schemas.microsoft.com/office/drawing/2014/main" id="{FB7070B6-E757-A6E0-8016-A32842AE691E}"/>
              </a:ext>
            </a:extLst>
          </p:cNvPr>
          <p:cNvSpPr txBox="1"/>
          <p:nvPr userDrawn="1"/>
        </p:nvSpPr>
        <p:spPr>
          <a:xfrm>
            <a:off x="1467545" y="885957"/>
            <a:ext cx="4045354"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51" name="Google Shape;29;p31">
            <a:extLst>
              <a:ext uri="{FF2B5EF4-FFF2-40B4-BE49-F238E27FC236}">
                <a16:creationId xmlns:a16="http://schemas.microsoft.com/office/drawing/2014/main" id="{741C94F6-1F01-E259-385F-4E743D12E89E}"/>
              </a:ext>
            </a:extLst>
          </p:cNvPr>
          <p:cNvSpPr txBox="1"/>
          <p:nvPr userDrawn="1"/>
        </p:nvSpPr>
        <p:spPr>
          <a:xfrm>
            <a:off x="7467011" y="885654"/>
            <a:ext cx="4301563"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lang="pt-BR" sz="2000" b="0" i="0" u="none" strike="noStrike" cap="none" dirty="0">
              <a:solidFill>
                <a:srgbClr val="000000"/>
              </a:solidFill>
              <a:latin typeface="Poppins"/>
              <a:ea typeface="Poppins"/>
              <a:cs typeface="Poppins"/>
              <a:sym typeface="Poppins"/>
            </a:endParaRPr>
          </a:p>
        </p:txBody>
      </p:sp>
      <p:sp>
        <p:nvSpPr>
          <p:cNvPr id="52" name="Google Shape;27;p31">
            <a:extLst>
              <a:ext uri="{FF2B5EF4-FFF2-40B4-BE49-F238E27FC236}">
                <a16:creationId xmlns:a16="http://schemas.microsoft.com/office/drawing/2014/main" id="{D3A1B340-B3C1-6E5A-098C-780E2B17C68B}"/>
              </a:ext>
            </a:extLst>
          </p:cNvPr>
          <p:cNvSpPr txBox="1"/>
          <p:nvPr userDrawn="1"/>
        </p:nvSpPr>
        <p:spPr>
          <a:xfrm>
            <a:off x="1433188" y="2472053"/>
            <a:ext cx="3369028"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53" name="Google Shape;28;p31">
            <a:extLst>
              <a:ext uri="{FF2B5EF4-FFF2-40B4-BE49-F238E27FC236}">
                <a16:creationId xmlns:a16="http://schemas.microsoft.com/office/drawing/2014/main" id="{5B559A0E-AD04-115A-BF39-7DBA374B9335}"/>
              </a:ext>
            </a:extLst>
          </p:cNvPr>
          <p:cNvSpPr txBox="1"/>
          <p:nvPr userDrawn="1"/>
        </p:nvSpPr>
        <p:spPr>
          <a:xfrm>
            <a:off x="1445466" y="4649652"/>
            <a:ext cx="3267249"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54" name="Google Shape;29;p31">
            <a:extLst>
              <a:ext uri="{FF2B5EF4-FFF2-40B4-BE49-F238E27FC236}">
                <a16:creationId xmlns:a16="http://schemas.microsoft.com/office/drawing/2014/main" id="{EE47DDFB-5B6D-7333-B980-89821CD5C453}"/>
              </a:ext>
            </a:extLst>
          </p:cNvPr>
          <p:cNvSpPr txBox="1"/>
          <p:nvPr userDrawn="1"/>
        </p:nvSpPr>
        <p:spPr>
          <a:xfrm>
            <a:off x="7467011" y="3115942"/>
            <a:ext cx="4381080"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lang="pt-BR" sz="2000" b="0" i="0" u="none" strike="noStrike" cap="none" dirty="0">
              <a:solidFill>
                <a:srgbClr val="000000"/>
              </a:solidFill>
              <a:latin typeface="Poppins"/>
              <a:ea typeface="Poppins"/>
              <a:cs typeface="Poppins"/>
              <a:sym typeface="Poppins"/>
            </a:endParaRPr>
          </a:p>
        </p:txBody>
      </p:sp>
      <p:sp>
        <p:nvSpPr>
          <p:cNvPr id="55" name="CaixaDeTexto 54">
            <a:extLst>
              <a:ext uri="{FF2B5EF4-FFF2-40B4-BE49-F238E27FC236}">
                <a16:creationId xmlns:a16="http://schemas.microsoft.com/office/drawing/2014/main" id="{40945717-DA64-748C-A1D1-9DD06F304E75}"/>
              </a:ext>
            </a:extLst>
          </p:cNvPr>
          <p:cNvSpPr txBox="1"/>
          <p:nvPr userDrawn="1"/>
        </p:nvSpPr>
        <p:spPr>
          <a:xfrm>
            <a:off x="4717774" y="224403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56" name="Google Shape;359;p5">
            <a:extLst>
              <a:ext uri="{FF2B5EF4-FFF2-40B4-BE49-F238E27FC236}">
                <a16:creationId xmlns:a16="http://schemas.microsoft.com/office/drawing/2014/main" id="{0B37A977-D54F-7CA4-065E-4F5646195719}"/>
              </a:ext>
            </a:extLst>
          </p:cNvPr>
          <p:cNvSpPr txBox="1"/>
          <p:nvPr userDrawn="1"/>
        </p:nvSpPr>
        <p:spPr>
          <a:xfrm>
            <a:off x="1395562" y="5079496"/>
            <a:ext cx="1723806" cy="292361"/>
          </a:xfrm>
          <a:prstGeom prst="rect">
            <a:avLst/>
          </a:prstGeom>
          <a:solidFill>
            <a:schemeClr val="lt1"/>
          </a:solid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panose="00000500000000000000" pitchFamily="2" charset="0"/>
                <a:ea typeface="Arial"/>
                <a:cs typeface="Poppins" panose="00000500000000000000" pitchFamily="2" charset="0"/>
                <a:sym typeface="Arial"/>
              </a:rPr>
              <a:t>50 minutos.</a:t>
            </a:r>
          </a:p>
        </p:txBody>
      </p:sp>
      <p:sp>
        <p:nvSpPr>
          <p:cNvPr id="57" name="Espaço Reservado para Texto 7">
            <a:extLst>
              <a:ext uri="{FF2B5EF4-FFF2-40B4-BE49-F238E27FC236}">
                <a16:creationId xmlns:a16="http://schemas.microsoft.com/office/drawing/2014/main" id="{9D3B3D7B-3AB2-D2E0-42C8-BEE1A273FFA1}"/>
              </a:ext>
            </a:extLst>
          </p:cNvPr>
          <p:cNvSpPr>
            <a:spLocks noGrp="1"/>
          </p:cNvSpPr>
          <p:nvPr>
            <p:ph type="body" sz="quarter" idx="10"/>
          </p:nvPr>
        </p:nvSpPr>
        <p:spPr>
          <a:xfrm>
            <a:off x="1467909" y="1390650"/>
            <a:ext cx="4044985" cy="1397696"/>
          </a:xfrm>
          <a:prstGeom prst="rect">
            <a:avLst/>
          </a:prstGeom>
        </p:spPr>
        <p:txBody>
          <a:bodyPr/>
          <a:lstStyle>
            <a:lvl1pPr marL="228611" indent="-228611">
              <a:buClr>
                <a:schemeClr val="tx1"/>
              </a:buClr>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58" name="Espaço Reservado para Texto 7">
            <a:extLst>
              <a:ext uri="{FF2B5EF4-FFF2-40B4-BE49-F238E27FC236}">
                <a16:creationId xmlns:a16="http://schemas.microsoft.com/office/drawing/2014/main" id="{2B4474D7-F7C1-8A04-F7F3-06AE90E020C9}"/>
              </a:ext>
            </a:extLst>
          </p:cNvPr>
          <p:cNvSpPr>
            <a:spLocks noGrp="1"/>
          </p:cNvSpPr>
          <p:nvPr>
            <p:ph type="body" sz="quarter" idx="11"/>
          </p:nvPr>
        </p:nvSpPr>
        <p:spPr>
          <a:xfrm>
            <a:off x="7467375" y="1355465"/>
            <a:ext cx="4044985" cy="1555292"/>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59" name="Espaço Reservado para Texto 7">
            <a:extLst>
              <a:ext uri="{FF2B5EF4-FFF2-40B4-BE49-F238E27FC236}">
                <a16:creationId xmlns:a16="http://schemas.microsoft.com/office/drawing/2014/main" id="{750A0485-F79D-BB58-9F3F-FA9A8926590E}"/>
              </a:ext>
            </a:extLst>
          </p:cNvPr>
          <p:cNvSpPr>
            <a:spLocks noGrp="1"/>
          </p:cNvSpPr>
          <p:nvPr>
            <p:ph type="body" sz="quarter" idx="12"/>
          </p:nvPr>
        </p:nvSpPr>
        <p:spPr>
          <a:xfrm>
            <a:off x="7467375" y="3649330"/>
            <a:ext cx="4044985" cy="1590171"/>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60" name="Espaço Reservado para Texto 7">
            <a:extLst>
              <a:ext uri="{FF2B5EF4-FFF2-40B4-BE49-F238E27FC236}">
                <a16:creationId xmlns:a16="http://schemas.microsoft.com/office/drawing/2014/main" id="{E690A38C-21A5-1DD3-8FD9-05A05F954A38}"/>
              </a:ext>
            </a:extLst>
          </p:cNvPr>
          <p:cNvSpPr>
            <a:spLocks noGrp="1"/>
          </p:cNvSpPr>
          <p:nvPr>
            <p:ph type="body" sz="quarter" idx="13"/>
          </p:nvPr>
        </p:nvSpPr>
        <p:spPr>
          <a:xfrm>
            <a:off x="1443515" y="3489566"/>
            <a:ext cx="4044985" cy="1045573"/>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61" name="Google Shape;26;p31">
            <a:extLst>
              <a:ext uri="{FF2B5EF4-FFF2-40B4-BE49-F238E27FC236}">
                <a16:creationId xmlns:a16="http://schemas.microsoft.com/office/drawing/2014/main" id="{94671E74-5053-0B75-2554-2EC14FBC543F}"/>
              </a:ext>
            </a:extLst>
          </p:cNvPr>
          <p:cNvSpPr/>
          <p:nvPr userDrawn="1"/>
        </p:nvSpPr>
        <p:spPr>
          <a:xfrm>
            <a:off x="538284" y="960081"/>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69" name="Google Shape;42;p31">
            <a:extLst>
              <a:ext uri="{FF2B5EF4-FFF2-40B4-BE49-F238E27FC236}">
                <a16:creationId xmlns:a16="http://schemas.microsoft.com/office/drawing/2014/main" id="{9872EE60-7A4F-1BA5-6C65-F74323570E69}"/>
              </a:ext>
            </a:extLst>
          </p:cNvPr>
          <p:cNvSpPr/>
          <p:nvPr userDrawn="1"/>
        </p:nvSpPr>
        <p:spPr>
          <a:xfrm>
            <a:off x="514540" y="2527129"/>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70" name="Google Shape;44;p31">
            <a:extLst>
              <a:ext uri="{FF2B5EF4-FFF2-40B4-BE49-F238E27FC236}">
                <a16:creationId xmlns:a16="http://schemas.microsoft.com/office/drawing/2014/main" id="{E7AF0D48-4EAB-4341-56B9-E5180E18D687}"/>
              </a:ext>
            </a:extLst>
          </p:cNvPr>
          <p:cNvGrpSpPr/>
          <p:nvPr userDrawn="1"/>
        </p:nvGrpSpPr>
        <p:grpSpPr>
          <a:xfrm>
            <a:off x="632680" y="2657800"/>
            <a:ext cx="486839" cy="481169"/>
            <a:chOff x="8278989" y="8660410"/>
            <a:chExt cx="569755" cy="563121"/>
          </a:xfrm>
        </p:grpSpPr>
        <p:grpSp>
          <p:nvGrpSpPr>
            <p:cNvPr id="71" name="Google Shape;45;p31">
              <a:extLst>
                <a:ext uri="{FF2B5EF4-FFF2-40B4-BE49-F238E27FC236}">
                  <a16:creationId xmlns:a16="http://schemas.microsoft.com/office/drawing/2014/main" id="{25EE43B4-55D5-638C-B8E0-7683EE07DEFE}"/>
                </a:ext>
              </a:extLst>
            </p:cNvPr>
            <p:cNvGrpSpPr/>
            <p:nvPr/>
          </p:nvGrpSpPr>
          <p:grpSpPr>
            <a:xfrm>
              <a:off x="8278989" y="8852628"/>
              <a:ext cx="265651" cy="370903"/>
              <a:chOff x="8278989" y="8852628"/>
              <a:chExt cx="265651" cy="370903"/>
            </a:xfrm>
          </p:grpSpPr>
          <p:sp>
            <p:nvSpPr>
              <p:cNvPr id="75" name="Google Shape;46;p31">
                <a:extLst>
                  <a:ext uri="{FF2B5EF4-FFF2-40B4-BE49-F238E27FC236}">
                    <a16:creationId xmlns:a16="http://schemas.microsoft.com/office/drawing/2014/main" id="{D06AC268-D753-3703-84A7-70B8CEE1953D}"/>
                  </a:ext>
                </a:extLst>
              </p:cNvPr>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6" name="Google Shape;47;p31">
                <a:extLst>
                  <a:ext uri="{FF2B5EF4-FFF2-40B4-BE49-F238E27FC236}">
                    <a16:creationId xmlns:a16="http://schemas.microsoft.com/office/drawing/2014/main" id="{3CA9B3D1-6574-F459-2D19-20757E9DA548}"/>
                  </a:ext>
                </a:extLst>
              </p:cNvPr>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72" name="Google Shape;48;p31">
              <a:extLst>
                <a:ext uri="{FF2B5EF4-FFF2-40B4-BE49-F238E27FC236}">
                  <a16:creationId xmlns:a16="http://schemas.microsoft.com/office/drawing/2014/main" id="{9C48133A-5E44-59D4-D07A-9F4DA1DB4FB6}"/>
                </a:ext>
              </a:extLst>
            </p:cNvPr>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3" name="Google Shape;49;p31">
              <a:extLst>
                <a:ext uri="{FF2B5EF4-FFF2-40B4-BE49-F238E27FC236}">
                  <a16:creationId xmlns:a16="http://schemas.microsoft.com/office/drawing/2014/main" id="{52692079-AC69-2A35-9041-6474957E1B76}"/>
                </a:ext>
              </a:extLst>
            </p:cNvPr>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4" name="Google Shape;50;p31">
              <a:extLst>
                <a:ext uri="{FF2B5EF4-FFF2-40B4-BE49-F238E27FC236}">
                  <a16:creationId xmlns:a16="http://schemas.microsoft.com/office/drawing/2014/main" id="{DF1F27D0-EFFF-7207-95F6-31380C6AD755}"/>
                </a:ext>
              </a:extLst>
            </p:cNvPr>
            <p:cNvSpPr/>
            <p:nvPr/>
          </p:nvSpPr>
          <p:spPr>
            <a:xfrm>
              <a:off x="8534039" y="8750044"/>
              <a:ext cx="314705" cy="225170"/>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77" name="Google Shape;43;p31">
            <a:extLst>
              <a:ext uri="{FF2B5EF4-FFF2-40B4-BE49-F238E27FC236}">
                <a16:creationId xmlns:a16="http://schemas.microsoft.com/office/drawing/2014/main" id="{6105EC4C-2897-6550-3658-7F87FDA2E46D}"/>
              </a:ext>
            </a:extLst>
          </p:cNvPr>
          <p:cNvSpPr/>
          <p:nvPr userDrawn="1"/>
        </p:nvSpPr>
        <p:spPr>
          <a:xfrm>
            <a:off x="516205" y="4700100"/>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78" name="Google Shape;51;p31">
            <a:extLst>
              <a:ext uri="{FF2B5EF4-FFF2-40B4-BE49-F238E27FC236}">
                <a16:creationId xmlns:a16="http://schemas.microsoft.com/office/drawing/2014/main" id="{73A799AF-B157-40EC-DCBE-B8FCFBE7F3C5}"/>
              </a:ext>
            </a:extLst>
          </p:cNvPr>
          <p:cNvPicPr preferRelativeResize="0"/>
          <p:nvPr userDrawn="1"/>
        </p:nvPicPr>
        <p:blipFill rotWithShape="1">
          <a:blip r:embed="rId3">
            <a:alphaModFix/>
          </a:blip>
          <a:srcRect/>
          <a:stretch/>
        </p:blipFill>
        <p:spPr>
          <a:xfrm>
            <a:off x="658917" y="4858582"/>
            <a:ext cx="380919" cy="380919"/>
          </a:xfrm>
          <a:prstGeom prst="rect">
            <a:avLst/>
          </a:prstGeom>
          <a:noFill/>
          <a:ln>
            <a:noFill/>
          </a:ln>
        </p:spPr>
      </p:pic>
      <p:sp>
        <p:nvSpPr>
          <p:cNvPr id="79" name="Google Shape;41;p31">
            <a:extLst>
              <a:ext uri="{FF2B5EF4-FFF2-40B4-BE49-F238E27FC236}">
                <a16:creationId xmlns:a16="http://schemas.microsoft.com/office/drawing/2014/main" id="{B3B56EED-70D4-931C-A420-FE71A037A5B3}"/>
              </a:ext>
            </a:extLst>
          </p:cNvPr>
          <p:cNvSpPr/>
          <p:nvPr userDrawn="1"/>
        </p:nvSpPr>
        <p:spPr>
          <a:xfrm>
            <a:off x="6537750" y="974816"/>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80" name="Google Shape;52;p31">
            <a:extLst>
              <a:ext uri="{FF2B5EF4-FFF2-40B4-BE49-F238E27FC236}">
                <a16:creationId xmlns:a16="http://schemas.microsoft.com/office/drawing/2014/main" id="{150405F6-AD92-3E93-A0F2-62123F63C231}"/>
              </a:ext>
            </a:extLst>
          </p:cNvPr>
          <p:cNvGrpSpPr/>
          <p:nvPr userDrawn="1"/>
        </p:nvGrpSpPr>
        <p:grpSpPr>
          <a:xfrm>
            <a:off x="6643328" y="1077215"/>
            <a:ext cx="472784" cy="435244"/>
            <a:chOff x="8560697" y="2808577"/>
            <a:chExt cx="496370" cy="456957"/>
          </a:xfrm>
        </p:grpSpPr>
        <p:sp>
          <p:nvSpPr>
            <p:cNvPr id="81" name="Google Shape;53;p31">
              <a:extLst>
                <a:ext uri="{FF2B5EF4-FFF2-40B4-BE49-F238E27FC236}">
                  <a16:creationId xmlns:a16="http://schemas.microsoft.com/office/drawing/2014/main" id="{E89D22AA-CDF5-F8EF-533A-455BBF7ED376}"/>
                </a:ext>
              </a:extLst>
            </p:cNvPr>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82" name="Google Shape;54;p31">
              <a:extLst>
                <a:ext uri="{FF2B5EF4-FFF2-40B4-BE49-F238E27FC236}">
                  <a16:creationId xmlns:a16="http://schemas.microsoft.com/office/drawing/2014/main" id="{34CAB52C-B8E8-A6A1-22C9-58CFDA6BF939}"/>
                </a:ext>
              </a:extLst>
            </p:cNvPr>
            <p:cNvGrpSpPr/>
            <p:nvPr/>
          </p:nvGrpSpPr>
          <p:grpSpPr>
            <a:xfrm>
              <a:off x="8560697" y="2875026"/>
              <a:ext cx="496370" cy="324059"/>
              <a:chOff x="8560697" y="2875026"/>
              <a:chExt cx="496370" cy="324059"/>
            </a:xfrm>
          </p:grpSpPr>
          <p:sp>
            <p:nvSpPr>
              <p:cNvPr id="83" name="Google Shape;55;p31">
                <a:extLst>
                  <a:ext uri="{FF2B5EF4-FFF2-40B4-BE49-F238E27FC236}">
                    <a16:creationId xmlns:a16="http://schemas.microsoft.com/office/drawing/2014/main" id="{0380A354-0C36-FBBD-5A99-BEB6A92922F2}"/>
                  </a:ext>
                </a:extLst>
              </p:cNvPr>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4" name="Google Shape;56;p31">
                <a:extLst>
                  <a:ext uri="{FF2B5EF4-FFF2-40B4-BE49-F238E27FC236}">
                    <a16:creationId xmlns:a16="http://schemas.microsoft.com/office/drawing/2014/main" id="{B3EF03DC-1D7C-1510-0CD0-0F69395B797F}"/>
                  </a:ext>
                </a:extLst>
              </p:cNvPr>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5" name="Google Shape;57;p31">
                <a:extLst>
                  <a:ext uri="{FF2B5EF4-FFF2-40B4-BE49-F238E27FC236}">
                    <a16:creationId xmlns:a16="http://schemas.microsoft.com/office/drawing/2014/main" id="{42F9CEE5-E68B-076C-BB6F-7A025F686840}"/>
                  </a:ext>
                </a:extLst>
              </p:cNvPr>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6" name="Google Shape;58;p31">
                <a:extLst>
                  <a:ext uri="{FF2B5EF4-FFF2-40B4-BE49-F238E27FC236}">
                    <a16:creationId xmlns:a16="http://schemas.microsoft.com/office/drawing/2014/main" id="{99B7DFE5-0CDE-9C9C-3FD3-49285C4CFB39}"/>
                  </a:ext>
                </a:extLst>
              </p:cNvPr>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7" name="Google Shape;59;p31">
                <a:extLst>
                  <a:ext uri="{FF2B5EF4-FFF2-40B4-BE49-F238E27FC236}">
                    <a16:creationId xmlns:a16="http://schemas.microsoft.com/office/drawing/2014/main" id="{0F963431-0407-0C32-190B-BA13628B3689}"/>
                  </a:ext>
                </a:extLst>
              </p:cNvPr>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8" name="Google Shape;60;p31">
                <a:extLst>
                  <a:ext uri="{FF2B5EF4-FFF2-40B4-BE49-F238E27FC236}">
                    <a16:creationId xmlns:a16="http://schemas.microsoft.com/office/drawing/2014/main" id="{F439FC39-5565-97D2-9A14-46058DB5EF62}"/>
                  </a:ext>
                </a:extLst>
              </p:cNvPr>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89" name="Google Shape;41;p31">
            <a:extLst>
              <a:ext uri="{FF2B5EF4-FFF2-40B4-BE49-F238E27FC236}">
                <a16:creationId xmlns:a16="http://schemas.microsoft.com/office/drawing/2014/main" id="{4FB79224-C783-AB92-7785-7C018D12A249}"/>
              </a:ext>
            </a:extLst>
          </p:cNvPr>
          <p:cNvSpPr/>
          <p:nvPr userDrawn="1"/>
        </p:nvSpPr>
        <p:spPr>
          <a:xfrm>
            <a:off x="6537750" y="3144691"/>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90" name="Google Shape;2215;p100">
            <a:extLst>
              <a:ext uri="{FF2B5EF4-FFF2-40B4-BE49-F238E27FC236}">
                <a16:creationId xmlns:a16="http://schemas.microsoft.com/office/drawing/2014/main" id="{0E0D728E-3A33-4EF4-5212-177932EB7D37}"/>
              </a:ext>
            </a:extLst>
          </p:cNvPr>
          <p:cNvSpPr/>
          <p:nvPr userDrawn="1"/>
        </p:nvSpPr>
        <p:spPr>
          <a:xfrm>
            <a:off x="6637986" y="3252609"/>
            <a:ext cx="458663" cy="45856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bg1"/>
          </a:solidFill>
          <a:ln>
            <a:noFill/>
          </a:ln>
        </p:spPr>
        <p:txBody>
          <a:bodyPr spcFirstLastPara="1" wrap="square" lIns="60950" tIns="30467" rIns="60950" bIns="30467"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 name="CaixaDeTexto 7">
            <a:extLst>
              <a:ext uri="{FF2B5EF4-FFF2-40B4-BE49-F238E27FC236}">
                <a16:creationId xmlns:a16="http://schemas.microsoft.com/office/drawing/2014/main" id="{758C464C-51C2-DB3D-4C1D-F67CB5B688F7}"/>
              </a:ext>
            </a:extLst>
          </p:cNvPr>
          <p:cNvSpPr txBox="1"/>
          <p:nvPr userDrawn="1"/>
        </p:nvSpPr>
        <p:spPr>
          <a:xfrm>
            <a:off x="13188461" y="4724400"/>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grpSp>
        <p:nvGrpSpPr>
          <p:cNvPr id="7" name="Google Shape;34;p31">
            <a:extLst>
              <a:ext uri="{FF2B5EF4-FFF2-40B4-BE49-F238E27FC236}">
                <a16:creationId xmlns:a16="http://schemas.microsoft.com/office/drawing/2014/main" id="{C430FFE2-579C-F0FF-C290-CF4D2EB9FE97}"/>
              </a:ext>
            </a:extLst>
          </p:cNvPr>
          <p:cNvGrpSpPr/>
          <p:nvPr userDrawn="1"/>
        </p:nvGrpSpPr>
        <p:grpSpPr>
          <a:xfrm>
            <a:off x="664474" y="1066003"/>
            <a:ext cx="428502" cy="428501"/>
            <a:chOff x="9358184" y="2764785"/>
            <a:chExt cx="495514" cy="495513"/>
          </a:xfrm>
        </p:grpSpPr>
        <p:grpSp>
          <p:nvGrpSpPr>
            <p:cNvPr id="9" name="Google Shape;35;p31">
              <a:extLst>
                <a:ext uri="{FF2B5EF4-FFF2-40B4-BE49-F238E27FC236}">
                  <a16:creationId xmlns:a16="http://schemas.microsoft.com/office/drawing/2014/main" id="{75DCD9A7-81F9-4D17-9997-5B22594BE3C9}"/>
                </a:ext>
              </a:extLst>
            </p:cNvPr>
            <p:cNvGrpSpPr/>
            <p:nvPr/>
          </p:nvGrpSpPr>
          <p:grpSpPr>
            <a:xfrm>
              <a:off x="9358184" y="2802389"/>
              <a:ext cx="457909" cy="457909"/>
              <a:chOff x="9358184" y="2802389"/>
              <a:chExt cx="457909" cy="457909"/>
            </a:xfrm>
          </p:grpSpPr>
          <p:sp>
            <p:nvSpPr>
              <p:cNvPr id="14" name="Google Shape;36;p31">
                <a:extLst>
                  <a:ext uri="{FF2B5EF4-FFF2-40B4-BE49-F238E27FC236}">
                    <a16:creationId xmlns:a16="http://schemas.microsoft.com/office/drawing/2014/main" id="{90EABD33-493E-E54A-1A23-1BA99D60F8B0}"/>
                  </a:ext>
                </a:extLst>
              </p:cNvPr>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5" name="Google Shape;37;p31">
                <a:extLst>
                  <a:ext uri="{FF2B5EF4-FFF2-40B4-BE49-F238E27FC236}">
                    <a16:creationId xmlns:a16="http://schemas.microsoft.com/office/drawing/2014/main" id="{A8D933AC-72DA-D72F-77D3-A7207C548944}"/>
                  </a:ext>
                </a:extLst>
              </p:cNvPr>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7" name="Google Shape;38;p31">
                <a:extLst>
                  <a:ext uri="{FF2B5EF4-FFF2-40B4-BE49-F238E27FC236}">
                    <a16:creationId xmlns:a16="http://schemas.microsoft.com/office/drawing/2014/main" id="{4A4515EE-AAD5-6566-FB77-56CD51465C34}"/>
                  </a:ext>
                </a:extLst>
              </p:cNvPr>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12" name="Google Shape;39;p31">
              <a:extLst>
                <a:ext uri="{FF2B5EF4-FFF2-40B4-BE49-F238E27FC236}">
                  <a16:creationId xmlns:a16="http://schemas.microsoft.com/office/drawing/2014/main" id="{C178D74F-1BD9-301F-4848-BDD92A8BD252}"/>
                </a:ext>
              </a:extLst>
            </p:cNvPr>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3" name="Google Shape;40;p31">
              <a:extLst>
                <a:ext uri="{FF2B5EF4-FFF2-40B4-BE49-F238E27FC236}">
                  <a16:creationId xmlns:a16="http://schemas.microsoft.com/office/drawing/2014/main" id="{2FB8305B-313B-9DA6-397B-FD10C2E02AD9}"/>
                </a:ext>
              </a:extLst>
            </p:cNvPr>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3336278441"/>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pic>
        <p:nvPicPr>
          <p:cNvPr id="3" name="Google Shape;203;p21">
            <a:extLst>
              <a:ext uri="{FF2B5EF4-FFF2-40B4-BE49-F238E27FC236}">
                <a16:creationId xmlns:a16="http://schemas.microsoft.com/office/drawing/2014/main" id="{04070031-126A-1C18-A638-9AC483966AB8}"/>
              </a:ext>
            </a:extLst>
          </p:cNvPr>
          <p:cNvPicPr preferRelativeResize="0"/>
          <p:nvPr userDrawn="1"/>
        </p:nvPicPr>
        <p:blipFill rotWithShape="1">
          <a:blip r:embed="rId2">
            <a:alphaModFix/>
          </a:blip>
          <a:srcRect l="429" t="12285" r="30240" b="18386"/>
          <a:stretch/>
        </p:blipFill>
        <p:spPr>
          <a:xfrm rot="10800000">
            <a:off x="4" y="0"/>
            <a:ext cx="12192000" cy="6857989"/>
          </a:xfrm>
          <a:prstGeom prst="rect">
            <a:avLst/>
          </a:prstGeom>
          <a:noFill/>
          <a:ln>
            <a:noFill/>
          </a:ln>
        </p:spPr>
      </p:pic>
      <p:sp>
        <p:nvSpPr>
          <p:cNvPr id="2" name="CaixaDeTexto 1">
            <a:extLst>
              <a:ext uri="{FF2B5EF4-FFF2-40B4-BE49-F238E27FC236}">
                <a16:creationId xmlns:a16="http://schemas.microsoft.com/office/drawing/2014/main" id="{78E9625F-D19E-624E-A52E-3E35C3F742DF}"/>
              </a:ext>
            </a:extLst>
          </p:cNvPr>
          <p:cNvSpPr txBox="1"/>
          <p:nvPr userDrawn="1"/>
        </p:nvSpPr>
        <p:spPr>
          <a:xfrm>
            <a:off x="2510117" y="-585694"/>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8" name="Espaço Reservado para Texto 10">
            <a:extLst>
              <a:ext uri="{FF2B5EF4-FFF2-40B4-BE49-F238E27FC236}">
                <a16:creationId xmlns:a16="http://schemas.microsoft.com/office/drawing/2014/main" id="{E3EABF6E-626A-0802-C919-B97335045E73}"/>
              </a:ext>
            </a:extLst>
          </p:cNvPr>
          <p:cNvSpPr>
            <a:spLocks noGrp="1"/>
          </p:cNvSpPr>
          <p:nvPr>
            <p:ph type="body" sz="quarter" idx="10"/>
          </p:nvPr>
        </p:nvSpPr>
        <p:spPr>
          <a:xfrm>
            <a:off x="3026388" y="1395942"/>
            <a:ext cx="7107154" cy="515408"/>
          </a:xfrm>
          <a:prstGeom prst="rect">
            <a:avLst/>
          </a:prstGeom>
        </p:spPr>
        <p:txBody>
          <a:bodyPr/>
          <a:lstStyle>
            <a:lvl1pPr>
              <a:defRPr sz="2533" b="1" i="0">
                <a:latin typeface="Poppins" pitchFamily="2" charset="77"/>
                <a:cs typeface="Poppins" pitchFamily="2" charset="77"/>
              </a:defRPr>
            </a:lvl1pPr>
            <a:lvl2pPr>
              <a:defRPr sz="2533" b="1" i="0">
                <a:latin typeface="Poppins" pitchFamily="2" charset="77"/>
                <a:cs typeface="Poppins" pitchFamily="2" charset="77"/>
              </a:defRPr>
            </a:lvl2pPr>
            <a:lvl3pPr>
              <a:defRPr sz="2533" b="1" i="0">
                <a:latin typeface="Poppins" pitchFamily="2" charset="77"/>
                <a:cs typeface="Poppins" pitchFamily="2" charset="77"/>
              </a:defRPr>
            </a:lvl3pPr>
            <a:lvl4pPr>
              <a:defRPr sz="2533" b="1" i="0">
                <a:latin typeface="Poppins" pitchFamily="2" charset="77"/>
                <a:cs typeface="Poppins" pitchFamily="2" charset="77"/>
              </a:defRPr>
            </a:lvl4pPr>
            <a:lvl5pPr>
              <a:defRPr sz="2533" b="1" i="0">
                <a:solidFill>
                  <a:schemeClr val="bg1"/>
                </a:solidFill>
                <a:latin typeface="Poppins" pitchFamily="2" charset="77"/>
                <a:cs typeface="Poppins" pitchFamily="2" charset="77"/>
              </a:defRPr>
            </a:lvl5pPr>
          </a:lstStyle>
          <a:p>
            <a:pPr lvl="4"/>
            <a:endParaRPr lang="pt-BR"/>
          </a:p>
        </p:txBody>
      </p:sp>
      <p:sp>
        <p:nvSpPr>
          <p:cNvPr id="10" name="Espaço Reservado para Texto 10">
            <a:extLst>
              <a:ext uri="{FF2B5EF4-FFF2-40B4-BE49-F238E27FC236}">
                <a16:creationId xmlns:a16="http://schemas.microsoft.com/office/drawing/2014/main" id="{24C57C54-2E58-E7B5-ECF5-2C905E340D3C}"/>
              </a:ext>
            </a:extLst>
          </p:cNvPr>
          <p:cNvSpPr>
            <a:spLocks noGrp="1"/>
          </p:cNvSpPr>
          <p:nvPr>
            <p:ph type="body" sz="quarter" idx="11"/>
          </p:nvPr>
        </p:nvSpPr>
        <p:spPr>
          <a:xfrm>
            <a:off x="3026389" y="2075496"/>
            <a:ext cx="7107153" cy="732586"/>
          </a:xfrm>
          <a:prstGeom prst="rect">
            <a:avLst/>
          </a:prstGeom>
        </p:spPr>
        <p:txBody>
          <a:bodyPr/>
          <a:lstStyle>
            <a:lvl1pPr>
              <a:defRPr sz="2533" b="1" i="0">
                <a:latin typeface="Poppins" pitchFamily="2" charset="77"/>
                <a:cs typeface="Poppins" pitchFamily="2" charset="77"/>
              </a:defRPr>
            </a:lvl1pPr>
            <a:lvl2pPr>
              <a:defRPr sz="2533" b="1" i="0">
                <a:latin typeface="Poppins" pitchFamily="2" charset="77"/>
                <a:cs typeface="Poppins" pitchFamily="2" charset="77"/>
              </a:defRPr>
            </a:lvl2pPr>
            <a:lvl3pPr>
              <a:defRPr sz="2533" b="1" i="0">
                <a:latin typeface="Poppins" pitchFamily="2" charset="77"/>
                <a:cs typeface="Poppins" pitchFamily="2" charset="77"/>
              </a:defRPr>
            </a:lvl3pPr>
            <a:lvl4pPr>
              <a:defRPr sz="2533" b="1" i="0">
                <a:latin typeface="Poppins" pitchFamily="2" charset="77"/>
                <a:cs typeface="Poppins" pitchFamily="2" charset="77"/>
              </a:defRPr>
            </a:lvl4pPr>
            <a:lvl5pPr>
              <a:defRPr sz="1467" b="0" i="0">
                <a:solidFill>
                  <a:schemeClr val="bg1"/>
                </a:solidFill>
                <a:latin typeface="Poppins" pitchFamily="2" charset="77"/>
                <a:cs typeface="Poppins" pitchFamily="2" charset="77"/>
              </a:defRPr>
            </a:lvl5pPr>
          </a:lstStyle>
          <a:p>
            <a:pPr lvl="4"/>
            <a:endParaRPr lang="pt-BR"/>
          </a:p>
        </p:txBody>
      </p:sp>
      <p:sp>
        <p:nvSpPr>
          <p:cNvPr id="4" name="Retângulo: Cantos Arredondados 5">
            <a:extLst>
              <a:ext uri="{FF2B5EF4-FFF2-40B4-BE49-F238E27FC236}">
                <a16:creationId xmlns:a16="http://schemas.microsoft.com/office/drawing/2014/main" id="{DF589759-6241-AD86-AF3E-4ABD9F152629}"/>
              </a:ext>
            </a:extLst>
          </p:cNvPr>
          <p:cNvSpPr/>
          <p:nvPr userDrawn="1"/>
        </p:nvSpPr>
        <p:spPr>
          <a:xfrm>
            <a:off x="200184" y="44804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Google Shape;231;p21">
            <a:extLst>
              <a:ext uri="{FF2B5EF4-FFF2-40B4-BE49-F238E27FC236}">
                <a16:creationId xmlns:a16="http://schemas.microsoft.com/office/drawing/2014/main" id="{3884FE99-63AF-B703-ED88-24D2645A0A60}"/>
              </a:ext>
            </a:extLst>
          </p:cNvPr>
          <p:cNvSpPr txBox="1"/>
          <p:nvPr userDrawn="1"/>
        </p:nvSpPr>
        <p:spPr>
          <a:xfrm>
            <a:off x="629139" y="882775"/>
            <a:ext cx="1528469"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noProof="0" dirty="0">
                <a:solidFill>
                  <a:srgbClr val="FFFFFF"/>
                </a:solidFill>
                <a:latin typeface="Poppins Light" pitchFamily="2" charset="77"/>
                <a:ea typeface="Poppins Light"/>
                <a:cs typeface="Poppins Light" pitchFamily="2" charset="77"/>
                <a:sym typeface="Poppins Light"/>
              </a:rPr>
              <a:t>Pause e</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noProof="0" dirty="0">
                <a:solidFill>
                  <a:srgbClr val="FFFFFF"/>
                </a:solidFill>
                <a:latin typeface="Poppins"/>
                <a:ea typeface="Poppins Light"/>
                <a:cs typeface="Poppins"/>
                <a:sym typeface="Poppins"/>
              </a:rPr>
              <a:t>responda</a:t>
            </a:r>
            <a:endParaRPr lang="pt-BR" sz="2333" b="0" i="0" u="none" strike="noStrike" cap="none" noProof="0"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374130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Atividade_embranco" preserve="1" userDrawn="1">
  <p:cSld name="2_Atividade_embranco">
    <p:spTree>
      <p:nvGrpSpPr>
        <p:cNvPr id="1" name="Shape 307"/>
        <p:cNvGrpSpPr/>
        <p:nvPr/>
      </p:nvGrpSpPr>
      <p:grpSpPr>
        <a:xfrm>
          <a:off x="0" y="0"/>
          <a:ext cx="0" cy="0"/>
          <a:chOff x="0" y="0"/>
          <a:chExt cx="0" cy="0"/>
        </a:xfrm>
      </p:grpSpPr>
      <p:sp>
        <p:nvSpPr>
          <p:cNvPr id="3" name="Espaço Reservado para Imagem 2">
            <a:extLst>
              <a:ext uri="{FF2B5EF4-FFF2-40B4-BE49-F238E27FC236}">
                <a16:creationId xmlns:a16="http://schemas.microsoft.com/office/drawing/2014/main" id="{CF0416F6-09BD-9981-848C-F13A11B9AEB6}"/>
              </a:ext>
            </a:extLst>
          </p:cNvPr>
          <p:cNvSpPr>
            <a:spLocks noGrp="1"/>
          </p:cNvSpPr>
          <p:nvPr>
            <p:ph type="pic" sz="quarter" idx="10"/>
          </p:nvPr>
        </p:nvSpPr>
        <p:spPr>
          <a:xfrm>
            <a:off x="0" y="0"/>
            <a:ext cx="12192000" cy="6858000"/>
          </a:xfrm>
          <a:prstGeom prst="rect">
            <a:avLst/>
          </a:prstGeom>
          <a:solidFill>
            <a:schemeClr val="bg1">
              <a:lumMod val="85000"/>
            </a:schemeClr>
          </a:solidFill>
        </p:spPr>
        <p:txBody>
          <a:bodyPr/>
          <a:lstStyle>
            <a:lvl1pPr>
              <a:defRPr sz="1200">
                <a:latin typeface="Poppins" pitchFamily="2" charset="77"/>
                <a:cs typeface="Poppins" pitchFamily="2" charset="77"/>
              </a:defRPr>
            </a:lvl1pPr>
          </a:lstStyle>
          <a:p>
            <a:endParaRPr lang="pt-BR" dirty="0"/>
          </a:p>
        </p:txBody>
      </p:sp>
      <p:sp>
        <p:nvSpPr>
          <p:cNvPr id="4" name="Espaço Reservado para Mídia 3">
            <a:extLst>
              <a:ext uri="{FF2B5EF4-FFF2-40B4-BE49-F238E27FC236}">
                <a16:creationId xmlns:a16="http://schemas.microsoft.com/office/drawing/2014/main" id="{93F045AC-FA97-1D94-5C54-6BC8931024B8}"/>
              </a:ext>
            </a:extLst>
          </p:cNvPr>
          <p:cNvSpPr>
            <a:spLocks noGrp="1"/>
          </p:cNvSpPr>
          <p:nvPr>
            <p:ph type="media" sz="quarter" idx="11"/>
          </p:nvPr>
        </p:nvSpPr>
        <p:spPr>
          <a:xfrm>
            <a:off x="862542" y="887942"/>
            <a:ext cx="4092575" cy="3605741"/>
          </a:xfrm>
          <a:prstGeom prst="rect">
            <a:avLst/>
          </a:prstGeom>
        </p:spPr>
        <p:txBody>
          <a:bodyPr/>
          <a:lstStyle/>
          <a:p>
            <a:endParaRPr lang="pt-BR" dirty="0"/>
          </a:p>
        </p:txBody>
      </p:sp>
    </p:spTree>
    <p:extLst>
      <p:ext uri="{BB962C8B-B14F-4D97-AF65-F5344CB8AC3E}">
        <p14:creationId xmlns:p14="http://schemas.microsoft.com/office/powerpoint/2010/main" val="3078226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41"/>
        <p:cNvGrpSpPr/>
        <p:nvPr/>
      </p:nvGrpSpPr>
      <p:grpSpPr>
        <a:xfrm>
          <a:off x="0" y="0"/>
          <a:ext cx="0" cy="0"/>
          <a:chOff x="0" y="0"/>
          <a:chExt cx="0" cy="0"/>
        </a:xfrm>
      </p:grpSpPr>
      <p:pic>
        <p:nvPicPr>
          <p:cNvPr id="6" name="Google Shape;203;p21">
            <a:extLst>
              <a:ext uri="{FF2B5EF4-FFF2-40B4-BE49-F238E27FC236}">
                <a16:creationId xmlns:a16="http://schemas.microsoft.com/office/drawing/2014/main" id="{C2D53C5C-653B-C871-5FD5-4980C285D261}"/>
              </a:ext>
            </a:extLst>
          </p:cNvPr>
          <p:cNvPicPr preferRelativeResize="0"/>
          <p:nvPr userDrawn="1"/>
        </p:nvPicPr>
        <p:blipFill rotWithShape="1">
          <a:blip r:embed="rId2">
            <a:alphaModFix/>
          </a:blip>
          <a:srcRect l="429" t="12285" r="30240" b="18386"/>
          <a:stretch/>
        </p:blipFill>
        <p:spPr>
          <a:xfrm rot="10800000">
            <a:off x="0" y="12"/>
            <a:ext cx="12192000" cy="6857989"/>
          </a:xfrm>
          <a:prstGeom prst="rect">
            <a:avLst/>
          </a:prstGeom>
          <a:noFill/>
          <a:ln>
            <a:noFill/>
          </a:ln>
        </p:spPr>
      </p:pic>
      <p:sp>
        <p:nvSpPr>
          <p:cNvPr id="4" name="Retângulo: Cantos Arredondados 3">
            <a:extLst>
              <a:ext uri="{FF2B5EF4-FFF2-40B4-BE49-F238E27FC236}">
                <a16:creationId xmlns:a16="http://schemas.microsoft.com/office/drawing/2014/main" id="{D77B6CE3-0D9C-0DE0-AAFE-8572C51FF670}"/>
              </a:ext>
            </a:extLst>
          </p:cNvPr>
          <p:cNvSpPr/>
          <p:nvPr userDrawn="1"/>
        </p:nvSpPr>
        <p:spPr>
          <a:xfrm>
            <a:off x="5260792" y="304269"/>
            <a:ext cx="6553729" cy="5568211"/>
          </a:xfrm>
          <a:prstGeom prst="roundRect">
            <a:avLst/>
          </a:prstGeom>
          <a:solidFill>
            <a:schemeClr val="bg1"/>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6" name="Google Shape;146;p12"/>
          <p:cNvSpPr txBox="1">
            <a:spLocks noGrp="1"/>
          </p:cNvSpPr>
          <p:nvPr>
            <p:ph type="body" idx="1"/>
          </p:nvPr>
        </p:nvSpPr>
        <p:spPr>
          <a:xfrm>
            <a:off x="6087875" y="1378003"/>
            <a:ext cx="5071800" cy="2296200"/>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 name="CaixaDeTexto 1">
            <a:extLst>
              <a:ext uri="{FF2B5EF4-FFF2-40B4-BE49-F238E27FC236}">
                <a16:creationId xmlns:a16="http://schemas.microsoft.com/office/drawing/2014/main" id="{44A24CA4-AA45-E069-3331-6863E624A858}"/>
              </a:ext>
            </a:extLst>
          </p:cNvPr>
          <p:cNvSpPr txBox="1"/>
          <p:nvPr userDrawn="1"/>
        </p:nvSpPr>
        <p:spPr>
          <a:xfrm>
            <a:off x="3178098" y="-289932"/>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5_OqueAprendemos" userDrawn="1">
  <p:cSld name="5_OqueAprendemos">
    <p:spTree>
      <p:nvGrpSpPr>
        <p:cNvPr id="1" name="Shape 340"/>
        <p:cNvGrpSpPr/>
        <p:nvPr/>
      </p:nvGrpSpPr>
      <p:grpSpPr>
        <a:xfrm>
          <a:off x="0" y="0"/>
          <a:ext cx="0" cy="0"/>
          <a:chOff x="0" y="0"/>
          <a:chExt cx="0" cy="0"/>
        </a:xfrm>
      </p:grpSpPr>
      <p:pic>
        <p:nvPicPr>
          <p:cNvPr id="6" name="Google Shape;316;p32">
            <a:extLst>
              <a:ext uri="{FF2B5EF4-FFF2-40B4-BE49-F238E27FC236}">
                <a16:creationId xmlns:a16="http://schemas.microsoft.com/office/drawing/2014/main" id="{7C738FF4-2E01-8DDD-6839-4D26CF399416}"/>
              </a:ext>
            </a:extLst>
          </p:cNvPr>
          <p:cNvPicPr preferRelativeResize="0"/>
          <p:nvPr userDrawn="1"/>
        </p:nvPicPr>
        <p:blipFill rotWithShape="1">
          <a:blip r:embed="rId2">
            <a:alphaModFix/>
          </a:blip>
          <a:srcRect l="17961" t="437" r="51208"/>
          <a:stretch/>
        </p:blipFill>
        <p:spPr>
          <a:xfrm>
            <a:off x="0" y="0"/>
            <a:ext cx="3775249" cy="6858000"/>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a:alphaModFix/>
          </a:blip>
          <a:srcRect r="35132"/>
          <a:stretch/>
        </p:blipFill>
        <p:spPr>
          <a:xfrm>
            <a:off x="132497" y="695158"/>
            <a:ext cx="3823136" cy="3899277"/>
          </a:xfrm>
          <a:prstGeom prst="ellipse">
            <a:avLst/>
          </a:prstGeom>
          <a:noFill/>
          <a:ln>
            <a:noFill/>
          </a:ln>
        </p:spPr>
      </p:pic>
      <p:sp>
        <p:nvSpPr>
          <p:cNvPr id="2" name="Google Shape;345;p32">
            <a:extLst>
              <a:ext uri="{FF2B5EF4-FFF2-40B4-BE49-F238E27FC236}">
                <a16:creationId xmlns:a16="http://schemas.microsoft.com/office/drawing/2014/main" id="{D958A6C2-8B71-D5A0-1C68-95723A4C4FE5}"/>
              </a:ext>
            </a:extLst>
          </p:cNvPr>
          <p:cNvSpPr txBox="1">
            <a:spLocks noGrp="1"/>
          </p:cNvSpPr>
          <p:nvPr>
            <p:ph type="body" idx="2"/>
          </p:nvPr>
        </p:nvSpPr>
        <p:spPr>
          <a:xfrm>
            <a:off x="4867932" y="1691622"/>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 name="Google Shape;347;p32">
            <a:extLst>
              <a:ext uri="{FF2B5EF4-FFF2-40B4-BE49-F238E27FC236}">
                <a16:creationId xmlns:a16="http://schemas.microsoft.com/office/drawing/2014/main" id="{D60E57C9-84D4-8D99-0D6C-C59B32F7C630}"/>
              </a:ext>
            </a:extLst>
          </p:cNvPr>
          <p:cNvSpPr txBox="1">
            <a:spLocks noGrp="1"/>
          </p:cNvSpPr>
          <p:nvPr>
            <p:ph type="body" idx="3"/>
          </p:nvPr>
        </p:nvSpPr>
        <p:spPr>
          <a:xfrm>
            <a:off x="4867932" y="3080015"/>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4" name="Google Shape;349;p32">
            <a:extLst>
              <a:ext uri="{FF2B5EF4-FFF2-40B4-BE49-F238E27FC236}">
                <a16:creationId xmlns:a16="http://schemas.microsoft.com/office/drawing/2014/main" id="{142C7AEA-387E-A052-1D08-8A416B8497BB}"/>
              </a:ext>
            </a:extLst>
          </p:cNvPr>
          <p:cNvSpPr txBox="1">
            <a:spLocks noGrp="1"/>
          </p:cNvSpPr>
          <p:nvPr>
            <p:ph type="body" idx="4"/>
          </p:nvPr>
        </p:nvSpPr>
        <p:spPr>
          <a:xfrm>
            <a:off x="4867932" y="4490837"/>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3" name="Google Shape;233;p39">
            <a:extLst>
              <a:ext uri="{FF2B5EF4-FFF2-40B4-BE49-F238E27FC236}">
                <a16:creationId xmlns:a16="http://schemas.microsoft.com/office/drawing/2014/main" id="{23D223AE-6B47-5244-85DA-E25526DF3862}"/>
              </a:ext>
            </a:extLst>
          </p:cNvPr>
          <p:cNvSpPr txBox="1"/>
          <p:nvPr userDrawn="1"/>
        </p:nvSpPr>
        <p:spPr>
          <a:xfrm>
            <a:off x="4603178" y="173762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tx1"/>
                </a:solidFill>
                <a:latin typeface="Poppins"/>
                <a:ea typeface="Poppins"/>
                <a:cs typeface="Poppins"/>
                <a:sym typeface="Poppins"/>
              </a:rPr>
              <a:t>1</a:t>
            </a:r>
            <a:endParaRPr sz="933" b="0" i="0" u="none" strike="noStrike" cap="none" dirty="0">
              <a:solidFill>
                <a:schemeClr val="tx1"/>
              </a:solidFill>
              <a:latin typeface="Arial"/>
              <a:ea typeface="Arial"/>
              <a:cs typeface="Arial"/>
              <a:sym typeface="Arial"/>
            </a:endParaRPr>
          </a:p>
        </p:txBody>
      </p:sp>
      <p:sp>
        <p:nvSpPr>
          <p:cNvPr id="16" name="Google Shape;235;p39">
            <a:extLst>
              <a:ext uri="{FF2B5EF4-FFF2-40B4-BE49-F238E27FC236}">
                <a16:creationId xmlns:a16="http://schemas.microsoft.com/office/drawing/2014/main" id="{607A1E13-022D-D9F1-086C-636AF8EAE3BA}"/>
              </a:ext>
            </a:extLst>
          </p:cNvPr>
          <p:cNvSpPr txBox="1"/>
          <p:nvPr userDrawn="1"/>
        </p:nvSpPr>
        <p:spPr>
          <a:xfrm>
            <a:off x="4574825" y="293423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tx1"/>
                </a:solidFill>
                <a:latin typeface="Poppins"/>
                <a:ea typeface="Poppins"/>
                <a:cs typeface="Poppins"/>
                <a:sym typeface="Poppins"/>
              </a:rPr>
              <a:t>2</a:t>
            </a:r>
            <a:endParaRPr sz="933" b="0" i="0" u="none" strike="noStrike" cap="none" dirty="0">
              <a:solidFill>
                <a:schemeClr val="tx1"/>
              </a:solidFill>
              <a:latin typeface="Arial"/>
              <a:ea typeface="Arial"/>
              <a:cs typeface="Arial"/>
              <a:sym typeface="Arial"/>
            </a:endParaRPr>
          </a:p>
        </p:txBody>
      </p:sp>
      <p:sp>
        <p:nvSpPr>
          <p:cNvPr id="17" name="Google Shape;237;p39">
            <a:extLst>
              <a:ext uri="{FF2B5EF4-FFF2-40B4-BE49-F238E27FC236}">
                <a16:creationId xmlns:a16="http://schemas.microsoft.com/office/drawing/2014/main" id="{2E8F90B6-2731-530A-A552-FC88DAE9F7F9}"/>
              </a:ext>
            </a:extLst>
          </p:cNvPr>
          <p:cNvSpPr txBox="1"/>
          <p:nvPr userDrawn="1"/>
        </p:nvSpPr>
        <p:spPr>
          <a:xfrm>
            <a:off x="4574825" y="413084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tx1"/>
                </a:solidFill>
                <a:latin typeface="Poppins"/>
                <a:ea typeface="Poppins"/>
                <a:cs typeface="Poppins"/>
                <a:sym typeface="Poppins"/>
              </a:rPr>
              <a:t>3</a:t>
            </a:r>
            <a:endParaRPr sz="933" b="0" i="0" u="none" strike="noStrike" cap="none" dirty="0">
              <a:solidFill>
                <a:schemeClr val="tx1"/>
              </a:solidFill>
              <a:latin typeface="Arial"/>
              <a:ea typeface="Arial"/>
              <a:cs typeface="Arial"/>
              <a:sym typeface="Arial"/>
            </a:endParaRPr>
          </a:p>
        </p:txBody>
      </p:sp>
      <p:sp>
        <p:nvSpPr>
          <p:cNvPr id="9" name="CaixaDeTexto 8">
            <a:extLst>
              <a:ext uri="{FF2B5EF4-FFF2-40B4-BE49-F238E27FC236}">
                <a16:creationId xmlns:a16="http://schemas.microsoft.com/office/drawing/2014/main" id="{7EBE2669-C701-CF93-6C9B-1A151924C387}"/>
              </a:ext>
            </a:extLst>
          </p:cNvPr>
          <p:cNvSpPr txBox="1"/>
          <p:nvPr userDrawn="1"/>
        </p:nvSpPr>
        <p:spPr>
          <a:xfrm>
            <a:off x="12302837" y="90516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3" name="Google Shape;689;p48">
            <a:extLst>
              <a:ext uri="{FF2B5EF4-FFF2-40B4-BE49-F238E27FC236}">
                <a16:creationId xmlns:a16="http://schemas.microsoft.com/office/drawing/2014/main" id="{68E96D27-3289-B893-6FEC-63F2D5EC3194}"/>
              </a:ext>
            </a:extLst>
          </p:cNvPr>
          <p:cNvSpPr txBox="1">
            <a:spLocks/>
          </p:cNvSpPr>
          <p:nvPr userDrawn="1"/>
        </p:nvSpPr>
        <p:spPr>
          <a:xfrm>
            <a:off x="918094" y="4658787"/>
            <a:ext cx="833169" cy="148759"/>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800">
                <a:solidFill>
                  <a:schemeClr val="bg1"/>
                </a:solidFill>
                <a:latin typeface="Poppins Light" panose="00000400000000000000" pitchFamily="2" charset="0"/>
                <a:cs typeface="Poppins Light" panose="00000400000000000000" pitchFamily="2" charset="0"/>
              </a:rPr>
              <a:t>© Getty </a:t>
            </a:r>
            <a:r>
              <a:rPr lang="pt-BR" sz="800" err="1">
                <a:solidFill>
                  <a:schemeClr val="bg1"/>
                </a:solidFill>
                <a:latin typeface="Poppins Light" panose="00000400000000000000" pitchFamily="2" charset="0"/>
                <a:cs typeface="Poppins Light" panose="00000400000000000000" pitchFamily="2" charset="0"/>
              </a:rPr>
              <a:t>Images</a:t>
            </a:r>
            <a:endParaRPr lang="pt-BR" sz="800">
              <a:solidFill>
                <a:schemeClr val="bg1"/>
              </a:solidFill>
              <a:latin typeface="Poppins Light" panose="00000400000000000000" pitchFamily="2" charset="0"/>
              <a:cs typeface="Poppins Light" panose="00000400000000000000" pitchFamily="2" charset="0"/>
            </a:endParaRPr>
          </a:p>
        </p:txBody>
      </p:sp>
      <p:sp>
        <p:nvSpPr>
          <p:cNvPr id="10" name="Retângulo: Cantos Arredondados 2">
            <a:extLst>
              <a:ext uri="{FF2B5EF4-FFF2-40B4-BE49-F238E27FC236}">
                <a16:creationId xmlns:a16="http://schemas.microsoft.com/office/drawing/2014/main" id="{6D42AB02-6C28-F781-1FE5-91E37D55FD74}"/>
              </a:ext>
            </a:extLst>
          </p:cNvPr>
          <p:cNvSpPr/>
          <p:nvPr userDrawn="1"/>
        </p:nvSpPr>
        <p:spPr>
          <a:xfrm>
            <a:off x="1827147" y="369589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Google Shape;353;p32">
            <a:extLst>
              <a:ext uri="{FF2B5EF4-FFF2-40B4-BE49-F238E27FC236}">
                <a16:creationId xmlns:a16="http://schemas.microsoft.com/office/drawing/2014/main" id="{319D52F2-9928-63AC-04B4-A2EC75750970}"/>
              </a:ext>
            </a:extLst>
          </p:cNvPr>
          <p:cNvSpPr txBox="1"/>
          <p:nvPr userDrawn="1"/>
        </p:nvSpPr>
        <p:spPr>
          <a:xfrm>
            <a:off x="2025947" y="3952324"/>
            <a:ext cx="2001764" cy="107702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noProof="0" dirty="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noProof="0" dirty="0">
                <a:solidFill>
                  <a:schemeClr val="lt1"/>
                </a:solidFill>
                <a:latin typeface="Poppins"/>
                <a:ea typeface="Poppins"/>
                <a:cs typeface="Poppins"/>
                <a:sym typeface="Poppins"/>
              </a:rPr>
              <a:t>aprendemos hoje?</a:t>
            </a:r>
            <a:endParaRPr lang="pt-BR" sz="2333" b="0" i="0" u="none" strike="noStrike" cap="none" noProof="0"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0055881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_Atividade_Seminario" userDrawn="1">
  <p:cSld name="4_Atividade_Seminario">
    <p:spTree>
      <p:nvGrpSpPr>
        <p:cNvPr id="1" name="Shape 353"/>
        <p:cNvGrpSpPr/>
        <p:nvPr/>
      </p:nvGrpSpPr>
      <p:grpSpPr>
        <a:xfrm>
          <a:off x="0" y="0"/>
          <a:ext cx="0" cy="0"/>
          <a:chOff x="0" y="0"/>
          <a:chExt cx="0" cy="0"/>
        </a:xfrm>
      </p:grpSpPr>
      <p:pic>
        <p:nvPicPr>
          <p:cNvPr id="4" name="Google Shape;22;p4">
            <a:extLst>
              <a:ext uri="{FF2B5EF4-FFF2-40B4-BE49-F238E27FC236}">
                <a16:creationId xmlns:a16="http://schemas.microsoft.com/office/drawing/2014/main" id="{96D0DE7F-92AF-A646-0FF2-A77FC5D24715}"/>
              </a:ext>
            </a:extLst>
          </p:cNvPr>
          <p:cNvPicPr preferRelativeResize="0"/>
          <p:nvPr userDrawn="1"/>
        </p:nvPicPr>
        <p:blipFill rotWithShape="1">
          <a:blip r:embed="rId2">
            <a:alphaModFix/>
          </a:blip>
          <a:srcRect b="91713"/>
          <a:stretch/>
        </p:blipFill>
        <p:spPr>
          <a:xfrm>
            <a:off x="0" y="0"/>
            <a:ext cx="12192000" cy="568301"/>
          </a:xfrm>
          <a:prstGeom prst="rect">
            <a:avLst/>
          </a:prstGeom>
          <a:noFill/>
          <a:ln>
            <a:noFill/>
          </a:ln>
        </p:spPr>
      </p:pic>
      <p:pic>
        <p:nvPicPr>
          <p:cNvPr id="7" name="Google Shape;23;p4">
            <a:extLst>
              <a:ext uri="{FF2B5EF4-FFF2-40B4-BE49-F238E27FC236}">
                <a16:creationId xmlns:a16="http://schemas.microsoft.com/office/drawing/2014/main" id="{79131217-7207-B376-583C-711407C37445}"/>
              </a:ext>
            </a:extLst>
          </p:cNvPr>
          <p:cNvPicPr preferRelativeResize="0"/>
          <p:nvPr userDrawn="1"/>
        </p:nvPicPr>
        <p:blipFill rotWithShape="1">
          <a:blip r:embed="rId2">
            <a:alphaModFix/>
          </a:blip>
          <a:srcRect t="69153" b="22164"/>
          <a:stretch/>
        </p:blipFill>
        <p:spPr>
          <a:xfrm>
            <a:off x="0" y="6262650"/>
            <a:ext cx="12192000" cy="595350"/>
          </a:xfrm>
          <a:prstGeom prst="rect">
            <a:avLst/>
          </a:prstGeom>
          <a:noFill/>
          <a:ln>
            <a:noFill/>
          </a:ln>
        </p:spPr>
      </p:pic>
      <p:sp>
        <p:nvSpPr>
          <p:cNvPr id="397" name="Google Shape;397;p33"/>
          <p:cNvSpPr txBox="1">
            <a:spLocks noGrp="1"/>
          </p:cNvSpPr>
          <p:nvPr>
            <p:ph type="body" idx="5"/>
          </p:nvPr>
        </p:nvSpPr>
        <p:spPr>
          <a:xfrm>
            <a:off x="1450528" y="1854200"/>
            <a:ext cx="8305873" cy="382291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347"/>
              </a:spcBef>
              <a:spcAft>
                <a:spcPts val="0"/>
              </a:spcAft>
              <a:buClr>
                <a:schemeClr val="dk1"/>
              </a:buClr>
              <a:buSzPts val="2600"/>
              <a:buFont typeface="Poppins"/>
              <a:buNone/>
              <a:defRPr sz="1700"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 name="Google Shape;624;p42">
            <a:extLst>
              <a:ext uri="{FF2B5EF4-FFF2-40B4-BE49-F238E27FC236}">
                <a16:creationId xmlns:a16="http://schemas.microsoft.com/office/drawing/2014/main" id="{690D8EE8-5EA4-845E-6984-D0C986969508}"/>
              </a:ext>
            </a:extLst>
          </p:cNvPr>
          <p:cNvSpPr txBox="1"/>
          <p:nvPr userDrawn="1"/>
        </p:nvSpPr>
        <p:spPr>
          <a:xfrm>
            <a:off x="1450528" y="1180890"/>
            <a:ext cx="6345600"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3200" b="1" i="0" u="none" strike="noStrike" cap="none" noProof="0" dirty="0">
                <a:solidFill>
                  <a:srgbClr val="FF161F"/>
                </a:solidFill>
                <a:latin typeface="Poppins"/>
                <a:ea typeface="Poppins"/>
                <a:cs typeface="Poppins"/>
                <a:sym typeface="Poppins"/>
              </a:rPr>
              <a:t>Referências</a:t>
            </a:r>
            <a:r>
              <a:rPr lang="en-US" sz="3200" b="1" i="0" u="none" strike="noStrike" cap="none" dirty="0">
                <a:solidFill>
                  <a:srgbClr val="FF161F"/>
                </a:solidFill>
                <a:latin typeface="Poppins"/>
                <a:ea typeface="Poppins"/>
                <a:cs typeface="Poppins"/>
                <a:sym typeface="Poppins"/>
              </a:rPr>
              <a:t> da aula</a:t>
            </a:r>
            <a:endParaRPr sz="3200" b="0" i="0" u="none" strike="noStrike" cap="none" dirty="0">
              <a:solidFill>
                <a:srgbClr val="FF161F"/>
              </a:solidFill>
              <a:latin typeface="Poppins"/>
              <a:ea typeface="Poppins"/>
              <a:cs typeface="Poppins"/>
              <a:sym typeface="Poppins"/>
            </a:endParaRPr>
          </a:p>
        </p:txBody>
      </p:sp>
    </p:spTree>
    <p:extLst>
      <p:ext uri="{BB962C8B-B14F-4D97-AF65-F5344CB8AC3E}">
        <p14:creationId xmlns:p14="http://schemas.microsoft.com/office/powerpoint/2010/main" val="659309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e Conteúdo" preserve="1" userDrawn="1">
  <p:cSld name="1_Título e Conteúdo">
    <p:spTree>
      <p:nvGrpSpPr>
        <p:cNvPr id="1" name="Shape 14"/>
        <p:cNvGrpSpPr/>
        <p:nvPr/>
      </p:nvGrpSpPr>
      <p:grpSpPr>
        <a:xfrm>
          <a:off x="0" y="0"/>
          <a:ext cx="0" cy="0"/>
          <a:chOff x="0" y="0"/>
          <a:chExt cx="0" cy="0"/>
        </a:xfrm>
      </p:grpSpPr>
      <p:pic>
        <p:nvPicPr>
          <p:cNvPr id="2" name="Google Shape;22;p4">
            <a:extLst>
              <a:ext uri="{FF2B5EF4-FFF2-40B4-BE49-F238E27FC236}">
                <a16:creationId xmlns:a16="http://schemas.microsoft.com/office/drawing/2014/main" id="{5E705E55-01E4-945B-7072-330DFCE9FFC9}"/>
              </a:ext>
            </a:extLst>
          </p:cNvPr>
          <p:cNvPicPr preferRelativeResize="0"/>
          <p:nvPr userDrawn="1"/>
        </p:nvPicPr>
        <p:blipFill rotWithShape="1">
          <a:blip r:embed="rId2">
            <a:alphaModFix/>
          </a:blip>
          <a:srcRect b="91713"/>
          <a:stretch/>
        </p:blipFill>
        <p:spPr>
          <a:xfrm>
            <a:off x="0" y="0"/>
            <a:ext cx="12192000" cy="568301"/>
          </a:xfrm>
          <a:prstGeom prst="rect">
            <a:avLst/>
          </a:prstGeom>
          <a:noFill/>
          <a:ln>
            <a:noFill/>
          </a:ln>
        </p:spPr>
      </p:pic>
      <p:pic>
        <p:nvPicPr>
          <p:cNvPr id="3" name="Google Shape;23;p4">
            <a:extLst>
              <a:ext uri="{FF2B5EF4-FFF2-40B4-BE49-F238E27FC236}">
                <a16:creationId xmlns:a16="http://schemas.microsoft.com/office/drawing/2014/main" id="{F49E36B5-2934-9CA4-7B2E-4F438B27C5EB}"/>
              </a:ext>
            </a:extLst>
          </p:cNvPr>
          <p:cNvPicPr preferRelativeResize="0"/>
          <p:nvPr userDrawn="1"/>
        </p:nvPicPr>
        <p:blipFill rotWithShape="1">
          <a:blip r:embed="rId2">
            <a:alphaModFix/>
          </a:blip>
          <a:srcRect t="69153" b="22164"/>
          <a:stretch/>
        </p:blipFill>
        <p:spPr>
          <a:xfrm>
            <a:off x="0" y="6262650"/>
            <a:ext cx="12192000" cy="595350"/>
          </a:xfrm>
          <a:prstGeom prst="rect">
            <a:avLst/>
          </a:prstGeom>
          <a:noFill/>
          <a:ln>
            <a:noFill/>
          </a:ln>
        </p:spPr>
      </p:pic>
      <p:sp>
        <p:nvSpPr>
          <p:cNvPr id="5" name="Espaço Reservado para Imagem 4">
            <a:extLst>
              <a:ext uri="{FF2B5EF4-FFF2-40B4-BE49-F238E27FC236}">
                <a16:creationId xmlns:a16="http://schemas.microsoft.com/office/drawing/2014/main" id="{77D9E9D2-505F-0E7C-E845-C5678130B473}"/>
              </a:ext>
            </a:extLst>
          </p:cNvPr>
          <p:cNvSpPr>
            <a:spLocks noGrp="1"/>
          </p:cNvSpPr>
          <p:nvPr>
            <p:ph type="pic" sz="quarter" idx="4294967295"/>
          </p:nvPr>
        </p:nvSpPr>
        <p:spPr>
          <a:xfrm>
            <a:off x="2805141" y="2431243"/>
            <a:ext cx="9004568" cy="3295901"/>
          </a:xfrm>
          <a:prstGeom prst="rect">
            <a:avLst/>
          </a:prstGeom>
          <a:solidFill>
            <a:schemeClr val="bg1">
              <a:lumMod val="85000"/>
            </a:schemeClr>
          </a:solidFill>
        </p:spPr>
        <p:txBody>
          <a:bodyPr/>
          <a:lstStyle>
            <a:lvl1pPr>
              <a:defRPr sz="1200">
                <a:latin typeface="Poppins" pitchFamily="2" charset="77"/>
                <a:cs typeface="Poppins" pitchFamily="2" charset="77"/>
              </a:defRPr>
            </a:lvl1pPr>
          </a:lstStyle>
          <a:p>
            <a:endParaRPr lang="pt-BR" dirty="0"/>
          </a:p>
        </p:txBody>
      </p:sp>
      <p:sp>
        <p:nvSpPr>
          <p:cNvPr id="7" name="Espaço Reservado para Texto 8">
            <a:extLst>
              <a:ext uri="{FF2B5EF4-FFF2-40B4-BE49-F238E27FC236}">
                <a16:creationId xmlns:a16="http://schemas.microsoft.com/office/drawing/2014/main" id="{B79890C7-E0F3-5660-10F8-DFF87BDACA49}"/>
              </a:ext>
            </a:extLst>
          </p:cNvPr>
          <p:cNvSpPr>
            <a:spLocks noGrp="1"/>
          </p:cNvSpPr>
          <p:nvPr>
            <p:ph type="body" sz="quarter" idx="11"/>
          </p:nvPr>
        </p:nvSpPr>
        <p:spPr>
          <a:xfrm>
            <a:off x="2805142" y="5860191"/>
            <a:ext cx="9004801" cy="279351"/>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8" name="Espaço Reservado para Texto 8">
            <a:extLst>
              <a:ext uri="{FF2B5EF4-FFF2-40B4-BE49-F238E27FC236}">
                <a16:creationId xmlns:a16="http://schemas.microsoft.com/office/drawing/2014/main" id="{54D85AE8-3082-9CC0-AA41-526BEEC898CE}"/>
              </a:ext>
            </a:extLst>
          </p:cNvPr>
          <p:cNvSpPr>
            <a:spLocks noGrp="1"/>
          </p:cNvSpPr>
          <p:nvPr>
            <p:ph type="body" sz="quarter" idx="10"/>
          </p:nvPr>
        </p:nvSpPr>
        <p:spPr>
          <a:xfrm>
            <a:off x="2805142" y="823383"/>
            <a:ext cx="9004801" cy="1363119"/>
          </a:xfrm>
          <a:prstGeom prst="rect">
            <a:avLst/>
          </a:prstGeom>
        </p:spPr>
        <p:txBody>
          <a:bodyPr/>
          <a:lstStyle>
            <a:lvl1pPr>
              <a:defRPr sz="1600" b="0" i="0">
                <a:latin typeface="Poppins" pitchFamily="2" charset="77"/>
                <a:cs typeface="Poppins" pitchFamily="2" charset="77"/>
              </a:defRPr>
            </a:lvl1pPr>
          </a:lstStyle>
          <a:p>
            <a:pPr lvl="0"/>
            <a:endParaRPr lang="pt-BR"/>
          </a:p>
        </p:txBody>
      </p:sp>
      <p:sp>
        <p:nvSpPr>
          <p:cNvPr id="9" name="Retângulo: Cantos Arredondados 2">
            <a:extLst>
              <a:ext uri="{FF2B5EF4-FFF2-40B4-BE49-F238E27FC236}">
                <a16:creationId xmlns:a16="http://schemas.microsoft.com/office/drawing/2014/main" id="{AC30E297-0885-7DDC-63A6-E6E745647036}"/>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Google Shape;101;p34">
            <a:extLst>
              <a:ext uri="{FF2B5EF4-FFF2-40B4-BE49-F238E27FC236}">
                <a16:creationId xmlns:a16="http://schemas.microsoft.com/office/drawing/2014/main" id="{31BCA816-D769-8938-95E9-3DFDE065D5BE}"/>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021042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4135395" y="-103796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Tree>
    <p:extLst>
      <p:ext uri="{BB962C8B-B14F-4D97-AF65-F5344CB8AC3E}">
        <p14:creationId xmlns:p14="http://schemas.microsoft.com/office/powerpoint/2010/main" val="13589449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 Conteudo" userDrawn="1">
  <p:cSld name="2_3. Conteudo">
    <p:spTree>
      <p:nvGrpSpPr>
        <p:cNvPr id="1" name="Shape 104"/>
        <p:cNvGrpSpPr/>
        <p:nvPr/>
      </p:nvGrpSpPr>
      <p:grpSpPr>
        <a:xfrm>
          <a:off x="0" y="0"/>
          <a:ext cx="0" cy="0"/>
          <a:chOff x="0" y="0"/>
          <a:chExt cx="0" cy="0"/>
        </a:xfrm>
      </p:grpSpPr>
      <p:pic>
        <p:nvPicPr>
          <p:cNvPr id="6" name="Google Shape;113;p10">
            <a:extLst>
              <a:ext uri="{FF2B5EF4-FFF2-40B4-BE49-F238E27FC236}">
                <a16:creationId xmlns:a16="http://schemas.microsoft.com/office/drawing/2014/main" id="{F0494D6C-0775-1679-6C69-816F3881D124}"/>
              </a:ext>
            </a:extLst>
          </p:cNvPr>
          <p:cNvPicPr preferRelativeResize="0"/>
          <p:nvPr userDrawn="1"/>
        </p:nvPicPr>
        <p:blipFill rotWithShape="1">
          <a:blip r:embed="rId2">
            <a:alphaModFix/>
          </a:blip>
          <a:srcRect l="31822" r="42786"/>
          <a:stretch/>
        </p:blipFill>
        <p:spPr>
          <a:xfrm>
            <a:off x="2" y="0"/>
            <a:ext cx="3095624" cy="6858000"/>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8734269" y="-18987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3" name="Espaço Reservado para Texto 8">
            <a:extLst>
              <a:ext uri="{FF2B5EF4-FFF2-40B4-BE49-F238E27FC236}">
                <a16:creationId xmlns:a16="http://schemas.microsoft.com/office/drawing/2014/main" id="{6B4BF7EF-FB5E-D8D4-26C0-433E9665A2C1}"/>
              </a:ext>
            </a:extLst>
          </p:cNvPr>
          <p:cNvSpPr>
            <a:spLocks noGrp="1"/>
          </p:cNvSpPr>
          <p:nvPr>
            <p:ph type="body" sz="quarter" idx="12" hasCustomPrompt="1"/>
          </p:nvPr>
        </p:nvSpPr>
        <p:spPr>
          <a:xfrm>
            <a:off x="3598334" y="2009776"/>
            <a:ext cx="8080375" cy="3739091"/>
          </a:xfrm>
          <a:prstGeom prst="rect">
            <a:avLst/>
          </a:prstGeom>
          <a:solidFill>
            <a:srgbClr val="D9D9D9"/>
          </a:solidFill>
        </p:spPr>
        <p:txBody>
          <a:bodyPr/>
          <a:lstStyle>
            <a:lvl1pPr>
              <a:defRPr sz="1400" b="0" i="0">
                <a:latin typeface="Poppins" pitchFamily="2" charset="77"/>
                <a:cs typeface="Poppins" pitchFamily="2" charset="77"/>
              </a:defRPr>
            </a:lvl1pPr>
          </a:lstStyle>
          <a:p>
            <a:r>
              <a:rPr lang="pt-BR"/>
              <a:t>Inserir &gt; Mídia &gt; Vídeo &gt; Vídeos online</a:t>
            </a:r>
          </a:p>
        </p:txBody>
      </p:sp>
      <p:sp>
        <p:nvSpPr>
          <p:cNvPr id="5" name="Retângulo: Cantos Arredondados 2">
            <a:extLst>
              <a:ext uri="{FF2B5EF4-FFF2-40B4-BE49-F238E27FC236}">
                <a16:creationId xmlns:a16="http://schemas.microsoft.com/office/drawing/2014/main" id="{1E2BC7D7-E910-912C-6F16-C827ED1FC1AC}"/>
              </a:ext>
            </a:extLst>
          </p:cNvPr>
          <p:cNvSpPr/>
          <p:nvPr userDrawn="1"/>
        </p:nvSpPr>
        <p:spPr>
          <a:xfrm>
            <a:off x="200185" y="269162"/>
            <a:ext cx="2290073" cy="1671398"/>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Google Shape;82;p33">
            <a:extLst>
              <a:ext uri="{FF2B5EF4-FFF2-40B4-BE49-F238E27FC236}">
                <a16:creationId xmlns:a16="http://schemas.microsoft.com/office/drawing/2014/main" id="{158FAF33-1503-4FC4-F84A-6C4C0384916C}"/>
              </a:ext>
            </a:extLst>
          </p:cNvPr>
          <p:cNvSpPr txBox="1"/>
          <p:nvPr userDrawn="1"/>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a:solidFill>
                  <a:schemeClr val="lt1"/>
                </a:solidFill>
                <a:latin typeface="Poppins Light" pitchFamily="2" charset="77"/>
                <a:ea typeface="Poppins Medium"/>
                <a:cs typeface="Poppins Light" pitchFamily="2" charset="77"/>
                <a:sym typeface="Poppins Medium"/>
              </a:rPr>
              <a:t>Ponto</a:t>
            </a:r>
            <a:r>
              <a:rPr lang="pt-BR" sz="2333" b="0" i="0" u="none" strike="noStrike" cap="none">
                <a:solidFill>
                  <a:schemeClr val="lt1"/>
                </a:solidFill>
                <a:latin typeface="Poppins Medium"/>
                <a:ea typeface="Poppins Medium"/>
                <a:cs typeface="Poppins Medium"/>
                <a:sym typeface="Poppins Medium"/>
              </a:rPr>
              <a:t> </a:t>
            </a:r>
            <a:r>
              <a:rPr lang="pt-BR" sz="2333" b="0" i="0" u="none" strike="noStrike" cap="none">
                <a:solidFill>
                  <a:schemeClr val="lt1"/>
                </a:solidFill>
                <a:latin typeface="Poppins Light" pitchFamily="2" charset="77"/>
                <a:ea typeface="Poppins Medium"/>
                <a:cs typeface="Poppins Light" pitchFamily="2" charset="77"/>
                <a:sym typeface="Poppins Medium"/>
              </a:rPr>
              <a:t>de</a:t>
            </a:r>
            <a:r>
              <a:rPr lang="pt-BR" sz="2333" b="0" i="0" u="none" strike="noStrike" cap="none">
                <a:solidFill>
                  <a:schemeClr val="lt1"/>
                </a:solidFill>
                <a:latin typeface="Poppins Medium"/>
                <a:ea typeface="Poppins Medium"/>
                <a:cs typeface="Poppins Medium"/>
                <a:sym typeface="Poppins Medium"/>
              </a:rPr>
              <a:t> </a:t>
            </a:r>
            <a:r>
              <a:rPr lang="pt-BR" sz="2333" b="1" i="0" u="none" strike="noStrike" cap="none">
                <a:solidFill>
                  <a:schemeClr val="lt1"/>
                </a:solidFill>
                <a:latin typeface="Poppins"/>
                <a:ea typeface="Poppins"/>
                <a:cs typeface="Poppins"/>
                <a:sym typeface="Poppins"/>
              </a:rPr>
              <a:t>partida</a:t>
            </a:r>
            <a:endParaRPr sz="2333" b="0" i="0" u="none" strike="noStrike" cap="none">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315450520"/>
      </p:ext>
    </p:extLst>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e Conteúdo" userDrawn="1">
  <p:cSld name="1_Título e Conteúdo">
    <p:spTree>
      <p:nvGrpSpPr>
        <p:cNvPr id="1" name="Shape 14"/>
        <p:cNvGrpSpPr/>
        <p:nvPr/>
      </p:nvGrpSpPr>
      <p:grpSpPr>
        <a:xfrm>
          <a:off x="0" y="0"/>
          <a:ext cx="0" cy="0"/>
          <a:chOff x="0" y="0"/>
          <a:chExt cx="0" cy="0"/>
        </a:xfrm>
      </p:grpSpPr>
      <p:pic>
        <p:nvPicPr>
          <p:cNvPr id="2" name="Google Shape;22;p4">
            <a:extLst>
              <a:ext uri="{FF2B5EF4-FFF2-40B4-BE49-F238E27FC236}">
                <a16:creationId xmlns:a16="http://schemas.microsoft.com/office/drawing/2014/main" id="{4774E8B0-98E0-7A0D-DD6A-31206E95DE3D}"/>
              </a:ext>
            </a:extLst>
          </p:cNvPr>
          <p:cNvPicPr preferRelativeResize="0"/>
          <p:nvPr userDrawn="1"/>
        </p:nvPicPr>
        <p:blipFill rotWithShape="1">
          <a:blip r:embed="rId2">
            <a:alphaModFix/>
          </a:blip>
          <a:srcRect b="91713"/>
          <a:stretch/>
        </p:blipFill>
        <p:spPr>
          <a:xfrm>
            <a:off x="0" y="0"/>
            <a:ext cx="12192000" cy="568301"/>
          </a:xfrm>
          <a:prstGeom prst="rect">
            <a:avLst/>
          </a:prstGeom>
          <a:noFill/>
          <a:ln>
            <a:noFill/>
          </a:ln>
        </p:spPr>
      </p:pic>
      <p:pic>
        <p:nvPicPr>
          <p:cNvPr id="7" name="Google Shape;23;p4">
            <a:extLst>
              <a:ext uri="{FF2B5EF4-FFF2-40B4-BE49-F238E27FC236}">
                <a16:creationId xmlns:a16="http://schemas.microsoft.com/office/drawing/2014/main" id="{54770894-68D4-3162-22A1-63B498C9AC03}"/>
              </a:ext>
            </a:extLst>
          </p:cNvPr>
          <p:cNvPicPr preferRelativeResize="0"/>
          <p:nvPr userDrawn="1"/>
        </p:nvPicPr>
        <p:blipFill rotWithShape="1">
          <a:blip r:embed="rId2">
            <a:alphaModFix/>
          </a:blip>
          <a:srcRect t="69153" b="22164"/>
          <a:stretch/>
        </p:blipFill>
        <p:spPr>
          <a:xfrm>
            <a:off x="0" y="6262650"/>
            <a:ext cx="12192000" cy="595350"/>
          </a:xfrm>
          <a:prstGeom prst="rect">
            <a:avLst/>
          </a:prstGeom>
          <a:noFill/>
          <a:ln>
            <a:noFill/>
          </a:ln>
        </p:spPr>
      </p:pic>
      <p:sp>
        <p:nvSpPr>
          <p:cNvPr id="13" name="Espaço Reservado para Texto 12">
            <a:extLst>
              <a:ext uri="{FF2B5EF4-FFF2-40B4-BE49-F238E27FC236}">
                <a16:creationId xmlns:a16="http://schemas.microsoft.com/office/drawing/2014/main" id="{1C904D48-A0F9-60D5-EB49-9DF762449177}"/>
              </a:ext>
            </a:extLst>
          </p:cNvPr>
          <p:cNvSpPr>
            <a:spLocks noGrp="1"/>
          </p:cNvSpPr>
          <p:nvPr>
            <p:ph type="body" sz="quarter" idx="10"/>
          </p:nvPr>
        </p:nvSpPr>
        <p:spPr>
          <a:xfrm>
            <a:off x="3178176" y="1031875"/>
            <a:ext cx="4616450" cy="536575"/>
          </a:xfrm>
          <a:prstGeom prst="rect">
            <a:avLst/>
          </a:prstGeom>
        </p:spPr>
        <p:txBody>
          <a:bodyPr/>
          <a:lstStyle/>
          <a:p>
            <a:pPr lvl="0"/>
            <a:endParaRPr lang="pt-BR"/>
          </a:p>
        </p:txBody>
      </p:sp>
      <p:sp>
        <p:nvSpPr>
          <p:cNvPr id="3" name="Retângulo: Cantos Arredondados 2">
            <a:extLst>
              <a:ext uri="{FF2B5EF4-FFF2-40B4-BE49-F238E27FC236}">
                <a16:creationId xmlns:a16="http://schemas.microsoft.com/office/drawing/2014/main" id="{A9D1B879-CCC6-CCAA-1C5F-9BBB1B42CCBE}"/>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Google Shape;101;p34">
            <a:extLst>
              <a:ext uri="{FF2B5EF4-FFF2-40B4-BE49-F238E27FC236}">
                <a16:creationId xmlns:a16="http://schemas.microsoft.com/office/drawing/2014/main" id="{7CEFD2F4-3774-1AAE-1ECA-29065EB44068}"/>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7298997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_Atividade_seminario2" userDrawn="1">
  <p:cSld name="3_Atividade_seminario2">
    <p:spTree>
      <p:nvGrpSpPr>
        <p:cNvPr id="1" name="Shape 452"/>
        <p:cNvGrpSpPr/>
        <p:nvPr/>
      </p:nvGrpSpPr>
      <p:grpSpPr>
        <a:xfrm>
          <a:off x="0" y="0"/>
          <a:ext cx="0" cy="0"/>
          <a:chOff x="0" y="0"/>
          <a:chExt cx="0" cy="0"/>
        </a:xfrm>
      </p:grpSpPr>
      <p:pic>
        <p:nvPicPr>
          <p:cNvPr id="5" name="Google Shape;22;p4">
            <a:extLst>
              <a:ext uri="{FF2B5EF4-FFF2-40B4-BE49-F238E27FC236}">
                <a16:creationId xmlns:a16="http://schemas.microsoft.com/office/drawing/2014/main" id="{B36FC4F7-12D0-9D87-77F5-84F03FCC4B22}"/>
              </a:ext>
            </a:extLst>
          </p:cNvPr>
          <p:cNvPicPr preferRelativeResize="0"/>
          <p:nvPr userDrawn="1"/>
        </p:nvPicPr>
        <p:blipFill rotWithShape="1">
          <a:blip r:embed="rId2">
            <a:alphaModFix/>
          </a:blip>
          <a:srcRect b="91713"/>
          <a:stretch/>
        </p:blipFill>
        <p:spPr>
          <a:xfrm>
            <a:off x="0" y="0"/>
            <a:ext cx="12192000" cy="568301"/>
          </a:xfrm>
          <a:prstGeom prst="rect">
            <a:avLst/>
          </a:prstGeom>
          <a:noFill/>
          <a:ln>
            <a:noFill/>
          </a:ln>
        </p:spPr>
      </p:pic>
      <p:pic>
        <p:nvPicPr>
          <p:cNvPr id="6" name="Google Shape;23;p4">
            <a:extLst>
              <a:ext uri="{FF2B5EF4-FFF2-40B4-BE49-F238E27FC236}">
                <a16:creationId xmlns:a16="http://schemas.microsoft.com/office/drawing/2014/main" id="{2B016A40-80F4-2C44-91CC-E0383C166B36}"/>
              </a:ext>
            </a:extLst>
          </p:cNvPr>
          <p:cNvPicPr preferRelativeResize="0"/>
          <p:nvPr userDrawn="1"/>
        </p:nvPicPr>
        <p:blipFill rotWithShape="1">
          <a:blip r:embed="rId2">
            <a:alphaModFix/>
          </a:blip>
          <a:srcRect t="69153" b="22164"/>
          <a:stretch/>
        </p:blipFill>
        <p:spPr>
          <a:xfrm>
            <a:off x="0" y="6262650"/>
            <a:ext cx="12192000" cy="595350"/>
          </a:xfrm>
          <a:prstGeom prst="rect">
            <a:avLst/>
          </a:prstGeom>
          <a:noFill/>
          <a:ln>
            <a:noFill/>
          </a:ln>
        </p:spPr>
      </p:pic>
      <p:sp>
        <p:nvSpPr>
          <p:cNvPr id="461" name="Google Shape;461;p35"/>
          <p:cNvSpPr txBox="1">
            <a:spLocks noGrp="1"/>
          </p:cNvSpPr>
          <p:nvPr>
            <p:ph type="body" idx="1"/>
          </p:nvPr>
        </p:nvSpPr>
        <p:spPr>
          <a:xfrm>
            <a:off x="5327897" y="1310099"/>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64" name="Google Shape;464;p35"/>
          <p:cNvSpPr txBox="1">
            <a:spLocks noGrp="1"/>
          </p:cNvSpPr>
          <p:nvPr>
            <p:ph type="body" idx="2"/>
          </p:nvPr>
        </p:nvSpPr>
        <p:spPr>
          <a:xfrm>
            <a:off x="5327897" y="2714368"/>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67" name="Google Shape;467;p35"/>
          <p:cNvSpPr txBox="1">
            <a:spLocks noGrp="1"/>
          </p:cNvSpPr>
          <p:nvPr>
            <p:ph type="body" idx="3"/>
          </p:nvPr>
        </p:nvSpPr>
        <p:spPr>
          <a:xfrm>
            <a:off x="5327897" y="4152739"/>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0" name="Google Shape;470;p35"/>
          <p:cNvSpPr txBox="1">
            <a:spLocks noGrp="1"/>
          </p:cNvSpPr>
          <p:nvPr>
            <p:ph type="body" idx="4"/>
          </p:nvPr>
        </p:nvSpPr>
        <p:spPr>
          <a:xfrm>
            <a:off x="5327897" y="5557008"/>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1" name="Google Shape;471;p35"/>
          <p:cNvSpPr txBox="1">
            <a:spLocks noGrp="1"/>
          </p:cNvSpPr>
          <p:nvPr>
            <p:ph type="body" idx="5"/>
          </p:nvPr>
        </p:nvSpPr>
        <p:spPr>
          <a:xfrm>
            <a:off x="526578" y="3658093"/>
            <a:ext cx="2403423" cy="264240"/>
          </a:xfrm>
          <a:prstGeom prst="rect">
            <a:avLst/>
          </a:prstGeom>
          <a:noFill/>
          <a:ln>
            <a:noFill/>
          </a:ln>
        </p:spPr>
        <p:txBody>
          <a:bodyPr spcFirstLastPara="1" wrap="square" lIns="0" tIns="0" rIns="0" bIns="0" anchor="t" anchorCtr="0">
            <a:spAutoFit/>
          </a:bodyPr>
          <a:lstStyle>
            <a:lvl1pPr marL="0" marR="0" lvl="0" indent="-152408" algn="l" rtl="0">
              <a:lnSpc>
                <a:spcPct val="100000"/>
              </a:lnSpc>
              <a:spcBef>
                <a:spcPts val="293"/>
              </a:spcBef>
              <a:spcAft>
                <a:spcPts val="0"/>
              </a:spcAft>
              <a:buClr>
                <a:schemeClr val="dk1"/>
              </a:buClr>
              <a:buSzPts val="2200"/>
              <a:buFont typeface="Poppins"/>
              <a:buNone/>
              <a:defRPr sz="1467"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2" name="Google Shape;472;p35"/>
          <p:cNvSpPr txBox="1">
            <a:spLocks noGrp="1"/>
          </p:cNvSpPr>
          <p:nvPr>
            <p:ph type="body" idx="6" hasCustomPrompt="1"/>
          </p:nvPr>
        </p:nvSpPr>
        <p:spPr>
          <a:xfrm>
            <a:off x="854491" y="4775003"/>
            <a:ext cx="1733054" cy="274027"/>
          </a:xfrm>
          <a:prstGeom prst="rect">
            <a:avLst/>
          </a:prstGeom>
          <a:noFill/>
          <a:ln>
            <a:noFill/>
          </a:ln>
        </p:spPr>
        <p:txBody>
          <a:bodyPr spcFirstLastPara="1" wrap="square" lIns="91425" tIns="45700" rIns="91425" bIns="45700" anchor="t" anchorCtr="0">
            <a:noAutofit/>
          </a:bodyPr>
          <a:lstStyle>
            <a:lvl1pPr marL="0" marR="0" lvl="0" indent="-152408" algn="l" rtl="0">
              <a:lnSpc>
                <a:spcPct val="100000"/>
              </a:lnSpc>
              <a:spcBef>
                <a:spcPts val="227"/>
              </a:spcBef>
              <a:spcAft>
                <a:spcPts val="0"/>
              </a:spcAft>
              <a:buClr>
                <a:schemeClr val="dk1"/>
              </a:buClr>
              <a:buSzPts val="1700"/>
              <a:buFont typeface="Poppins"/>
              <a:buNone/>
              <a:defRPr sz="1133" b="1" i="0" u="none" strike="noStrike" cap="none">
                <a:solidFill>
                  <a:schemeClr val="tx1"/>
                </a:solidFill>
                <a:latin typeface="Poppins"/>
                <a:ea typeface="Poppins"/>
                <a:cs typeface="Poppins"/>
                <a:sym typeface="Poppins"/>
              </a:defRPr>
            </a:lvl1pPr>
            <a:lvl2pPr marL="609630" marR="0" lvl="1"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2pPr>
            <a:lvl3pPr marL="914446" marR="0" lvl="2"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3pPr>
            <a:lvl4pPr marL="1219261" marR="0" lvl="3"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4pPr>
            <a:lvl5pPr marL="1524076" marR="0" lvl="4"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pPr marL="0" marR="0" lvl="0" indent="-152408" algn="l" defTabSz="609630" rtl="0" eaLnBrk="1" fontAlgn="auto" latinLnBrk="0" hangingPunct="1">
              <a:lnSpc>
                <a:spcPct val="100000"/>
              </a:lnSpc>
              <a:spcBef>
                <a:spcPts val="227"/>
              </a:spcBef>
              <a:spcAft>
                <a:spcPts val="0"/>
              </a:spcAft>
              <a:buClr>
                <a:schemeClr val="dk1"/>
              </a:buClr>
              <a:buSzPts val="1700"/>
              <a:buFont typeface="Poppins"/>
              <a:buNone/>
              <a:tabLst/>
              <a:defRPr/>
            </a:pPr>
            <a:r>
              <a:rPr lang="pt-BR"/>
              <a:t>Próxima aula</a:t>
            </a:r>
          </a:p>
          <a:p>
            <a:endParaRPr/>
          </a:p>
        </p:txBody>
      </p:sp>
      <p:sp>
        <p:nvSpPr>
          <p:cNvPr id="473" name="Google Shape;473;p35"/>
          <p:cNvSpPr txBox="1">
            <a:spLocks noGrp="1"/>
          </p:cNvSpPr>
          <p:nvPr>
            <p:ph type="body" idx="7" hasCustomPrompt="1"/>
          </p:nvPr>
        </p:nvSpPr>
        <p:spPr>
          <a:xfrm>
            <a:off x="882213" y="5217603"/>
            <a:ext cx="1705332" cy="274027"/>
          </a:xfrm>
          <a:prstGeom prst="rect">
            <a:avLst/>
          </a:prstGeom>
          <a:noFill/>
          <a:ln>
            <a:noFill/>
          </a:ln>
        </p:spPr>
        <p:txBody>
          <a:bodyPr spcFirstLastPara="1" wrap="square" lIns="91425" tIns="45700" rIns="91425" bIns="45700" anchor="t" anchorCtr="0">
            <a:noAutofit/>
          </a:bodyPr>
          <a:lstStyle>
            <a:lvl1pPr marL="0" marR="0" lvl="0" indent="-152408" algn="l" rtl="0">
              <a:lnSpc>
                <a:spcPct val="100000"/>
              </a:lnSpc>
              <a:spcBef>
                <a:spcPts val="227"/>
              </a:spcBef>
              <a:spcAft>
                <a:spcPts val="0"/>
              </a:spcAft>
              <a:buClr>
                <a:schemeClr val="dk1"/>
              </a:buClr>
              <a:buSzPts val="1700"/>
              <a:buFont typeface="Poppins"/>
              <a:buNone/>
              <a:defRPr sz="1133" b="1" i="0" u="none" strike="noStrike" cap="none">
                <a:solidFill>
                  <a:schemeClr val="tx1"/>
                </a:solidFill>
                <a:latin typeface="Poppins"/>
                <a:ea typeface="Poppins"/>
                <a:cs typeface="Poppins"/>
                <a:sym typeface="Poppins"/>
              </a:defRPr>
            </a:lvl1pPr>
            <a:lvl2pPr marL="609630" marR="0" lvl="1"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2pPr>
            <a:lvl3pPr marL="914446" marR="0" lvl="2"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3pPr>
            <a:lvl4pPr marL="1219261" marR="0" lvl="3"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4pPr>
            <a:lvl5pPr marL="1524076" marR="0" lvl="4"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pPr marL="0" marR="0" lvl="0" indent="0" algn="l" rtl="0">
              <a:lnSpc>
                <a:spcPct val="100000"/>
              </a:lnSpc>
              <a:spcBef>
                <a:spcPts val="227"/>
              </a:spcBef>
              <a:spcAft>
                <a:spcPts val="0"/>
              </a:spcAft>
              <a:buClr>
                <a:schemeClr val="dk1"/>
              </a:buClr>
              <a:buSzPts val="1700"/>
              <a:buFont typeface="Poppins"/>
              <a:buNone/>
            </a:pPr>
            <a:r>
              <a:rPr lang="pt-BR"/>
              <a:t>Em grupo</a:t>
            </a:r>
          </a:p>
          <a:p>
            <a:endParaRPr/>
          </a:p>
        </p:txBody>
      </p:sp>
      <p:sp>
        <p:nvSpPr>
          <p:cNvPr id="8" name="Retângulo: Cantos Arredondados 5">
            <a:extLst>
              <a:ext uri="{FF2B5EF4-FFF2-40B4-BE49-F238E27FC236}">
                <a16:creationId xmlns:a16="http://schemas.microsoft.com/office/drawing/2014/main" id="{39D6A9DB-90BC-662D-2783-4F3391B7A57C}"/>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Google Shape;207;p37">
            <a:extLst>
              <a:ext uri="{FF2B5EF4-FFF2-40B4-BE49-F238E27FC236}">
                <a16:creationId xmlns:a16="http://schemas.microsoft.com/office/drawing/2014/main" id="{A5EEC504-DFD3-5096-F3F4-9704FA438906}"/>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878912996"/>
      </p:ext>
    </p:extLst>
  </p:cSld>
  <p:clrMapOvr>
    <a:masterClrMapping/>
  </p:clrMapOvr>
  <p:extLst>
    <p:ext uri="{DCECCB84-F9BA-43D5-87BE-67443E8EF086}">
      <p15:sldGuideLst xmlns:p15="http://schemas.microsoft.com/office/powerpoint/2012/main">
        <p15:guide id="1" orient="horz" pos="2160">
          <p15:clr>
            <a:srgbClr val="FBAE40"/>
          </p15:clr>
        </p15:guide>
        <p15:guide id="2" pos="3477">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3" r:id="rId1"/>
    <p:sldLayoutId id="2147483648" r:id="rId2"/>
    <p:sldLayoutId id="2147483731" r:id="rId3"/>
    <p:sldLayoutId id="2147483710" r:id="rId4"/>
    <p:sldLayoutId id="2147483713" r:id="rId5"/>
    <p:sldLayoutId id="2147483701" r:id="rId6"/>
    <p:sldLayoutId id="2147483658" r:id="rId7"/>
    <p:sldLayoutId id="2147483705" r:id="rId8"/>
    <p:sldLayoutId id="2147483707" r:id="rId9"/>
    <p:sldLayoutId id="2147483757" r:id="rId10"/>
    <p:sldLayoutId id="2147483730" r:id="rId11"/>
    <p:sldLayoutId id="2147483764" r:id="rId12"/>
    <p:sldLayoutId id="2147483765" r:id="rId13"/>
    <p:sldLayoutId id="2147483766"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13.xml"/><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emf"/><Relationship Id="rId1" Type="http://schemas.openxmlformats.org/officeDocument/2006/relationships/slideLayout" Target="../slideLayouts/slideLayout10.xml"/><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7.xml"/><Relationship Id="rId1" Type="http://schemas.openxmlformats.org/officeDocument/2006/relationships/slideLayout" Target="../slideLayouts/slideLayout10.xml"/><Relationship Id="rId5" Type="http://schemas.openxmlformats.org/officeDocument/2006/relationships/image" Target="../media/image17.sv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hemeOverride" Target="../theme/themeOverride1.xml"/><Relationship Id="rId5" Type="http://schemas.openxmlformats.org/officeDocument/2006/relationships/image" Target="../media/image20.sv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20.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Tox1UY29sJU"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svg"/><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1.xml"/><Relationship Id="rId5" Type="http://schemas.openxmlformats.org/officeDocument/2006/relationships/image" Target="../media/image25.sv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21.png"/><Relationship Id="rId7" Type="http://schemas.openxmlformats.org/officeDocument/2006/relationships/image" Target="../media/image25.svg"/><Relationship Id="rId2" Type="http://schemas.openxmlformats.org/officeDocument/2006/relationships/notesSlide" Target="../notesSlides/notesSlide18.xml"/><Relationship Id="rId1" Type="http://schemas.openxmlformats.org/officeDocument/2006/relationships/slideLayout" Target="../slideLayouts/slideLayout11.xml"/><Relationship Id="rId6" Type="http://schemas.openxmlformats.org/officeDocument/2006/relationships/image" Target="../media/image24.png"/><Relationship Id="rId5" Type="http://schemas.openxmlformats.org/officeDocument/2006/relationships/image" Target="../media/image26.sv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6.svg"/><Relationship Id="rId2" Type="http://schemas.openxmlformats.org/officeDocument/2006/relationships/notesSlide" Target="../notesSlides/notesSlide19.xml"/><Relationship Id="rId1" Type="http://schemas.openxmlformats.org/officeDocument/2006/relationships/slideLayout" Target="../slideLayouts/slideLayout11.xml"/><Relationship Id="rId6" Type="http://schemas.openxmlformats.org/officeDocument/2006/relationships/image" Target="../media/image22.png"/><Relationship Id="rId5" Type="http://schemas.openxmlformats.org/officeDocument/2006/relationships/image" Target="../media/image27.sv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64075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 name="Google Shape;643;p43">
            <a:extLst>
              <a:ext uri="{FF2B5EF4-FFF2-40B4-BE49-F238E27FC236}">
                <a16:creationId xmlns:a16="http://schemas.microsoft.com/office/drawing/2014/main" id="{21B44D14-C032-9E7B-6137-9125CF4AE115}"/>
              </a:ext>
            </a:extLst>
          </p:cNvPr>
          <p:cNvSpPr txBox="1">
            <a:spLocks/>
          </p:cNvSpPr>
          <p:nvPr/>
        </p:nvSpPr>
        <p:spPr>
          <a:xfrm>
            <a:off x="1018822" y="1530207"/>
            <a:ext cx="6003459" cy="535430"/>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sz="3000" dirty="0">
                <a:solidFill>
                  <a:srgbClr val="FF161F"/>
                </a:solidFill>
              </a:rPr>
              <a:t>Introdução à informática</a:t>
            </a:r>
          </a:p>
        </p:txBody>
      </p:sp>
      <p:sp>
        <p:nvSpPr>
          <p:cNvPr id="8" name="Google Shape;643;p43">
            <a:extLst>
              <a:ext uri="{FF2B5EF4-FFF2-40B4-BE49-F238E27FC236}">
                <a16:creationId xmlns:a16="http://schemas.microsoft.com/office/drawing/2014/main" id="{79C53378-5638-4394-B211-79094EBC8787}"/>
              </a:ext>
            </a:extLst>
          </p:cNvPr>
          <p:cNvSpPr txBox="1">
            <a:spLocks/>
          </p:cNvSpPr>
          <p:nvPr/>
        </p:nvSpPr>
        <p:spPr>
          <a:xfrm>
            <a:off x="613181" y="2221967"/>
            <a:ext cx="6814747" cy="469116"/>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609630">
              <a:buSzPts val="4500"/>
              <a:defRPr/>
            </a:pPr>
            <a:r>
              <a:rPr lang="pt-BR" sz="2400" b="1" dirty="0">
                <a:solidFill>
                  <a:schemeClr val="tx1"/>
                </a:solidFill>
                <a:latin typeface="Poppins" panose="00000500000000000000" pitchFamily="2" charset="0"/>
                <a:cs typeface="Poppins" pitchFamily="2" charset="77"/>
              </a:rPr>
              <a:t>Endereçamento e protocolos de rede</a:t>
            </a:r>
          </a:p>
        </p:txBody>
      </p:sp>
      <p:sp>
        <p:nvSpPr>
          <p:cNvPr id="9" name="Google Shape;644;p43">
            <a:extLst>
              <a:ext uri="{FF2B5EF4-FFF2-40B4-BE49-F238E27FC236}">
                <a16:creationId xmlns:a16="http://schemas.microsoft.com/office/drawing/2014/main" id="{B612F43F-1A04-48AE-A3B3-9823407766F9}"/>
              </a:ext>
            </a:extLst>
          </p:cNvPr>
          <p:cNvSpPr txBox="1">
            <a:spLocks/>
          </p:cNvSpPr>
          <p:nvPr/>
        </p:nvSpPr>
        <p:spPr>
          <a:xfrm>
            <a:off x="613179" y="2903105"/>
            <a:ext cx="6814747" cy="535430"/>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500"/>
              </a:spcBef>
              <a:spcAft>
                <a:spcPts val="0"/>
              </a:spcAft>
              <a:buClr>
                <a:schemeClr val="dk1"/>
              </a:buClr>
              <a:buSzPts val="2500"/>
              <a:buFont typeface="Arial"/>
              <a:buNone/>
              <a:defRPr sz="2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1"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Arial"/>
              <a:buChar char="•"/>
              <a:defRPr sz="2400" b="1"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defTabSz="609630">
              <a:spcBef>
                <a:spcPts val="0"/>
              </a:spcBef>
              <a:buClr>
                <a:srgbClr val="000000"/>
              </a:buClr>
              <a:defRPr/>
            </a:pPr>
            <a:r>
              <a:rPr lang="pt-BR" sz="1667" b="0" dirty="0">
                <a:solidFill>
                  <a:schemeClr val="bg1">
                    <a:lumMod val="75000"/>
                  </a:schemeClr>
                </a:solidFill>
                <a:latin typeface="Poppins Medium" panose="00000600000000000000" pitchFamily="2" charset="0"/>
                <a:cs typeface="Poppins Medium" panose="00000600000000000000" pitchFamily="2" charset="0"/>
              </a:rPr>
              <a:t>Aula 1: Endereçamento IP: IPv4 e IPv6</a:t>
            </a:r>
          </a:p>
        </p:txBody>
      </p:sp>
      <p:sp>
        <p:nvSpPr>
          <p:cNvPr id="10" name="Google Shape;644;p43">
            <a:extLst>
              <a:ext uri="{FF2B5EF4-FFF2-40B4-BE49-F238E27FC236}">
                <a16:creationId xmlns:a16="http://schemas.microsoft.com/office/drawing/2014/main" id="{29D62C2D-8EF0-4993-A4E9-775F2B38E16E}"/>
              </a:ext>
            </a:extLst>
          </p:cNvPr>
          <p:cNvSpPr txBox="1">
            <a:spLocks/>
          </p:cNvSpPr>
          <p:nvPr/>
        </p:nvSpPr>
        <p:spPr>
          <a:xfrm>
            <a:off x="613177" y="3467686"/>
            <a:ext cx="6814747" cy="699232"/>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609630">
              <a:buSzPts val="2500"/>
              <a:defRPr/>
            </a:pPr>
            <a:r>
              <a:rPr lang="pt-BR" sz="1667" dirty="0">
                <a:latin typeface="Poppins" panose="00000500000000000000" pitchFamily="2" charset="0"/>
                <a:cs typeface="Poppins"/>
              </a:rPr>
              <a:t>Código da aula: DADOSANO1C1B2S8A1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tângulo: Cantos Arredondados 31">
            <a:extLst>
              <a:ext uri="{FF2B5EF4-FFF2-40B4-BE49-F238E27FC236}">
                <a16:creationId xmlns:a16="http://schemas.microsoft.com/office/drawing/2014/main" id="{E9F2EF62-0079-40E8-14D5-E95C283380E8}"/>
              </a:ext>
            </a:extLst>
          </p:cNvPr>
          <p:cNvSpPr/>
          <p:nvPr/>
        </p:nvSpPr>
        <p:spPr>
          <a:xfrm>
            <a:off x="113993" y="891153"/>
            <a:ext cx="2098825" cy="1571239"/>
          </a:xfrm>
          <a:prstGeom prst="roundRect">
            <a:avLst/>
          </a:prstGeom>
          <a:solidFill>
            <a:srgbClr val="FF1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5" name="Retângulo: Cantos Arredondados 34">
            <a:extLst>
              <a:ext uri="{FF2B5EF4-FFF2-40B4-BE49-F238E27FC236}">
                <a16:creationId xmlns:a16="http://schemas.microsoft.com/office/drawing/2014/main" id="{06BA6159-4291-E469-EFAC-1DA9B43A5DAE}"/>
              </a:ext>
            </a:extLst>
          </p:cNvPr>
          <p:cNvSpPr/>
          <p:nvPr/>
        </p:nvSpPr>
        <p:spPr>
          <a:xfrm>
            <a:off x="2078851" y="383070"/>
            <a:ext cx="2549765" cy="2090843"/>
          </a:xfrm>
          <a:prstGeom prst="roundRect">
            <a:avLst>
              <a:gd name="adj" fmla="val 1407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 name="Gráfico 1">
            <a:extLst>
              <a:ext uri="{FF2B5EF4-FFF2-40B4-BE49-F238E27FC236}">
                <a16:creationId xmlns:a16="http://schemas.microsoft.com/office/drawing/2014/main" id="{5D7D75E9-0F4B-DBE3-CC79-711BCF1FE0C8}"/>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1999" r="949"/>
          <a:stretch/>
        </p:blipFill>
        <p:spPr>
          <a:xfrm>
            <a:off x="-5171" y="1336655"/>
            <a:ext cx="12197171" cy="4987270"/>
          </a:xfrm>
          <a:prstGeom prst="rect">
            <a:avLst/>
          </a:prstGeom>
        </p:spPr>
      </p:pic>
      <p:sp>
        <p:nvSpPr>
          <p:cNvPr id="6" name="Google Shape;293;p3">
            <a:extLst>
              <a:ext uri="{FF2B5EF4-FFF2-40B4-BE49-F238E27FC236}">
                <a16:creationId xmlns:a16="http://schemas.microsoft.com/office/drawing/2014/main" id="{EA53E5E4-D3ED-749E-28C3-DEE2A2835353}"/>
              </a:ext>
            </a:extLst>
          </p:cNvPr>
          <p:cNvSpPr/>
          <p:nvPr/>
        </p:nvSpPr>
        <p:spPr>
          <a:xfrm rot="-3438299">
            <a:off x="3101898" y="4687148"/>
            <a:ext cx="210524" cy="210524"/>
          </a:xfrm>
          <a:prstGeom prst="ellipse">
            <a:avLst/>
          </a:prstGeom>
          <a:solidFill>
            <a:schemeClr val="tx1"/>
          </a:solidFill>
          <a:ln>
            <a:noFill/>
          </a:ln>
        </p:spPr>
        <p:txBody>
          <a:bodyPr spcFirstLastPara="1" wrap="square" lIns="60950" tIns="30467" rIns="60950" bIns="30467" anchor="ctr" anchorCtr="0">
            <a:noAutofit/>
          </a:bodyPr>
          <a:lstStyle/>
          <a:p>
            <a:pPr algn="r">
              <a:buSzPts val="2700"/>
            </a:pPr>
            <a:endParaRPr sz="1800" dirty="0">
              <a:solidFill>
                <a:schemeClr val="tx1"/>
              </a:solidFill>
              <a:latin typeface="Calibri"/>
              <a:ea typeface="Calibri"/>
              <a:cs typeface="Calibri"/>
              <a:sym typeface="Calibri"/>
            </a:endParaRPr>
          </a:p>
        </p:txBody>
      </p:sp>
      <p:sp>
        <p:nvSpPr>
          <p:cNvPr id="11" name="Google Shape;298;p3">
            <a:extLst>
              <a:ext uri="{FF2B5EF4-FFF2-40B4-BE49-F238E27FC236}">
                <a16:creationId xmlns:a16="http://schemas.microsoft.com/office/drawing/2014/main" id="{4A2899B7-3121-4E75-668A-D6819BA310CC}"/>
              </a:ext>
            </a:extLst>
          </p:cNvPr>
          <p:cNvSpPr/>
          <p:nvPr/>
        </p:nvSpPr>
        <p:spPr>
          <a:xfrm rot="8953789">
            <a:off x="6038168" y="1499766"/>
            <a:ext cx="210524" cy="210524"/>
          </a:xfrm>
          <a:prstGeom prst="ellipse">
            <a:avLst/>
          </a:prstGeom>
          <a:solidFill>
            <a:srgbClr val="FF0000"/>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sp>
        <p:nvSpPr>
          <p:cNvPr id="15" name="Google Shape;302;p3">
            <a:extLst>
              <a:ext uri="{FF2B5EF4-FFF2-40B4-BE49-F238E27FC236}">
                <a16:creationId xmlns:a16="http://schemas.microsoft.com/office/drawing/2014/main" id="{B526F078-F664-0138-7558-AC45725A848F}"/>
              </a:ext>
            </a:extLst>
          </p:cNvPr>
          <p:cNvSpPr/>
          <p:nvPr/>
        </p:nvSpPr>
        <p:spPr>
          <a:xfrm rot="-4951757">
            <a:off x="7445899" y="2445517"/>
            <a:ext cx="210524" cy="210524"/>
          </a:xfrm>
          <a:prstGeom prst="ellipse">
            <a:avLst/>
          </a:prstGeom>
          <a:solidFill>
            <a:schemeClr val="tx1"/>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sp>
        <p:nvSpPr>
          <p:cNvPr id="16" name="Google Shape;303;p3">
            <a:extLst>
              <a:ext uri="{FF2B5EF4-FFF2-40B4-BE49-F238E27FC236}">
                <a16:creationId xmlns:a16="http://schemas.microsoft.com/office/drawing/2014/main" id="{F56660FF-75DD-636F-27CC-F8F675E987DE}"/>
              </a:ext>
            </a:extLst>
          </p:cNvPr>
          <p:cNvSpPr/>
          <p:nvPr/>
        </p:nvSpPr>
        <p:spPr>
          <a:xfrm rot="-2290074">
            <a:off x="8128877" y="5906090"/>
            <a:ext cx="210524" cy="210524"/>
          </a:xfrm>
          <a:prstGeom prst="ellipse">
            <a:avLst/>
          </a:prstGeom>
          <a:solidFill>
            <a:schemeClr val="tx1"/>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sp>
        <p:nvSpPr>
          <p:cNvPr id="21" name="Google Shape;308;p3">
            <a:extLst>
              <a:ext uri="{FF2B5EF4-FFF2-40B4-BE49-F238E27FC236}">
                <a16:creationId xmlns:a16="http://schemas.microsoft.com/office/drawing/2014/main" id="{4808A2D2-A4FC-3D56-47CE-166BBAB51C4E}"/>
              </a:ext>
            </a:extLst>
          </p:cNvPr>
          <p:cNvSpPr/>
          <p:nvPr/>
        </p:nvSpPr>
        <p:spPr>
          <a:xfrm rot="4160691">
            <a:off x="9504311" y="4023267"/>
            <a:ext cx="210524" cy="210524"/>
          </a:xfrm>
          <a:prstGeom prst="ellipse">
            <a:avLst/>
          </a:prstGeom>
          <a:solidFill>
            <a:schemeClr val="tx1"/>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grpSp>
        <p:nvGrpSpPr>
          <p:cNvPr id="49" name="Agrupar 48">
            <a:extLst>
              <a:ext uri="{FF2B5EF4-FFF2-40B4-BE49-F238E27FC236}">
                <a16:creationId xmlns:a16="http://schemas.microsoft.com/office/drawing/2014/main" id="{2ADF4355-9ECC-B4E2-9FBC-DA12643DF645}"/>
              </a:ext>
            </a:extLst>
          </p:cNvPr>
          <p:cNvGrpSpPr/>
          <p:nvPr/>
        </p:nvGrpSpPr>
        <p:grpSpPr>
          <a:xfrm>
            <a:off x="587293" y="1657363"/>
            <a:ext cx="11429063" cy="4353397"/>
            <a:chOff x="880938" y="2486044"/>
            <a:chExt cx="17143595" cy="6530095"/>
          </a:xfrm>
          <a:solidFill>
            <a:srgbClr val="3E3593"/>
          </a:solidFill>
        </p:grpSpPr>
        <p:sp>
          <p:nvSpPr>
            <p:cNvPr id="3" name="Google Shape;290;p3">
              <a:extLst>
                <a:ext uri="{FF2B5EF4-FFF2-40B4-BE49-F238E27FC236}">
                  <a16:creationId xmlns:a16="http://schemas.microsoft.com/office/drawing/2014/main" id="{AE89209E-AD43-F36B-EC55-50B97549360D}"/>
                </a:ext>
              </a:extLst>
            </p:cNvPr>
            <p:cNvSpPr/>
            <p:nvPr/>
          </p:nvSpPr>
          <p:spPr>
            <a:xfrm>
              <a:off x="880938" y="819417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4" name="Google Shape;291;p3">
              <a:extLst>
                <a:ext uri="{FF2B5EF4-FFF2-40B4-BE49-F238E27FC236}">
                  <a16:creationId xmlns:a16="http://schemas.microsoft.com/office/drawing/2014/main" id="{EB71AE8F-D310-98D6-CA71-79035040DEC1}"/>
                </a:ext>
              </a:extLst>
            </p:cNvPr>
            <p:cNvSpPr/>
            <p:nvPr/>
          </p:nvSpPr>
          <p:spPr>
            <a:xfrm>
              <a:off x="2332293" y="819417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5" name="Google Shape;292;p3">
              <a:extLst>
                <a:ext uri="{FF2B5EF4-FFF2-40B4-BE49-F238E27FC236}">
                  <a16:creationId xmlns:a16="http://schemas.microsoft.com/office/drawing/2014/main" id="{6C307A4F-094A-23FC-557D-912DF9A29E01}"/>
                </a:ext>
              </a:extLst>
            </p:cNvPr>
            <p:cNvSpPr/>
            <p:nvPr/>
          </p:nvSpPr>
          <p:spPr>
            <a:xfrm>
              <a:off x="3751845" y="8108805"/>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7" name="Google Shape;294;p3">
              <a:extLst>
                <a:ext uri="{FF2B5EF4-FFF2-40B4-BE49-F238E27FC236}">
                  <a16:creationId xmlns:a16="http://schemas.microsoft.com/office/drawing/2014/main" id="{916F17AB-B0F5-C1FB-97C4-50122119F3CA}"/>
                </a:ext>
              </a:extLst>
            </p:cNvPr>
            <p:cNvSpPr/>
            <p:nvPr/>
          </p:nvSpPr>
          <p:spPr>
            <a:xfrm rot="-3438299">
              <a:off x="5201643" y="5679995"/>
              <a:ext cx="315786" cy="315786"/>
            </a:xfrm>
            <a:prstGeom prst="ellipse">
              <a:avLst/>
            </a:prstGeom>
            <a:grpFill/>
            <a:ln>
              <a:noFill/>
            </a:ln>
          </p:spPr>
          <p:txBody>
            <a:bodyPr spcFirstLastPara="1" wrap="square" lIns="60950" tIns="30467" rIns="60950" bIns="30467" anchor="ctr" anchorCtr="0">
              <a:noAutofit/>
            </a:bodyPr>
            <a:lstStyle/>
            <a:p>
              <a:pPr algn="r">
                <a:buSzPts val="2700"/>
              </a:pPr>
              <a:endParaRPr sz="1800" dirty="0">
                <a:solidFill>
                  <a:srgbClr val="E38099"/>
                </a:solidFill>
                <a:latin typeface="Calibri"/>
                <a:ea typeface="Calibri"/>
                <a:cs typeface="Calibri"/>
                <a:sym typeface="Calibri"/>
              </a:endParaRPr>
            </a:p>
          </p:txBody>
        </p:sp>
        <p:sp>
          <p:nvSpPr>
            <p:cNvPr id="8" name="Google Shape;295;p3">
              <a:extLst>
                <a:ext uri="{FF2B5EF4-FFF2-40B4-BE49-F238E27FC236}">
                  <a16:creationId xmlns:a16="http://schemas.microsoft.com/office/drawing/2014/main" id="{0A8D9351-46FD-D23A-3037-C46C45F92D91}"/>
                </a:ext>
              </a:extLst>
            </p:cNvPr>
            <p:cNvSpPr/>
            <p:nvPr/>
          </p:nvSpPr>
          <p:spPr>
            <a:xfrm rot="-911770">
              <a:off x="6624186" y="5419662"/>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9" name="Google Shape;296;p3">
              <a:extLst>
                <a:ext uri="{FF2B5EF4-FFF2-40B4-BE49-F238E27FC236}">
                  <a16:creationId xmlns:a16="http://schemas.microsoft.com/office/drawing/2014/main" id="{22631971-8A49-57CD-7FBA-7BE977CEAB6E}"/>
                </a:ext>
              </a:extLst>
            </p:cNvPr>
            <p:cNvSpPr/>
            <p:nvPr/>
          </p:nvSpPr>
          <p:spPr>
            <a:xfrm rot="-911770">
              <a:off x="7693774" y="475130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0" name="Google Shape;297;p3">
              <a:extLst>
                <a:ext uri="{FF2B5EF4-FFF2-40B4-BE49-F238E27FC236}">
                  <a16:creationId xmlns:a16="http://schemas.microsoft.com/office/drawing/2014/main" id="{50D90645-AF57-FEAD-2749-2B51069E1233}"/>
                </a:ext>
              </a:extLst>
            </p:cNvPr>
            <p:cNvSpPr/>
            <p:nvPr/>
          </p:nvSpPr>
          <p:spPr>
            <a:xfrm rot="8953789">
              <a:off x="10518635" y="248604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2" name="Google Shape;299;p3">
              <a:extLst>
                <a:ext uri="{FF2B5EF4-FFF2-40B4-BE49-F238E27FC236}">
                  <a16:creationId xmlns:a16="http://schemas.microsoft.com/office/drawing/2014/main" id="{9B89F5CA-3CF3-066E-9671-313FE3DA7DD3}"/>
                </a:ext>
              </a:extLst>
            </p:cNvPr>
            <p:cNvSpPr/>
            <p:nvPr/>
          </p:nvSpPr>
          <p:spPr>
            <a:xfrm rot="8953789">
              <a:off x="8026134" y="314839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3" name="Google Shape;300;p3">
              <a:extLst>
                <a:ext uri="{FF2B5EF4-FFF2-40B4-BE49-F238E27FC236}">
                  <a16:creationId xmlns:a16="http://schemas.microsoft.com/office/drawing/2014/main" id="{99644665-3712-5F2D-5826-629ED5D6892B}"/>
                </a:ext>
              </a:extLst>
            </p:cNvPr>
            <p:cNvSpPr/>
            <p:nvPr/>
          </p:nvSpPr>
          <p:spPr>
            <a:xfrm rot="-4951757">
              <a:off x="11180603" y="6509091"/>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4" name="Google Shape;301;p3">
              <a:extLst>
                <a:ext uri="{FF2B5EF4-FFF2-40B4-BE49-F238E27FC236}">
                  <a16:creationId xmlns:a16="http://schemas.microsoft.com/office/drawing/2014/main" id="{28D0CE33-4442-076D-969F-E0A34D86FAFE}"/>
                </a:ext>
              </a:extLst>
            </p:cNvPr>
            <p:cNvSpPr/>
            <p:nvPr/>
          </p:nvSpPr>
          <p:spPr>
            <a:xfrm rot="-4951757">
              <a:off x="11209817" y="5070056"/>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7" name="Google Shape;304;p3">
              <a:extLst>
                <a:ext uri="{FF2B5EF4-FFF2-40B4-BE49-F238E27FC236}">
                  <a16:creationId xmlns:a16="http://schemas.microsoft.com/office/drawing/2014/main" id="{29001061-2B4E-2A97-25E1-E7EF16B56B34}"/>
                </a:ext>
              </a:extLst>
            </p:cNvPr>
            <p:cNvSpPr/>
            <p:nvPr/>
          </p:nvSpPr>
          <p:spPr>
            <a:xfrm rot="-2290074">
              <a:off x="13545995" y="8700353"/>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8" name="Google Shape;305;p3">
              <a:extLst>
                <a:ext uri="{FF2B5EF4-FFF2-40B4-BE49-F238E27FC236}">
                  <a16:creationId xmlns:a16="http://schemas.microsoft.com/office/drawing/2014/main" id="{1F0E5483-CD99-2945-FC23-E3806E0A67D1}"/>
                </a:ext>
              </a:extLst>
            </p:cNvPr>
            <p:cNvSpPr/>
            <p:nvPr/>
          </p:nvSpPr>
          <p:spPr>
            <a:xfrm rot="-2290074">
              <a:off x="14277272" y="7524837"/>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9" name="Google Shape;306;p3">
              <a:extLst>
                <a:ext uri="{FF2B5EF4-FFF2-40B4-BE49-F238E27FC236}">
                  <a16:creationId xmlns:a16="http://schemas.microsoft.com/office/drawing/2014/main" id="{04211789-F56F-C23C-C247-0FAC2D857D69}"/>
                </a:ext>
              </a:extLst>
            </p:cNvPr>
            <p:cNvSpPr/>
            <p:nvPr/>
          </p:nvSpPr>
          <p:spPr>
            <a:xfrm rot="5404380">
              <a:off x="11261456" y="7971407"/>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20" name="Google Shape;307;p3">
              <a:extLst>
                <a:ext uri="{FF2B5EF4-FFF2-40B4-BE49-F238E27FC236}">
                  <a16:creationId xmlns:a16="http://schemas.microsoft.com/office/drawing/2014/main" id="{52CFE4AB-8A58-6560-93BB-FE230AD3F22F}"/>
                </a:ext>
              </a:extLst>
            </p:cNvPr>
            <p:cNvSpPr/>
            <p:nvPr/>
          </p:nvSpPr>
          <p:spPr>
            <a:xfrm rot="4160691">
              <a:off x="14897363" y="4884671"/>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22" name="Google Shape;309;p3">
              <a:extLst>
                <a:ext uri="{FF2B5EF4-FFF2-40B4-BE49-F238E27FC236}">
                  <a16:creationId xmlns:a16="http://schemas.microsoft.com/office/drawing/2014/main" id="{5126F024-2398-EBCB-6024-73271DC2FCE8}"/>
                </a:ext>
              </a:extLst>
            </p:cNvPr>
            <p:cNvSpPr/>
            <p:nvPr/>
          </p:nvSpPr>
          <p:spPr>
            <a:xfrm rot="-9744855">
              <a:off x="17708747" y="4757012"/>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23" name="Google Shape;310;p3">
              <a:extLst>
                <a:ext uri="{FF2B5EF4-FFF2-40B4-BE49-F238E27FC236}">
                  <a16:creationId xmlns:a16="http://schemas.microsoft.com/office/drawing/2014/main" id="{3DAC69B2-F4BA-1C4E-B6AB-7423C4FE510B}"/>
                </a:ext>
              </a:extLst>
            </p:cNvPr>
            <p:cNvSpPr/>
            <p:nvPr/>
          </p:nvSpPr>
          <p:spPr>
            <a:xfrm rot="-9744855">
              <a:off x="16321559" y="4758488"/>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grpSp>
      <p:sp>
        <p:nvSpPr>
          <p:cNvPr id="24" name="Google Shape;311;p3">
            <a:extLst>
              <a:ext uri="{FF2B5EF4-FFF2-40B4-BE49-F238E27FC236}">
                <a16:creationId xmlns:a16="http://schemas.microsoft.com/office/drawing/2014/main" id="{C009BA89-22BC-CFB4-3C0E-83100D24268B}"/>
              </a:ext>
            </a:extLst>
          </p:cNvPr>
          <p:cNvSpPr/>
          <p:nvPr/>
        </p:nvSpPr>
        <p:spPr>
          <a:xfrm>
            <a:off x="2933526" y="2830191"/>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7</a:t>
            </a:r>
            <a:endParaRPr sz="2000" dirty="0">
              <a:solidFill>
                <a:srgbClr val="FFFFFF"/>
              </a:solidFill>
              <a:latin typeface="Calibri"/>
              <a:ea typeface="Calibri"/>
              <a:cs typeface="Calibri"/>
              <a:sym typeface="Calibri"/>
            </a:endParaRPr>
          </a:p>
        </p:txBody>
      </p:sp>
      <p:cxnSp>
        <p:nvCxnSpPr>
          <p:cNvPr id="25" name="Google Shape;312;p3">
            <a:extLst>
              <a:ext uri="{FF2B5EF4-FFF2-40B4-BE49-F238E27FC236}">
                <a16:creationId xmlns:a16="http://schemas.microsoft.com/office/drawing/2014/main" id="{D8F92167-29C2-CA3E-0AD6-79D50CFE9919}"/>
              </a:ext>
            </a:extLst>
          </p:cNvPr>
          <p:cNvCxnSpPr>
            <a:cxnSpLocks/>
            <a:stCxn id="24" idx="4"/>
          </p:cNvCxnSpPr>
          <p:nvPr/>
        </p:nvCxnSpPr>
        <p:spPr>
          <a:xfrm>
            <a:off x="3201572" y="3366284"/>
            <a:ext cx="89" cy="1323283"/>
          </a:xfrm>
          <a:prstGeom prst="straightConnector1">
            <a:avLst/>
          </a:prstGeom>
          <a:noFill/>
          <a:ln w="9525" cap="flat" cmpd="sng">
            <a:solidFill>
              <a:schemeClr val="tx1"/>
            </a:solidFill>
            <a:prstDash val="solid"/>
            <a:round/>
            <a:headEnd type="none" w="sm" len="sm"/>
            <a:tailEnd type="none" w="sm" len="sm"/>
          </a:ln>
        </p:spPr>
      </p:cxnSp>
      <p:cxnSp>
        <p:nvCxnSpPr>
          <p:cNvPr id="28" name="Google Shape;315;p3">
            <a:extLst>
              <a:ext uri="{FF2B5EF4-FFF2-40B4-BE49-F238E27FC236}">
                <a16:creationId xmlns:a16="http://schemas.microsoft.com/office/drawing/2014/main" id="{AE113DAB-1467-3300-D48F-76A846FDA5DB}"/>
              </a:ext>
            </a:extLst>
          </p:cNvPr>
          <p:cNvCxnSpPr>
            <a:cxnSpLocks/>
            <a:endCxn id="16" idx="1"/>
          </p:cNvCxnSpPr>
          <p:nvPr/>
        </p:nvCxnSpPr>
        <p:spPr>
          <a:xfrm flipV="1">
            <a:off x="7013622" y="5998830"/>
            <a:ext cx="1116003" cy="15420"/>
          </a:xfrm>
          <a:prstGeom prst="straightConnector1">
            <a:avLst/>
          </a:prstGeom>
          <a:noFill/>
          <a:ln w="9525" cap="flat" cmpd="sng">
            <a:solidFill>
              <a:schemeClr val="tx1"/>
            </a:solidFill>
            <a:prstDash val="solid"/>
            <a:round/>
            <a:headEnd type="none" w="sm" len="sm"/>
            <a:tailEnd type="none" w="sm" len="sm"/>
          </a:ln>
        </p:spPr>
      </p:cxnSp>
      <p:sp>
        <p:nvSpPr>
          <p:cNvPr id="30" name="Google Shape;317;p3">
            <a:extLst>
              <a:ext uri="{FF2B5EF4-FFF2-40B4-BE49-F238E27FC236}">
                <a16:creationId xmlns:a16="http://schemas.microsoft.com/office/drawing/2014/main" id="{BC591161-98D6-0211-EA98-799357E38698}"/>
              </a:ext>
            </a:extLst>
          </p:cNvPr>
          <p:cNvSpPr/>
          <p:nvPr/>
        </p:nvSpPr>
        <p:spPr>
          <a:xfrm>
            <a:off x="5860040" y="626852"/>
            <a:ext cx="536093" cy="536093"/>
          </a:xfrm>
          <a:prstGeom prst="ellipse">
            <a:avLst/>
          </a:prstGeom>
          <a:solidFill>
            <a:srgbClr val="FF0000"/>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8</a:t>
            </a:r>
            <a:endParaRPr sz="2000" dirty="0">
              <a:solidFill>
                <a:srgbClr val="FFFFFF"/>
              </a:solidFill>
              <a:latin typeface="Calibri"/>
              <a:ea typeface="Calibri"/>
              <a:cs typeface="Calibri"/>
              <a:sym typeface="Calibri"/>
            </a:endParaRPr>
          </a:p>
        </p:txBody>
      </p:sp>
      <p:cxnSp>
        <p:nvCxnSpPr>
          <p:cNvPr id="31" name="Google Shape;318;p3">
            <a:extLst>
              <a:ext uri="{FF2B5EF4-FFF2-40B4-BE49-F238E27FC236}">
                <a16:creationId xmlns:a16="http://schemas.microsoft.com/office/drawing/2014/main" id="{1E1ABABF-EEF2-4B32-8408-6EC59AAD3800}"/>
              </a:ext>
            </a:extLst>
          </p:cNvPr>
          <p:cNvCxnSpPr>
            <a:cxnSpLocks/>
            <a:stCxn id="30" idx="4"/>
            <a:endCxn id="11" idx="7"/>
          </p:cNvCxnSpPr>
          <p:nvPr/>
        </p:nvCxnSpPr>
        <p:spPr>
          <a:xfrm flipH="1">
            <a:off x="6117555" y="1162945"/>
            <a:ext cx="10531" cy="544115"/>
          </a:xfrm>
          <a:prstGeom prst="straightConnector1">
            <a:avLst/>
          </a:prstGeom>
          <a:noFill/>
          <a:ln w="9525" cap="flat" cmpd="sng">
            <a:solidFill>
              <a:srgbClr val="FF0000"/>
            </a:solidFill>
            <a:prstDash val="solid"/>
            <a:round/>
            <a:headEnd type="none" w="sm" len="sm"/>
            <a:tailEnd type="none" w="sm" len="sm"/>
          </a:ln>
        </p:spPr>
      </p:cxnSp>
      <p:sp>
        <p:nvSpPr>
          <p:cNvPr id="33" name="Google Shape;320;p3">
            <a:extLst>
              <a:ext uri="{FF2B5EF4-FFF2-40B4-BE49-F238E27FC236}">
                <a16:creationId xmlns:a16="http://schemas.microsoft.com/office/drawing/2014/main" id="{9B8FDE68-E380-EB27-40EA-3B826FED28DE}"/>
              </a:ext>
            </a:extLst>
          </p:cNvPr>
          <p:cNvSpPr/>
          <p:nvPr/>
        </p:nvSpPr>
        <p:spPr>
          <a:xfrm>
            <a:off x="8025148" y="1688132"/>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9</a:t>
            </a:r>
            <a:endParaRPr sz="2000" dirty="0">
              <a:solidFill>
                <a:srgbClr val="FFFFFF"/>
              </a:solidFill>
              <a:latin typeface="Calibri"/>
              <a:ea typeface="Calibri"/>
              <a:cs typeface="Calibri"/>
              <a:sym typeface="Calibri"/>
            </a:endParaRPr>
          </a:p>
        </p:txBody>
      </p:sp>
      <p:cxnSp>
        <p:nvCxnSpPr>
          <p:cNvPr id="34" name="Google Shape;321;p3">
            <a:extLst>
              <a:ext uri="{FF2B5EF4-FFF2-40B4-BE49-F238E27FC236}">
                <a16:creationId xmlns:a16="http://schemas.microsoft.com/office/drawing/2014/main" id="{C0E391BB-50C3-FED4-8AA1-8F92A5936C6B}"/>
              </a:ext>
            </a:extLst>
          </p:cNvPr>
          <p:cNvCxnSpPr>
            <a:cxnSpLocks/>
            <a:stCxn id="33" idx="3"/>
            <a:endCxn id="15" idx="5"/>
          </p:cNvCxnSpPr>
          <p:nvPr/>
        </p:nvCxnSpPr>
        <p:spPr>
          <a:xfrm flipH="1">
            <a:off x="7634639" y="2145716"/>
            <a:ext cx="469019" cy="340942"/>
          </a:xfrm>
          <a:prstGeom prst="straightConnector1">
            <a:avLst/>
          </a:prstGeom>
          <a:noFill/>
          <a:ln w="9525" cap="flat" cmpd="sng">
            <a:solidFill>
              <a:schemeClr val="tx1"/>
            </a:solidFill>
            <a:prstDash val="solid"/>
            <a:round/>
            <a:headEnd type="none" w="sm" len="sm"/>
            <a:tailEnd type="none" w="sm" len="sm"/>
          </a:ln>
        </p:spPr>
      </p:cxnSp>
      <p:pic>
        <p:nvPicPr>
          <p:cNvPr id="37" name="Google Shape;324;p3">
            <a:extLst>
              <a:ext uri="{FF2B5EF4-FFF2-40B4-BE49-F238E27FC236}">
                <a16:creationId xmlns:a16="http://schemas.microsoft.com/office/drawing/2014/main" id="{2AC5785F-8AC1-DC32-1160-39BF253736D4}"/>
              </a:ext>
            </a:extLst>
          </p:cNvPr>
          <p:cNvPicPr preferRelativeResize="0"/>
          <p:nvPr/>
        </p:nvPicPr>
        <p:blipFill rotWithShape="1">
          <a:blip r:embed="rId5">
            <a:alphaModFix/>
          </a:blip>
          <a:srcRect/>
          <a:stretch/>
        </p:blipFill>
        <p:spPr>
          <a:xfrm rot="-2744266">
            <a:off x="5733709" y="483267"/>
            <a:ext cx="595814" cy="351746"/>
          </a:xfrm>
          <a:prstGeom prst="rect">
            <a:avLst/>
          </a:prstGeom>
          <a:noFill/>
          <a:ln>
            <a:noFill/>
          </a:ln>
        </p:spPr>
      </p:pic>
      <p:pic>
        <p:nvPicPr>
          <p:cNvPr id="38" name="Google Shape;325;p3">
            <a:extLst>
              <a:ext uri="{FF2B5EF4-FFF2-40B4-BE49-F238E27FC236}">
                <a16:creationId xmlns:a16="http://schemas.microsoft.com/office/drawing/2014/main" id="{9B875051-FE9F-A696-248F-67EFDD495C14}"/>
              </a:ext>
            </a:extLst>
          </p:cNvPr>
          <p:cNvPicPr preferRelativeResize="0"/>
          <p:nvPr/>
        </p:nvPicPr>
        <p:blipFill rotWithShape="1">
          <a:blip r:embed="rId6">
            <a:alphaModFix/>
          </a:blip>
          <a:srcRect/>
          <a:stretch/>
        </p:blipFill>
        <p:spPr>
          <a:xfrm rot="18723761">
            <a:off x="7890945" y="1533230"/>
            <a:ext cx="595814" cy="351746"/>
          </a:xfrm>
          <a:prstGeom prst="rect">
            <a:avLst/>
          </a:prstGeom>
          <a:noFill/>
          <a:ln>
            <a:noFill/>
          </a:ln>
        </p:spPr>
      </p:pic>
      <p:pic>
        <p:nvPicPr>
          <p:cNvPr id="39" name="Google Shape;326;p3">
            <a:extLst>
              <a:ext uri="{FF2B5EF4-FFF2-40B4-BE49-F238E27FC236}">
                <a16:creationId xmlns:a16="http://schemas.microsoft.com/office/drawing/2014/main" id="{47D50267-A1B5-AD3D-95BD-9B822B9D82DA}"/>
              </a:ext>
            </a:extLst>
          </p:cNvPr>
          <p:cNvPicPr preferRelativeResize="0"/>
          <p:nvPr/>
        </p:nvPicPr>
        <p:blipFill rotWithShape="1">
          <a:blip r:embed="rId6">
            <a:alphaModFix/>
          </a:blip>
          <a:srcRect/>
          <a:stretch/>
        </p:blipFill>
        <p:spPr>
          <a:xfrm rot="-2744266">
            <a:off x="10072805" y="3716052"/>
            <a:ext cx="595814" cy="351746"/>
          </a:xfrm>
          <a:prstGeom prst="rect">
            <a:avLst/>
          </a:prstGeom>
          <a:noFill/>
          <a:ln>
            <a:noFill/>
          </a:ln>
        </p:spPr>
      </p:pic>
      <p:pic>
        <p:nvPicPr>
          <p:cNvPr id="40" name="Google Shape;327;p3">
            <a:extLst>
              <a:ext uri="{FF2B5EF4-FFF2-40B4-BE49-F238E27FC236}">
                <a16:creationId xmlns:a16="http://schemas.microsoft.com/office/drawing/2014/main" id="{14D81371-99D7-4FAA-B842-A3B7E1B4A643}"/>
              </a:ext>
            </a:extLst>
          </p:cNvPr>
          <p:cNvPicPr preferRelativeResize="0"/>
          <p:nvPr/>
        </p:nvPicPr>
        <p:blipFill rotWithShape="1">
          <a:blip r:embed="rId6">
            <a:alphaModFix/>
          </a:blip>
          <a:srcRect/>
          <a:stretch/>
        </p:blipFill>
        <p:spPr>
          <a:xfrm rot="-2744266">
            <a:off x="2837838" y="2679825"/>
            <a:ext cx="595814" cy="351746"/>
          </a:xfrm>
          <a:prstGeom prst="rect">
            <a:avLst/>
          </a:prstGeom>
          <a:noFill/>
          <a:ln>
            <a:noFill/>
          </a:ln>
        </p:spPr>
      </p:pic>
      <p:sp>
        <p:nvSpPr>
          <p:cNvPr id="45" name="Google Shape;332;p3">
            <a:extLst>
              <a:ext uri="{FF2B5EF4-FFF2-40B4-BE49-F238E27FC236}">
                <a16:creationId xmlns:a16="http://schemas.microsoft.com/office/drawing/2014/main" id="{20D05082-7FE0-9C08-E511-E5ABF433E1FA}"/>
              </a:ext>
            </a:extLst>
          </p:cNvPr>
          <p:cNvSpPr/>
          <p:nvPr/>
        </p:nvSpPr>
        <p:spPr>
          <a:xfrm>
            <a:off x="10174052" y="3851166"/>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11</a:t>
            </a:r>
            <a:endParaRPr sz="2000" dirty="0">
              <a:solidFill>
                <a:srgbClr val="FFFFFF"/>
              </a:solidFill>
              <a:latin typeface="Calibri"/>
              <a:ea typeface="Calibri"/>
              <a:cs typeface="Calibri"/>
              <a:sym typeface="Calibri"/>
            </a:endParaRPr>
          </a:p>
        </p:txBody>
      </p:sp>
      <p:cxnSp>
        <p:nvCxnSpPr>
          <p:cNvPr id="46" name="Google Shape;333;p3">
            <a:extLst>
              <a:ext uri="{FF2B5EF4-FFF2-40B4-BE49-F238E27FC236}">
                <a16:creationId xmlns:a16="http://schemas.microsoft.com/office/drawing/2014/main" id="{0DF76807-11D9-D815-F260-1D7E45733370}"/>
              </a:ext>
            </a:extLst>
          </p:cNvPr>
          <p:cNvCxnSpPr>
            <a:cxnSpLocks/>
            <a:stCxn id="45" idx="2"/>
          </p:cNvCxnSpPr>
          <p:nvPr/>
        </p:nvCxnSpPr>
        <p:spPr>
          <a:xfrm flipH="1">
            <a:off x="9579615" y="4119213"/>
            <a:ext cx="594436" cy="12271"/>
          </a:xfrm>
          <a:prstGeom prst="straightConnector1">
            <a:avLst/>
          </a:prstGeom>
          <a:noFill/>
          <a:ln w="9525" cap="flat" cmpd="sng">
            <a:solidFill>
              <a:schemeClr val="tx1"/>
            </a:solidFill>
            <a:prstDash val="solid"/>
            <a:round/>
            <a:headEnd type="none" w="sm" len="sm"/>
            <a:tailEnd type="none" w="sm" len="sm"/>
          </a:ln>
        </p:spPr>
      </p:cxnSp>
      <p:pic>
        <p:nvPicPr>
          <p:cNvPr id="47" name="Google Shape;334;p3">
            <a:extLst>
              <a:ext uri="{FF2B5EF4-FFF2-40B4-BE49-F238E27FC236}">
                <a16:creationId xmlns:a16="http://schemas.microsoft.com/office/drawing/2014/main" id="{20EC3BFE-71C1-D908-43AB-2A57C44FA725}"/>
              </a:ext>
            </a:extLst>
          </p:cNvPr>
          <p:cNvPicPr preferRelativeResize="0"/>
          <p:nvPr/>
        </p:nvPicPr>
        <p:blipFill rotWithShape="1">
          <a:blip r:embed="rId6">
            <a:alphaModFix/>
          </a:blip>
          <a:srcRect/>
          <a:stretch/>
        </p:blipFill>
        <p:spPr>
          <a:xfrm rot="-2744266">
            <a:off x="6539506" y="5588364"/>
            <a:ext cx="595814" cy="351746"/>
          </a:xfrm>
          <a:prstGeom prst="rect">
            <a:avLst/>
          </a:prstGeom>
          <a:noFill/>
          <a:ln>
            <a:noFill/>
          </a:ln>
        </p:spPr>
      </p:pic>
      <p:sp>
        <p:nvSpPr>
          <p:cNvPr id="50" name="Google Shape;313;p3">
            <a:extLst>
              <a:ext uri="{FF2B5EF4-FFF2-40B4-BE49-F238E27FC236}">
                <a16:creationId xmlns:a16="http://schemas.microsoft.com/office/drawing/2014/main" id="{2534AD05-DEC5-F97B-ADD8-DA0028DFF764}"/>
              </a:ext>
            </a:extLst>
          </p:cNvPr>
          <p:cNvSpPr txBox="1"/>
          <p:nvPr/>
        </p:nvSpPr>
        <p:spPr>
          <a:xfrm>
            <a:off x="287503" y="3965364"/>
            <a:ext cx="2832564" cy="584749"/>
          </a:xfrm>
          <a:prstGeom prst="rect">
            <a:avLst/>
          </a:prstGeom>
          <a:noFill/>
          <a:ln>
            <a:noFill/>
          </a:ln>
        </p:spPr>
        <p:txBody>
          <a:bodyPr spcFirstLastPara="1" wrap="square" lIns="60950" tIns="30467" rIns="60950" bIns="30467" anchor="t" anchorCtr="0">
            <a:spAutoFit/>
          </a:bodyPr>
          <a:lstStyle/>
          <a:p>
            <a:pPr>
              <a:buSzPts val="2250"/>
            </a:pPr>
            <a:r>
              <a:rPr lang="pt-BR" sz="1700" dirty="0">
                <a:latin typeface="Poppins" pitchFamily="2" charset="77"/>
                <a:ea typeface="Poppins Light"/>
                <a:cs typeface="Poppins" pitchFamily="2" charset="77"/>
                <a:sym typeface="Poppins Light"/>
              </a:rPr>
              <a:t>Redes e dispositivos de conectividade</a:t>
            </a:r>
          </a:p>
        </p:txBody>
      </p:sp>
      <p:sp>
        <p:nvSpPr>
          <p:cNvPr id="51" name="Google Shape;316;p3">
            <a:extLst>
              <a:ext uri="{FF2B5EF4-FFF2-40B4-BE49-F238E27FC236}">
                <a16:creationId xmlns:a16="http://schemas.microsoft.com/office/drawing/2014/main" id="{0E40C7D1-B07D-7607-3919-E959E42D9AE8}"/>
              </a:ext>
            </a:extLst>
          </p:cNvPr>
          <p:cNvSpPr txBox="1"/>
          <p:nvPr/>
        </p:nvSpPr>
        <p:spPr>
          <a:xfrm>
            <a:off x="4048573" y="5829598"/>
            <a:ext cx="2454965" cy="584749"/>
          </a:xfrm>
          <a:prstGeom prst="rect">
            <a:avLst/>
          </a:prstGeom>
          <a:noFill/>
          <a:ln>
            <a:noFill/>
          </a:ln>
        </p:spPr>
        <p:txBody>
          <a:bodyPr spcFirstLastPara="1" wrap="square" lIns="60950" tIns="30467" rIns="60950" bIns="30467" anchor="t" anchorCtr="0">
            <a:spAutoFit/>
          </a:bodyPr>
          <a:lstStyle/>
          <a:p>
            <a:pPr>
              <a:buSzPts val="2250"/>
            </a:pPr>
            <a:r>
              <a:rPr lang="pt-BR" sz="1700" dirty="0">
                <a:solidFill>
                  <a:schemeClr val="dk1"/>
                </a:solidFill>
                <a:latin typeface="Poppins" pitchFamily="2" charset="77"/>
                <a:ea typeface="Poppins Light"/>
                <a:cs typeface="Poppins" pitchFamily="2" charset="77"/>
                <a:sym typeface="Poppins Light"/>
              </a:rPr>
              <a:t>Organização digital e produtividade II</a:t>
            </a:r>
          </a:p>
        </p:txBody>
      </p:sp>
      <p:sp>
        <p:nvSpPr>
          <p:cNvPr id="52" name="Google Shape;319;p3">
            <a:extLst>
              <a:ext uri="{FF2B5EF4-FFF2-40B4-BE49-F238E27FC236}">
                <a16:creationId xmlns:a16="http://schemas.microsoft.com/office/drawing/2014/main" id="{C7EBBC61-12C1-8FD9-FE3E-95B596546E94}"/>
              </a:ext>
            </a:extLst>
          </p:cNvPr>
          <p:cNvSpPr txBox="1"/>
          <p:nvPr/>
        </p:nvSpPr>
        <p:spPr>
          <a:xfrm>
            <a:off x="6510731" y="504694"/>
            <a:ext cx="2477390" cy="584749"/>
          </a:xfrm>
          <a:prstGeom prst="rect">
            <a:avLst/>
          </a:prstGeom>
          <a:noFill/>
          <a:ln>
            <a:noFill/>
          </a:ln>
        </p:spPr>
        <p:txBody>
          <a:bodyPr spcFirstLastPara="1" wrap="square" lIns="60950" tIns="30467" rIns="60950" bIns="30467" anchor="t" anchorCtr="0">
            <a:spAutoFit/>
          </a:bodyPr>
          <a:lstStyle/>
          <a:p>
            <a:pPr>
              <a:buSzPts val="2250"/>
            </a:pPr>
            <a:r>
              <a:rPr lang="pt-BR" sz="1700" dirty="0">
                <a:solidFill>
                  <a:schemeClr val="dk1"/>
                </a:solidFill>
                <a:latin typeface="Poppins" pitchFamily="2" charset="77"/>
                <a:ea typeface="Poppins Light"/>
                <a:cs typeface="Poppins" pitchFamily="2" charset="77"/>
                <a:sym typeface="Poppins Light"/>
              </a:rPr>
              <a:t>Endereçamento e protocolos de rede</a:t>
            </a:r>
          </a:p>
        </p:txBody>
      </p:sp>
      <p:sp>
        <p:nvSpPr>
          <p:cNvPr id="53" name="Google Shape;322;p3">
            <a:extLst>
              <a:ext uri="{FF2B5EF4-FFF2-40B4-BE49-F238E27FC236}">
                <a16:creationId xmlns:a16="http://schemas.microsoft.com/office/drawing/2014/main" id="{E937EEE7-8AD5-0965-AFEF-7972D3B0E0C6}"/>
              </a:ext>
            </a:extLst>
          </p:cNvPr>
          <p:cNvSpPr txBox="1"/>
          <p:nvPr/>
        </p:nvSpPr>
        <p:spPr>
          <a:xfrm>
            <a:off x="8668511" y="1588373"/>
            <a:ext cx="2756455" cy="584749"/>
          </a:xfrm>
          <a:prstGeom prst="rect">
            <a:avLst/>
          </a:prstGeom>
          <a:noFill/>
          <a:ln>
            <a:noFill/>
          </a:ln>
        </p:spPr>
        <p:txBody>
          <a:bodyPr spcFirstLastPara="1" wrap="square" lIns="60950" tIns="30467" rIns="60950" bIns="30467" anchor="t" anchorCtr="0">
            <a:spAutoFit/>
          </a:bodyPr>
          <a:lstStyle/>
          <a:p>
            <a:pPr>
              <a:buSzPts val="2250"/>
            </a:pPr>
            <a:r>
              <a:rPr lang="pt-BR" sz="1700" dirty="0">
                <a:solidFill>
                  <a:schemeClr val="dk1"/>
                </a:solidFill>
                <a:latin typeface="Poppins" pitchFamily="2" charset="77"/>
                <a:ea typeface="Poppins Light"/>
                <a:cs typeface="Poppins" pitchFamily="2" charset="77"/>
                <a:sym typeface="Poppins Light"/>
              </a:rPr>
              <a:t>Organização digital e produtividade I</a:t>
            </a:r>
          </a:p>
        </p:txBody>
      </p:sp>
      <p:sp>
        <p:nvSpPr>
          <p:cNvPr id="54" name="Google Shape;329;p3">
            <a:extLst>
              <a:ext uri="{FF2B5EF4-FFF2-40B4-BE49-F238E27FC236}">
                <a16:creationId xmlns:a16="http://schemas.microsoft.com/office/drawing/2014/main" id="{AEB6AFAD-779E-B2E0-98E1-FBB111B33912}"/>
              </a:ext>
            </a:extLst>
          </p:cNvPr>
          <p:cNvSpPr txBox="1"/>
          <p:nvPr/>
        </p:nvSpPr>
        <p:spPr>
          <a:xfrm>
            <a:off x="154176" y="1440887"/>
            <a:ext cx="1865581" cy="471770"/>
          </a:xfrm>
          <a:prstGeom prst="rect">
            <a:avLst/>
          </a:prstGeom>
          <a:noFill/>
          <a:ln>
            <a:noFill/>
          </a:ln>
        </p:spPr>
        <p:txBody>
          <a:bodyPr spcFirstLastPara="1" wrap="square" lIns="60950" tIns="30467" rIns="60950" bIns="30467" anchor="t" anchorCtr="0">
            <a:spAutoFit/>
          </a:bodyPr>
          <a:lstStyle/>
          <a:p>
            <a:pPr algn="r">
              <a:buSzPts val="2000"/>
            </a:pPr>
            <a:r>
              <a:rPr lang="pt-BR" sz="1333" b="1" dirty="0">
                <a:solidFill>
                  <a:srgbClr val="FFFFFF"/>
                </a:solidFill>
                <a:latin typeface="Poppins" pitchFamily="2" charset="77"/>
                <a:ea typeface="Poppins SemiBold"/>
                <a:cs typeface="Poppins" pitchFamily="2" charset="77"/>
                <a:sym typeface="Poppins SemiBold"/>
              </a:rPr>
              <a:t>Introdução à informática </a:t>
            </a:r>
          </a:p>
        </p:txBody>
      </p:sp>
      <p:sp>
        <p:nvSpPr>
          <p:cNvPr id="57" name="Google Shape;335;p3">
            <a:extLst>
              <a:ext uri="{FF2B5EF4-FFF2-40B4-BE49-F238E27FC236}">
                <a16:creationId xmlns:a16="http://schemas.microsoft.com/office/drawing/2014/main" id="{27DF6EEE-ABB9-F21D-DC51-574CA07674FA}"/>
              </a:ext>
            </a:extLst>
          </p:cNvPr>
          <p:cNvSpPr txBox="1"/>
          <p:nvPr/>
        </p:nvSpPr>
        <p:spPr>
          <a:xfrm>
            <a:off x="10071775" y="4521946"/>
            <a:ext cx="2093345" cy="584749"/>
          </a:xfrm>
          <a:prstGeom prst="rect">
            <a:avLst/>
          </a:prstGeom>
          <a:noFill/>
          <a:ln>
            <a:noFill/>
          </a:ln>
        </p:spPr>
        <p:txBody>
          <a:bodyPr spcFirstLastPara="1" wrap="square" lIns="60950" tIns="30467" rIns="60950" bIns="30467" anchor="t" anchorCtr="0">
            <a:spAutoFit/>
          </a:bodyPr>
          <a:lstStyle/>
          <a:p>
            <a:pPr>
              <a:buSzPts val="2250"/>
            </a:pPr>
            <a:r>
              <a:rPr lang="pt-BR" sz="1700" dirty="0">
                <a:solidFill>
                  <a:schemeClr val="dk1"/>
                </a:solidFill>
                <a:latin typeface="Poppins" pitchFamily="2" charset="77"/>
                <a:ea typeface="Poppins Light"/>
                <a:cs typeface="Poppins" pitchFamily="2" charset="77"/>
                <a:sym typeface="Poppins Light"/>
              </a:rPr>
              <a:t>Ferramentas de escritório I</a:t>
            </a:r>
            <a:endParaRPr lang="pt-BR" sz="1700" dirty="0">
              <a:latin typeface="Poppins" pitchFamily="2" charset="77"/>
              <a:cs typeface="Poppins" pitchFamily="2" charset="77"/>
            </a:endParaRPr>
          </a:p>
        </p:txBody>
      </p:sp>
      <p:sp>
        <p:nvSpPr>
          <p:cNvPr id="26" name="Google Shape;331;p3">
            <a:extLst>
              <a:ext uri="{FF2B5EF4-FFF2-40B4-BE49-F238E27FC236}">
                <a16:creationId xmlns:a16="http://schemas.microsoft.com/office/drawing/2014/main" id="{63BA6607-9D8E-31C1-3A2E-36D5A6BD2C5B}"/>
              </a:ext>
            </a:extLst>
          </p:cNvPr>
          <p:cNvSpPr txBox="1"/>
          <p:nvPr/>
        </p:nvSpPr>
        <p:spPr>
          <a:xfrm>
            <a:off x="2135841" y="905380"/>
            <a:ext cx="2435785" cy="1046222"/>
          </a:xfrm>
          <a:prstGeom prst="rect">
            <a:avLst/>
          </a:prstGeom>
          <a:noFill/>
          <a:ln>
            <a:noFill/>
          </a:ln>
        </p:spPr>
        <p:txBody>
          <a:bodyPr spcFirstLastPara="1" wrap="square" lIns="60950" tIns="30467" rIns="60950" bIns="30467" anchor="t" anchorCtr="0">
            <a:spAutoFit/>
          </a:bodyPr>
          <a:lstStyle/>
          <a:p>
            <a:pPr algn="ctr">
              <a:buSzPts val="3600"/>
            </a:pPr>
            <a:r>
              <a:rPr lang="pt-BR" sz="2133" b="1" dirty="0">
                <a:solidFill>
                  <a:srgbClr val="FFFFFF"/>
                </a:solidFill>
                <a:latin typeface="Poppins"/>
                <a:ea typeface="Poppins"/>
                <a:cs typeface="Poppins"/>
                <a:sym typeface="Poppins"/>
              </a:rPr>
              <a:t>Mapa da Unidade 1 Componente 1</a:t>
            </a:r>
            <a:endParaRPr lang="pt-BR" sz="2133" dirty="0"/>
          </a:p>
        </p:txBody>
      </p:sp>
      <p:sp>
        <p:nvSpPr>
          <p:cNvPr id="27" name="Google Shape;314;p3">
            <a:extLst>
              <a:ext uri="{FF2B5EF4-FFF2-40B4-BE49-F238E27FC236}">
                <a16:creationId xmlns:a16="http://schemas.microsoft.com/office/drawing/2014/main" id="{4001D8D6-34F2-D9E9-BFE3-F0D9953EABE5}"/>
              </a:ext>
            </a:extLst>
          </p:cNvPr>
          <p:cNvSpPr/>
          <p:nvPr/>
        </p:nvSpPr>
        <p:spPr>
          <a:xfrm>
            <a:off x="6649008" y="5735630"/>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10</a:t>
            </a:r>
            <a:endParaRPr sz="2000" dirty="0">
              <a:solidFill>
                <a:srgbClr val="FFFFFF"/>
              </a:solidFill>
              <a:latin typeface="Calibri"/>
              <a:ea typeface="Calibri"/>
              <a:cs typeface="Calibri"/>
              <a:sym typeface="Calibri"/>
            </a:endParaRPr>
          </a:p>
        </p:txBody>
      </p:sp>
      <p:sp>
        <p:nvSpPr>
          <p:cNvPr id="29" name="Google Shape;323;p3">
            <a:extLst>
              <a:ext uri="{FF2B5EF4-FFF2-40B4-BE49-F238E27FC236}">
                <a16:creationId xmlns:a16="http://schemas.microsoft.com/office/drawing/2014/main" id="{7B57060B-3C4F-2A46-EE0E-178F4AEDFD7B}"/>
              </a:ext>
            </a:extLst>
          </p:cNvPr>
          <p:cNvSpPr txBox="1"/>
          <p:nvPr/>
        </p:nvSpPr>
        <p:spPr>
          <a:xfrm>
            <a:off x="6480088" y="264251"/>
            <a:ext cx="1728649" cy="276973"/>
          </a:xfrm>
          <a:prstGeom prst="rect">
            <a:avLst/>
          </a:prstGeom>
          <a:noFill/>
          <a:ln>
            <a:noFill/>
          </a:ln>
        </p:spPr>
        <p:txBody>
          <a:bodyPr spcFirstLastPara="1" wrap="square" lIns="60950" tIns="30467" rIns="60950" bIns="30467" anchor="t" anchorCtr="0">
            <a:spAutoFit/>
          </a:bodyPr>
          <a:lstStyle/>
          <a:p>
            <a:pPr>
              <a:buSzPts val="1800"/>
            </a:pPr>
            <a:r>
              <a:rPr lang="pt-BR" sz="1400" b="1" dirty="0">
                <a:solidFill>
                  <a:srgbClr val="FA161E"/>
                </a:solidFill>
                <a:latin typeface="Poppins"/>
                <a:ea typeface="Poppins"/>
                <a:cs typeface="Poppins"/>
                <a:sym typeface="Poppins"/>
              </a:rPr>
              <a:t>Você está aqui!</a:t>
            </a:r>
            <a:endParaRPr sz="1400" dirty="0"/>
          </a:p>
        </p:txBody>
      </p:sp>
    </p:spTree>
    <p:extLst>
      <p:ext uri="{BB962C8B-B14F-4D97-AF65-F5344CB8AC3E}">
        <p14:creationId xmlns:p14="http://schemas.microsoft.com/office/powerpoint/2010/main" val="3945273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áfico 5">
            <a:extLst>
              <a:ext uri="{FF2B5EF4-FFF2-40B4-BE49-F238E27FC236}">
                <a16:creationId xmlns:a16="http://schemas.microsoft.com/office/drawing/2014/main" id="{B2669C60-1B2E-CB26-6D65-F137874BFC6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6" t="30197" r="53546" b="6024"/>
          <a:stretch/>
        </p:blipFill>
        <p:spPr>
          <a:xfrm rot="21026348">
            <a:off x="5678584" y="2638764"/>
            <a:ext cx="8603297" cy="4647676"/>
          </a:xfrm>
          <a:prstGeom prst="rect">
            <a:avLst/>
          </a:prstGeom>
        </p:spPr>
      </p:pic>
      <p:sp>
        <p:nvSpPr>
          <p:cNvPr id="7" name="Google Shape;341;p4">
            <a:extLst>
              <a:ext uri="{FF2B5EF4-FFF2-40B4-BE49-F238E27FC236}">
                <a16:creationId xmlns:a16="http://schemas.microsoft.com/office/drawing/2014/main" id="{454BE3FB-DBF5-B9B9-2C32-D91EB68E7728}"/>
              </a:ext>
            </a:extLst>
          </p:cNvPr>
          <p:cNvSpPr/>
          <p:nvPr/>
        </p:nvSpPr>
        <p:spPr>
          <a:xfrm rot="-3438299">
            <a:off x="10617267" y="5326573"/>
            <a:ext cx="408000" cy="408000"/>
          </a:xfrm>
          <a:prstGeom prst="ellipse">
            <a:avLst/>
          </a:prstGeom>
          <a:solidFill>
            <a:srgbClr val="FA161E"/>
          </a:solidFill>
          <a:ln>
            <a:noFill/>
          </a:ln>
        </p:spPr>
        <p:style>
          <a:lnRef idx="0">
            <a:scrgbClr r="0" g="0" b="0"/>
          </a:lnRef>
          <a:fillRef idx="0">
            <a:scrgbClr r="0" g="0" b="0"/>
          </a:fillRef>
          <a:effectRef idx="0">
            <a:scrgbClr r="0" g="0" b="0"/>
          </a:effectRef>
          <a:fontRef idx="major"/>
        </p:style>
        <p:txBody>
          <a:bodyPr spcFirstLastPara="1" wrap="square" lIns="60950" tIns="30467" rIns="60950" bIns="30467"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r">
              <a:buSzPts val="2700"/>
            </a:pPr>
            <a:endParaRPr sz="1800" dirty="0">
              <a:solidFill>
                <a:srgbClr val="FFFFFF"/>
              </a:solidFill>
              <a:latin typeface="Calibri"/>
              <a:ea typeface="Calibri"/>
              <a:cs typeface="Calibri"/>
              <a:sym typeface="Calibri"/>
            </a:endParaRPr>
          </a:p>
        </p:txBody>
      </p:sp>
      <p:sp>
        <p:nvSpPr>
          <p:cNvPr id="8" name="Google Shape;342;p4">
            <a:extLst>
              <a:ext uri="{FF2B5EF4-FFF2-40B4-BE49-F238E27FC236}">
                <a16:creationId xmlns:a16="http://schemas.microsoft.com/office/drawing/2014/main" id="{11417446-22F7-018A-FD17-8BE6870376DA}"/>
              </a:ext>
            </a:extLst>
          </p:cNvPr>
          <p:cNvSpPr/>
          <p:nvPr/>
        </p:nvSpPr>
        <p:spPr>
          <a:xfrm>
            <a:off x="9084502" y="3402930"/>
            <a:ext cx="1317209" cy="1317209"/>
          </a:xfrm>
          <a:prstGeom prst="ellipse">
            <a:avLst/>
          </a:prstGeom>
          <a:solidFill>
            <a:srgbClr val="FA161E"/>
          </a:solidFill>
          <a:ln>
            <a:noFill/>
          </a:ln>
        </p:spPr>
        <p:style>
          <a:lnRef idx="0">
            <a:scrgbClr r="0" g="0" b="0"/>
          </a:lnRef>
          <a:fillRef idx="0">
            <a:scrgbClr r="0" g="0" b="0"/>
          </a:fillRef>
          <a:effectRef idx="0">
            <a:scrgbClr r="0" g="0" b="0"/>
          </a:effectRef>
          <a:fontRef idx="major"/>
        </p:style>
        <p:txBody>
          <a:bodyPr spcFirstLastPara="1" wrap="square" lIns="36000" tIns="36000" rIns="36000" bIns="36000"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buSzPts val="6000"/>
            </a:pPr>
            <a:r>
              <a:rPr lang="pt-BR" sz="4200" b="1" dirty="0">
                <a:solidFill>
                  <a:srgbClr val="FFFFFF"/>
                </a:solidFill>
                <a:latin typeface="Poppins"/>
                <a:ea typeface="Calibri"/>
                <a:cs typeface="Poppins"/>
                <a:sym typeface="Poppins"/>
              </a:rPr>
              <a:t>8</a:t>
            </a:r>
            <a:endParaRPr sz="4200" dirty="0">
              <a:solidFill>
                <a:srgbClr val="FFFFFF"/>
              </a:solidFill>
              <a:latin typeface="Calibri"/>
              <a:ea typeface="Calibri"/>
              <a:cs typeface="Calibri"/>
              <a:sym typeface="Calibri"/>
            </a:endParaRPr>
          </a:p>
        </p:txBody>
      </p:sp>
      <p:cxnSp>
        <p:nvCxnSpPr>
          <p:cNvPr id="9" name="Google Shape;343;p4">
            <a:extLst>
              <a:ext uri="{FF2B5EF4-FFF2-40B4-BE49-F238E27FC236}">
                <a16:creationId xmlns:a16="http://schemas.microsoft.com/office/drawing/2014/main" id="{38C1C8A1-D576-D03F-ABAB-56823E51B9F2}"/>
              </a:ext>
            </a:extLst>
          </p:cNvPr>
          <p:cNvCxnSpPr/>
          <p:nvPr/>
        </p:nvCxnSpPr>
        <p:spPr>
          <a:xfrm>
            <a:off x="10016903" y="4528943"/>
            <a:ext cx="634075" cy="900448"/>
          </a:xfrm>
          <a:prstGeom prst="straightConnector1">
            <a:avLst/>
          </a:prstGeom>
          <a:noFill/>
          <a:ln w="9525" cap="flat" cmpd="sng">
            <a:solidFill>
              <a:srgbClr val="FA161E"/>
            </a:solidFill>
            <a:prstDash val="solid"/>
            <a:round/>
            <a:headEnd type="none" w="sm" len="sm"/>
            <a:tailEnd type="none" w="sm" len="sm"/>
          </a:ln>
        </p:spPr>
      </p:cxnSp>
      <p:sp>
        <p:nvSpPr>
          <p:cNvPr id="10" name="Google Shape;344;p4">
            <a:extLst>
              <a:ext uri="{FF2B5EF4-FFF2-40B4-BE49-F238E27FC236}">
                <a16:creationId xmlns:a16="http://schemas.microsoft.com/office/drawing/2014/main" id="{5EB2AABC-411A-4DB1-754E-398B32A01EC9}"/>
              </a:ext>
            </a:extLst>
          </p:cNvPr>
          <p:cNvSpPr txBox="1"/>
          <p:nvPr/>
        </p:nvSpPr>
        <p:spPr>
          <a:xfrm>
            <a:off x="3361984" y="3277622"/>
            <a:ext cx="4487736" cy="338528"/>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SzPts val="3200"/>
            </a:pPr>
            <a:r>
              <a:rPr lang="pt-BR" sz="1800" dirty="0">
                <a:solidFill>
                  <a:schemeClr val="tx1">
                    <a:lumMod val="95000"/>
                    <a:lumOff val="5000"/>
                  </a:schemeClr>
                </a:solidFill>
                <a:latin typeface="Poppins" panose="00000500000000000000" pitchFamily="2" charset="0"/>
                <a:ea typeface="Poppins Light"/>
                <a:cs typeface="Poppins" pitchFamily="2" charset="77"/>
                <a:sym typeface="Poppins Light"/>
              </a:rPr>
              <a:t>Endereçamento e protocolos de rede</a:t>
            </a:r>
          </a:p>
        </p:txBody>
      </p:sp>
      <p:sp>
        <p:nvSpPr>
          <p:cNvPr id="11" name="Google Shape;345;p4">
            <a:extLst>
              <a:ext uri="{FF2B5EF4-FFF2-40B4-BE49-F238E27FC236}">
                <a16:creationId xmlns:a16="http://schemas.microsoft.com/office/drawing/2014/main" id="{9DC627E0-692B-B963-150C-C9ABA2375B7B}"/>
              </a:ext>
            </a:extLst>
          </p:cNvPr>
          <p:cNvSpPr txBox="1"/>
          <p:nvPr/>
        </p:nvSpPr>
        <p:spPr>
          <a:xfrm>
            <a:off x="3361984" y="2834485"/>
            <a:ext cx="2582980" cy="40008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SzPts val="3000"/>
            </a:pPr>
            <a:r>
              <a:rPr lang="pt-BR" sz="2200" b="1" dirty="0">
                <a:solidFill>
                  <a:srgbClr val="FA161E"/>
                </a:solidFill>
                <a:latin typeface="Poppins"/>
                <a:ea typeface="Poppins"/>
                <a:cs typeface="Poppins"/>
                <a:sym typeface="Poppins"/>
              </a:rPr>
              <a:t>Você está aqui!</a:t>
            </a:r>
            <a:endParaRPr sz="2200" dirty="0">
              <a:latin typeface="Arial"/>
              <a:ea typeface="Arial"/>
              <a:cs typeface="Arial"/>
            </a:endParaRPr>
          </a:p>
        </p:txBody>
      </p:sp>
      <p:sp>
        <p:nvSpPr>
          <p:cNvPr id="15" name="Google Shape;349;p4">
            <a:extLst>
              <a:ext uri="{FF2B5EF4-FFF2-40B4-BE49-F238E27FC236}">
                <a16:creationId xmlns:a16="http://schemas.microsoft.com/office/drawing/2014/main" id="{AFF9433E-50D2-8459-4418-8A47B897A114}"/>
              </a:ext>
            </a:extLst>
          </p:cNvPr>
          <p:cNvSpPr txBox="1"/>
          <p:nvPr/>
        </p:nvSpPr>
        <p:spPr>
          <a:xfrm>
            <a:off x="3380131" y="5155254"/>
            <a:ext cx="4785301" cy="699232"/>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SzPts val="2500"/>
            </a:pPr>
            <a:r>
              <a:rPr lang="pt-BR" sz="1800" dirty="0">
                <a:latin typeface="Poppins"/>
                <a:ea typeface="Poppins"/>
                <a:cs typeface="Poppins"/>
                <a:sym typeface="Poppins"/>
              </a:rPr>
              <a:t>Código da aula: DADOSANO1C1B2S8A1</a:t>
            </a:r>
            <a:endParaRPr lang="pt-BR" sz="1800" dirty="0">
              <a:latin typeface="Arial"/>
              <a:ea typeface="Arial"/>
              <a:cs typeface="Arial"/>
            </a:endParaRPr>
          </a:p>
        </p:txBody>
      </p:sp>
      <p:sp>
        <p:nvSpPr>
          <p:cNvPr id="16" name="Google Shape;350;p4">
            <a:extLst>
              <a:ext uri="{FF2B5EF4-FFF2-40B4-BE49-F238E27FC236}">
                <a16:creationId xmlns:a16="http://schemas.microsoft.com/office/drawing/2014/main" id="{7678E78B-4D53-2DA7-5F21-B11136BABC01}"/>
              </a:ext>
            </a:extLst>
          </p:cNvPr>
          <p:cNvSpPr txBox="1"/>
          <p:nvPr/>
        </p:nvSpPr>
        <p:spPr>
          <a:xfrm>
            <a:off x="3380131" y="4576477"/>
            <a:ext cx="4977806" cy="535430"/>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Clr>
                <a:schemeClr val="dk1"/>
              </a:buClr>
              <a:buSzPts val="2500"/>
            </a:pPr>
            <a:r>
              <a:rPr lang="pt-BR" sz="1800" b="1" dirty="0">
                <a:solidFill>
                  <a:schemeClr val="dk1"/>
                </a:solidFill>
                <a:latin typeface="Poppins" panose="00000500000000000000" pitchFamily="2" charset="0"/>
                <a:ea typeface="Poppins"/>
                <a:cs typeface="Poppins"/>
                <a:sym typeface="Poppins"/>
              </a:rPr>
              <a:t>Aula 1: Endereçamento IP: IPv4 e IPv6</a:t>
            </a:r>
          </a:p>
        </p:txBody>
      </p:sp>
      <p:sp>
        <p:nvSpPr>
          <p:cNvPr id="2" name="Retângulo: Cantos Arredondados 1">
            <a:extLst>
              <a:ext uri="{FF2B5EF4-FFF2-40B4-BE49-F238E27FC236}">
                <a16:creationId xmlns:a16="http://schemas.microsoft.com/office/drawing/2014/main" id="{8D55E3C6-A8E6-192B-8D27-FD5DB4C5AA69}"/>
              </a:ext>
            </a:extLst>
          </p:cNvPr>
          <p:cNvSpPr/>
          <p:nvPr/>
        </p:nvSpPr>
        <p:spPr>
          <a:xfrm>
            <a:off x="113993" y="891153"/>
            <a:ext cx="2098825" cy="1571239"/>
          </a:xfrm>
          <a:prstGeom prst="roundRect">
            <a:avLst/>
          </a:prstGeom>
          <a:solidFill>
            <a:srgbClr val="FF1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Retângulo: Cantos Arredondados 3">
            <a:extLst>
              <a:ext uri="{FF2B5EF4-FFF2-40B4-BE49-F238E27FC236}">
                <a16:creationId xmlns:a16="http://schemas.microsoft.com/office/drawing/2014/main" id="{FC23F4AB-2E6D-2313-7C01-B45AC71ECBB9}"/>
              </a:ext>
            </a:extLst>
          </p:cNvPr>
          <p:cNvSpPr/>
          <p:nvPr/>
        </p:nvSpPr>
        <p:spPr>
          <a:xfrm>
            <a:off x="2078851" y="383070"/>
            <a:ext cx="2549765" cy="2090843"/>
          </a:xfrm>
          <a:prstGeom prst="roundRect">
            <a:avLst>
              <a:gd name="adj" fmla="val 1407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Google Shape;329;p3">
            <a:extLst>
              <a:ext uri="{FF2B5EF4-FFF2-40B4-BE49-F238E27FC236}">
                <a16:creationId xmlns:a16="http://schemas.microsoft.com/office/drawing/2014/main" id="{BFD9E3E1-81E1-0F2F-6104-F4E92B2A3CA8}"/>
              </a:ext>
            </a:extLst>
          </p:cNvPr>
          <p:cNvSpPr txBox="1"/>
          <p:nvPr/>
        </p:nvSpPr>
        <p:spPr>
          <a:xfrm>
            <a:off x="154176" y="1440887"/>
            <a:ext cx="1865581" cy="471770"/>
          </a:xfrm>
          <a:prstGeom prst="rect">
            <a:avLst/>
          </a:prstGeom>
          <a:noFill/>
          <a:ln>
            <a:noFill/>
          </a:ln>
        </p:spPr>
        <p:txBody>
          <a:bodyPr spcFirstLastPara="1" wrap="square" lIns="60950" tIns="30467" rIns="60950" bIns="30467" anchor="t" anchorCtr="0">
            <a:spAutoFit/>
          </a:bodyPr>
          <a:lstStyle/>
          <a:p>
            <a:pPr algn="r">
              <a:buSzPts val="2000"/>
            </a:pPr>
            <a:r>
              <a:rPr lang="pt-BR" sz="1333" b="1" dirty="0">
                <a:solidFill>
                  <a:srgbClr val="FFFFFF"/>
                </a:solidFill>
                <a:latin typeface="Poppins" pitchFamily="2" charset="77"/>
                <a:ea typeface="Poppins SemiBold"/>
                <a:cs typeface="Poppins" pitchFamily="2" charset="77"/>
                <a:sym typeface="Poppins SemiBold"/>
              </a:rPr>
              <a:t>Introdução à informática </a:t>
            </a:r>
          </a:p>
        </p:txBody>
      </p:sp>
      <p:sp>
        <p:nvSpPr>
          <p:cNvPr id="17" name="Google Shape;331;p3">
            <a:extLst>
              <a:ext uri="{FF2B5EF4-FFF2-40B4-BE49-F238E27FC236}">
                <a16:creationId xmlns:a16="http://schemas.microsoft.com/office/drawing/2014/main" id="{9AB693C9-BE6B-B008-64DA-7BDBCA6A2EDC}"/>
              </a:ext>
            </a:extLst>
          </p:cNvPr>
          <p:cNvSpPr txBox="1"/>
          <p:nvPr/>
        </p:nvSpPr>
        <p:spPr>
          <a:xfrm>
            <a:off x="2135841" y="905380"/>
            <a:ext cx="2435785" cy="1046222"/>
          </a:xfrm>
          <a:prstGeom prst="rect">
            <a:avLst/>
          </a:prstGeom>
          <a:noFill/>
          <a:ln>
            <a:noFill/>
          </a:ln>
        </p:spPr>
        <p:txBody>
          <a:bodyPr spcFirstLastPara="1" wrap="square" lIns="60950" tIns="30467" rIns="60950" bIns="30467" anchor="t" anchorCtr="0">
            <a:spAutoFit/>
          </a:bodyPr>
          <a:lstStyle/>
          <a:p>
            <a:pPr algn="ctr">
              <a:buSzPts val="3600"/>
            </a:pPr>
            <a:r>
              <a:rPr lang="pt-BR" sz="2133" b="1" dirty="0">
                <a:solidFill>
                  <a:srgbClr val="FFFFFF"/>
                </a:solidFill>
                <a:latin typeface="Poppins"/>
                <a:ea typeface="Poppins"/>
                <a:cs typeface="Poppins"/>
                <a:sym typeface="Poppins"/>
              </a:rPr>
              <a:t>Mapa da Unidade 1 Componente 1</a:t>
            </a:r>
            <a:endParaRPr lang="pt-BR" sz="2133" dirty="0"/>
          </a:p>
        </p:txBody>
      </p:sp>
    </p:spTree>
    <p:extLst>
      <p:ext uri="{BB962C8B-B14F-4D97-AF65-F5344CB8AC3E}">
        <p14:creationId xmlns:p14="http://schemas.microsoft.com/office/powerpoint/2010/main" val="1856923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3" name="CaixaDeTexto 2">
            <a:extLst>
              <a:ext uri="{FF2B5EF4-FFF2-40B4-BE49-F238E27FC236}">
                <a16:creationId xmlns:a16="http://schemas.microsoft.com/office/drawing/2014/main" id="{9CBD5C18-7776-B553-F6CC-A3FD61A66D26}"/>
              </a:ext>
            </a:extLst>
          </p:cNvPr>
          <p:cNvSpPr txBox="1"/>
          <p:nvPr/>
        </p:nvSpPr>
        <p:spPr>
          <a:xfrm>
            <a:off x="6215922" y="319790"/>
            <a:ext cx="184731" cy="188065"/>
          </a:xfrm>
          <a:prstGeom prst="rect">
            <a:avLst/>
          </a:prstGeom>
          <a:noFill/>
        </p:spPr>
        <p:txBody>
          <a:bodyPr wrap="none" rtlCol="0">
            <a:spAutoFit/>
          </a:bodyPr>
          <a:lstStyle/>
          <a:p>
            <a:endParaRPr lang="pt-BR" sz="622" dirty="0"/>
          </a:p>
        </p:txBody>
      </p:sp>
      <p:sp>
        <p:nvSpPr>
          <p:cNvPr id="4" name="Espaço Reservado para Texto 7">
            <a:extLst>
              <a:ext uri="{FF2B5EF4-FFF2-40B4-BE49-F238E27FC236}">
                <a16:creationId xmlns:a16="http://schemas.microsoft.com/office/drawing/2014/main" id="{94495801-E3A7-5C9C-58B6-5A613616DE41}"/>
              </a:ext>
            </a:extLst>
          </p:cNvPr>
          <p:cNvSpPr>
            <a:spLocks noGrp="1"/>
          </p:cNvSpPr>
          <p:nvPr>
            <p:ph type="body" sz="quarter" idx="10"/>
          </p:nvPr>
        </p:nvSpPr>
        <p:spPr>
          <a:xfrm>
            <a:off x="1403741" y="1342524"/>
            <a:ext cx="4020592" cy="1397696"/>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r>
              <a:rPr lang="pt-BR" sz="1500" dirty="0">
                <a:solidFill>
                  <a:schemeClr val="tx1">
                    <a:lumMod val="95000"/>
                    <a:lumOff val="5000"/>
                  </a:schemeClr>
                </a:solidFill>
                <a:latin typeface="Poppins" panose="00000500000000000000" pitchFamily="2" charset="0"/>
              </a:rPr>
              <a:t>Compreender e aplicar o conceito de endereçamento IP: IPv4 e IPv6.</a:t>
            </a:r>
            <a:endParaRPr lang="pt-BR" sz="1500" noProof="0" dirty="0">
              <a:solidFill>
                <a:schemeClr val="tx1">
                  <a:lumMod val="95000"/>
                  <a:lumOff val="5000"/>
                </a:schemeClr>
              </a:solidFill>
              <a:latin typeface="Poppins" panose="00000500000000000000" pitchFamily="2" charset="0"/>
            </a:endParaRPr>
          </a:p>
        </p:txBody>
      </p:sp>
      <p:sp>
        <p:nvSpPr>
          <p:cNvPr id="13" name="Espaço Reservado para Texto 7">
            <a:extLst>
              <a:ext uri="{FF2B5EF4-FFF2-40B4-BE49-F238E27FC236}">
                <a16:creationId xmlns:a16="http://schemas.microsoft.com/office/drawing/2014/main" id="{D4D707D4-C5C3-358C-828D-F0E51DF1C563}"/>
              </a:ext>
            </a:extLst>
          </p:cNvPr>
          <p:cNvSpPr>
            <a:spLocks noGrp="1"/>
          </p:cNvSpPr>
          <p:nvPr>
            <p:ph type="body" sz="quarter" idx="11"/>
          </p:nvPr>
        </p:nvSpPr>
        <p:spPr>
          <a:xfrm>
            <a:off x="7387164" y="1355465"/>
            <a:ext cx="4561581" cy="1555292"/>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r>
              <a:rPr lang="pt-BR" sz="1500" dirty="0">
                <a:solidFill>
                  <a:schemeClr val="tx1">
                    <a:lumMod val="95000"/>
                    <a:lumOff val="5000"/>
                  </a:schemeClr>
                </a:solidFill>
                <a:latin typeface="Poppins" panose="00000500000000000000" pitchFamily="2" charset="0"/>
              </a:rPr>
              <a:t>Interpretar endereçamento IP e funcionamento de protocolos de rede.</a:t>
            </a:r>
            <a:endParaRPr lang="pt-BR" sz="1500" noProof="0" dirty="0">
              <a:solidFill>
                <a:schemeClr val="tx1">
                  <a:lumMod val="95000"/>
                  <a:lumOff val="5000"/>
                </a:schemeClr>
              </a:solidFill>
              <a:latin typeface="Poppins" panose="00000500000000000000" pitchFamily="2" charset="0"/>
            </a:endParaRPr>
          </a:p>
        </p:txBody>
      </p:sp>
      <p:sp>
        <p:nvSpPr>
          <p:cNvPr id="14" name="Espaço Reservado para Texto 7">
            <a:extLst>
              <a:ext uri="{FF2B5EF4-FFF2-40B4-BE49-F238E27FC236}">
                <a16:creationId xmlns:a16="http://schemas.microsoft.com/office/drawing/2014/main" id="{DE336765-0FB7-BD47-5351-9D659F6B6C07}"/>
              </a:ext>
            </a:extLst>
          </p:cNvPr>
          <p:cNvSpPr>
            <a:spLocks noGrp="1"/>
          </p:cNvSpPr>
          <p:nvPr>
            <p:ph type="body" sz="quarter" idx="12"/>
          </p:nvPr>
        </p:nvSpPr>
        <p:spPr>
          <a:xfrm>
            <a:off x="7387165" y="3649330"/>
            <a:ext cx="4464866" cy="1590171"/>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r>
              <a:rPr lang="pt-BR" sz="1500" dirty="0">
                <a:solidFill>
                  <a:schemeClr val="tx1">
                    <a:lumMod val="95000"/>
                    <a:lumOff val="5000"/>
                  </a:schemeClr>
                </a:solidFill>
                <a:latin typeface="Poppins" panose="00000500000000000000" pitchFamily="2" charset="0"/>
              </a:rPr>
              <a:t>Interagir com confiança e disposição para aprender com os outros.</a:t>
            </a:r>
            <a:endParaRPr lang="pt-BR" sz="1500" noProof="0" dirty="0">
              <a:solidFill>
                <a:schemeClr val="tx1">
                  <a:lumMod val="95000"/>
                  <a:lumOff val="5000"/>
                </a:schemeClr>
              </a:solidFill>
              <a:latin typeface="Poppins" panose="00000500000000000000" pitchFamily="2" charset="0"/>
            </a:endParaRPr>
          </a:p>
        </p:txBody>
      </p:sp>
      <p:sp>
        <p:nvSpPr>
          <p:cNvPr id="15" name="Espaço Reservado para Texto 7">
            <a:extLst>
              <a:ext uri="{FF2B5EF4-FFF2-40B4-BE49-F238E27FC236}">
                <a16:creationId xmlns:a16="http://schemas.microsoft.com/office/drawing/2014/main" id="{6E3FB853-DB70-A92D-898B-C5E6E9178764}"/>
              </a:ext>
            </a:extLst>
          </p:cNvPr>
          <p:cNvSpPr>
            <a:spLocks noGrp="1"/>
          </p:cNvSpPr>
          <p:nvPr>
            <p:ph type="body" sz="quarter" idx="13"/>
          </p:nvPr>
        </p:nvSpPr>
        <p:spPr>
          <a:xfrm>
            <a:off x="1391544" y="2973702"/>
            <a:ext cx="4044985" cy="1239283"/>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a:spcAft>
                <a:spcPts val="400"/>
              </a:spcAft>
            </a:pPr>
            <a:r>
              <a:rPr lang="pt-BR" sz="1500" noProof="0" dirty="0">
                <a:solidFill>
                  <a:schemeClr val="tx1">
                    <a:lumMod val="95000"/>
                    <a:lumOff val="5000"/>
                  </a:schemeClr>
                </a:solidFill>
                <a:latin typeface="Poppins" panose="00000500000000000000" pitchFamily="2" charset="0"/>
              </a:rPr>
              <a:t>Recurso audiovisual para exibição de vídeos e imagens.</a:t>
            </a:r>
          </a:p>
          <a:p>
            <a:pPr>
              <a:spcAft>
                <a:spcPts val="400"/>
              </a:spcAft>
            </a:pPr>
            <a:r>
              <a:rPr lang="pt-BR" sz="1500" noProof="0" dirty="0">
                <a:solidFill>
                  <a:schemeClr val="tx1">
                    <a:lumMod val="95000"/>
                    <a:lumOff val="5000"/>
                  </a:schemeClr>
                </a:solidFill>
                <a:latin typeface="Poppins" panose="00000500000000000000" pitchFamily="2" charset="0"/>
              </a:rPr>
              <a:t>Acesso ao laboratório de informática e/ou à internet.</a:t>
            </a:r>
          </a:p>
          <a:p>
            <a:pPr>
              <a:spcAft>
                <a:spcPts val="400"/>
              </a:spcAft>
            </a:pPr>
            <a:r>
              <a:rPr lang="pt-BR" sz="1500" dirty="0">
                <a:solidFill>
                  <a:schemeClr val="tx1">
                    <a:lumMod val="95000"/>
                    <a:lumOff val="5000"/>
                  </a:schemeClr>
                </a:solidFill>
                <a:latin typeface="Poppins" panose="00000500000000000000" pitchFamily="2" charset="0"/>
              </a:rPr>
              <a:t>Papel e caneta.</a:t>
            </a:r>
          </a:p>
          <a:p>
            <a:pPr marL="0" indent="0">
              <a:spcAft>
                <a:spcPts val="400"/>
              </a:spcAft>
              <a:buNone/>
            </a:pPr>
            <a:endParaRPr lang="pt-BR" sz="1500" noProof="0" dirty="0">
              <a:solidFill>
                <a:schemeClr val="tx1">
                  <a:lumMod val="95000"/>
                  <a:lumOff val="5000"/>
                </a:schemeClr>
              </a:solidFill>
              <a:latin typeface="Poppins" panose="00000500000000000000" pitchFamily="2" charset="0"/>
            </a:endParaRPr>
          </a:p>
          <a:p>
            <a:pPr marL="0" indent="0">
              <a:spcAft>
                <a:spcPts val="400"/>
              </a:spcAft>
              <a:buNone/>
            </a:pPr>
            <a:endParaRPr lang="pt-BR" sz="1500" noProof="0" dirty="0">
              <a:solidFill>
                <a:schemeClr val="tx1">
                  <a:lumMod val="95000"/>
                  <a:lumOff val="5000"/>
                </a:schemeClr>
              </a:solidFill>
              <a:latin typeface="Poppins" panose="00000500000000000000" pitchFamily="2" charset="0"/>
            </a:endParaRPr>
          </a:p>
        </p:txBody>
      </p:sp>
    </p:spTree>
    <p:extLst>
      <p:ext uri="{BB962C8B-B14F-4D97-AF65-F5344CB8AC3E}">
        <p14:creationId xmlns:p14="http://schemas.microsoft.com/office/powerpoint/2010/main" val="278425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0">
          <a:extLst>
            <a:ext uri="{FF2B5EF4-FFF2-40B4-BE49-F238E27FC236}">
              <a16:creationId xmlns:a16="http://schemas.microsoft.com/office/drawing/2014/main" id="{9C506E41-6026-CBE8-9EDA-DE317FF011DF}"/>
            </a:ext>
          </a:extLst>
        </p:cNvPr>
        <p:cNvGrpSpPr/>
        <p:nvPr/>
      </p:nvGrpSpPr>
      <p:grpSpPr>
        <a:xfrm>
          <a:off x="0" y="0"/>
          <a:ext cx="0" cy="0"/>
          <a:chOff x="0" y="0"/>
          <a:chExt cx="0" cy="0"/>
        </a:xfrm>
      </p:grpSpPr>
      <p:sp>
        <p:nvSpPr>
          <p:cNvPr id="10" name="Espaço Reservado para Texto 9">
            <a:extLst>
              <a:ext uri="{FF2B5EF4-FFF2-40B4-BE49-F238E27FC236}">
                <a16:creationId xmlns:a16="http://schemas.microsoft.com/office/drawing/2014/main" id="{FE435552-46F0-16E6-8084-AD824A0DA398}"/>
              </a:ext>
            </a:extLst>
          </p:cNvPr>
          <p:cNvSpPr>
            <a:spLocks noGrp="1"/>
          </p:cNvSpPr>
          <p:nvPr>
            <p:ph type="body" idx="4294967295"/>
          </p:nvPr>
        </p:nvSpPr>
        <p:spPr>
          <a:xfrm>
            <a:off x="3277019" y="1486211"/>
            <a:ext cx="4385407" cy="2852506"/>
          </a:xfrm>
          <a:prstGeom prst="rect">
            <a:avLst/>
          </a:prstGeom>
        </p:spPr>
        <p:txBody>
          <a:bodyPr>
            <a:noAutofit/>
          </a:bodyPr>
          <a:lstStyle/>
          <a:p>
            <a:pPr>
              <a:spcAft>
                <a:spcPts val="600"/>
              </a:spcAft>
            </a:pPr>
            <a:r>
              <a:rPr lang="pt-BR" sz="1800" dirty="0">
                <a:latin typeface="Poppins" panose="00000500000000000000" pitchFamily="2" charset="0"/>
                <a:cs typeface="Poppins" panose="00000500000000000000" pitchFamily="2" charset="0"/>
              </a:rPr>
              <a:t>Imagine uma situação em que você e seus amigos estão enviando mensagens pelo celular usando o WhatsApp. </a:t>
            </a:r>
          </a:p>
          <a:p>
            <a:pPr>
              <a:spcAft>
                <a:spcPts val="600"/>
              </a:spcAft>
            </a:pPr>
            <a:r>
              <a:rPr lang="pt-BR" sz="1800" dirty="0">
                <a:latin typeface="Poppins" panose="00000500000000000000" pitchFamily="2" charset="0"/>
                <a:cs typeface="Poppins" panose="00000500000000000000" pitchFamily="2" charset="0"/>
              </a:rPr>
              <a:t>Já parou para pensar em como o aplicativo consegue descobrir exatamente para qual celular deve enviar cada mensagem, mesmo havendo milhões de usuários conectados no mundo todo?</a:t>
            </a:r>
          </a:p>
        </p:txBody>
      </p:sp>
      <p:sp>
        <p:nvSpPr>
          <p:cNvPr id="20" name="CaixaDeTexto 19">
            <a:extLst>
              <a:ext uri="{FF2B5EF4-FFF2-40B4-BE49-F238E27FC236}">
                <a16:creationId xmlns:a16="http://schemas.microsoft.com/office/drawing/2014/main" id="{3A7FA710-57E3-498D-07E2-B51EF7D67898}"/>
              </a:ext>
            </a:extLst>
          </p:cNvPr>
          <p:cNvSpPr txBox="1"/>
          <p:nvPr/>
        </p:nvSpPr>
        <p:spPr>
          <a:xfrm>
            <a:off x="11572240" y="3942080"/>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1" name="CaixaDeTexto 20">
            <a:extLst>
              <a:ext uri="{FF2B5EF4-FFF2-40B4-BE49-F238E27FC236}">
                <a16:creationId xmlns:a16="http://schemas.microsoft.com/office/drawing/2014/main" id="{B43C4A11-A2C6-AFE6-2412-DB7199EDDFC2}"/>
              </a:ext>
            </a:extLst>
          </p:cNvPr>
          <p:cNvSpPr txBox="1"/>
          <p:nvPr/>
        </p:nvSpPr>
        <p:spPr>
          <a:xfrm>
            <a:off x="11742295" y="6084259"/>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6" name="CaixaDeTexto 5">
            <a:extLst>
              <a:ext uri="{FF2B5EF4-FFF2-40B4-BE49-F238E27FC236}">
                <a16:creationId xmlns:a16="http://schemas.microsoft.com/office/drawing/2014/main" id="{7C15F6AF-51EA-25B1-A0D3-C0035998050D}"/>
              </a:ext>
            </a:extLst>
          </p:cNvPr>
          <p:cNvSpPr txBox="1"/>
          <p:nvPr/>
        </p:nvSpPr>
        <p:spPr>
          <a:xfrm>
            <a:off x="12420600" y="308065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8" name="CaixaDeTexto 7">
            <a:extLst>
              <a:ext uri="{FF2B5EF4-FFF2-40B4-BE49-F238E27FC236}">
                <a16:creationId xmlns:a16="http://schemas.microsoft.com/office/drawing/2014/main" id="{9F4E9CC0-C866-02BD-24B5-FE6726D9DEF7}"/>
              </a:ext>
            </a:extLst>
          </p:cNvPr>
          <p:cNvSpPr txBox="1"/>
          <p:nvPr/>
        </p:nvSpPr>
        <p:spPr>
          <a:xfrm>
            <a:off x="12997543" y="445225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pic>
        <p:nvPicPr>
          <p:cNvPr id="4" name="Imagem 3" descr="Grupo de pessoas com roupas coloridas&#10;&#10;O conteúdo gerado por IA pode estar incorreto.">
            <a:extLst>
              <a:ext uri="{FF2B5EF4-FFF2-40B4-BE49-F238E27FC236}">
                <a16:creationId xmlns:a16="http://schemas.microsoft.com/office/drawing/2014/main" id="{19F1D5B0-7653-588B-F5DE-3E595809CDF2}"/>
              </a:ext>
            </a:extLst>
          </p:cNvPr>
          <p:cNvPicPr>
            <a:picLocks noChangeAspect="1"/>
          </p:cNvPicPr>
          <p:nvPr/>
        </p:nvPicPr>
        <p:blipFill>
          <a:blip r:embed="rId3"/>
          <a:srcRect l="9713"/>
          <a:stretch>
            <a:fillRect/>
          </a:stretch>
        </p:blipFill>
        <p:spPr>
          <a:xfrm>
            <a:off x="7815960" y="1197882"/>
            <a:ext cx="4006740" cy="3184686"/>
          </a:xfrm>
          <a:prstGeom prst="rect">
            <a:avLst/>
          </a:prstGeom>
        </p:spPr>
      </p:pic>
      <p:sp>
        <p:nvSpPr>
          <p:cNvPr id="7" name="CaixaDeTexto 6">
            <a:extLst>
              <a:ext uri="{FF2B5EF4-FFF2-40B4-BE49-F238E27FC236}">
                <a16:creationId xmlns:a16="http://schemas.microsoft.com/office/drawing/2014/main" id="{748D5F33-A007-DFD4-41DB-70A810B76190}"/>
              </a:ext>
            </a:extLst>
          </p:cNvPr>
          <p:cNvSpPr txBox="1"/>
          <p:nvPr/>
        </p:nvSpPr>
        <p:spPr>
          <a:xfrm>
            <a:off x="3505962" y="4767566"/>
            <a:ext cx="7177589" cy="1092607"/>
          </a:xfrm>
          <a:prstGeom prst="rect">
            <a:avLst/>
          </a:prstGeom>
          <a:noFill/>
          <a:ln>
            <a:noFill/>
          </a:ln>
        </p:spPr>
        <p:txBody>
          <a:bodyPr wrap="square">
            <a:spAutoFit/>
          </a:bodyPr>
          <a:lstStyle/>
          <a:p>
            <a:pPr marR="0" lvl="0" defTabSz="914400" rtl="0" eaLnBrk="1" fontAlgn="auto" latinLnBrk="0" hangingPunct="1">
              <a:lnSpc>
                <a:spcPct val="100000"/>
              </a:lnSpc>
              <a:spcBef>
                <a:spcPts val="0"/>
              </a:spcBef>
              <a:spcAft>
                <a:spcPts val="0"/>
              </a:spcAft>
              <a:buClr>
                <a:srgbClr val="000000"/>
              </a:buClr>
              <a:buSzTx/>
              <a:tabLst/>
              <a:defRPr/>
            </a:pPr>
            <a:r>
              <a:rPr kumimoji="0" lang="pt-BR" sz="18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Como você acha que os computadores e celulares “sabem” para onde mandar as mensagens dentro da rede?</a:t>
            </a:r>
          </a:p>
          <a:p>
            <a:pPr marR="0" lvl="0" algn="just" defTabSz="914400" rtl="0" eaLnBrk="1" fontAlgn="auto" latinLnBrk="0" hangingPunct="1">
              <a:lnSpc>
                <a:spcPct val="100000"/>
              </a:lnSpc>
              <a:spcBef>
                <a:spcPts val="0"/>
              </a:spcBef>
              <a:spcAft>
                <a:spcPts val="0"/>
              </a:spcAft>
              <a:buClr>
                <a:srgbClr val="000000"/>
              </a:buClr>
              <a:buSzTx/>
              <a:tabLst/>
              <a:defRPr/>
            </a:pPr>
            <a:endParaRPr lang="pt-BR" sz="1800" dirty="0">
              <a:latin typeface="Poppins" panose="00000500000000000000" pitchFamily="2" charset="0"/>
              <a:cs typeface="Poppins" panose="00000500000000000000" pitchFamily="2" charset="0"/>
            </a:endParaRPr>
          </a:p>
          <a:p>
            <a:pPr lvl="0" algn="just">
              <a:defRPr/>
            </a:pPr>
            <a:r>
              <a:rPr lang="pt-BR" sz="1100" dirty="0">
                <a:latin typeface="Poppins" panose="00000500000000000000" pitchFamily="2" charset="0"/>
                <a:cs typeface="Poppins" panose="00000500000000000000" pitchFamily="2" charset="0"/>
              </a:rPr>
              <a:t>Situação fictícia produzida pela SEDUC-SP.</a:t>
            </a:r>
            <a:endParaRPr kumimoji="0" lang="pt-BR" sz="1100" b="1"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endParaRPr>
          </a:p>
        </p:txBody>
      </p:sp>
      <p:sp>
        <p:nvSpPr>
          <p:cNvPr id="12" name="CaixaDeTexto 11">
            <a:extLst>
              <a:ext uri="{FF2B5EF4-FFF2-40B4-BE49-F238E27FC236}">
                <a16:creationId xmlns:a16="http://schemas.microsoft.com/office/drawing/2014/main" id="{267530AF-1B43-E8D6-CF98-5957A72A55A4}"/>
              </a:ext>
            </a:extLst>
          </p:cNvPr>
          <p:cNvSpPr txBox="1"/>
          <p:nvPr/>
        </p:nvSpPr>
        <p:spPr>
          <a:xfrm>
            <a:off x="3277019" y="516438"/>
            <a:ext cx="3820467" cy="584775"/>
          </a:xfrm>
          <a:prstGeom prst="rect">
            <a:avLst/>
          </a:prstGeom>
          <a:noFill/>
          <a:ln>
            <a:noFill/>
          </a:ln>
        </p:spPr>
        <p:txBody>
          <a:bodyPr wrap="square">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pt-BR" sz="3200" b="1" dirty="0">
                <a:solidFill>
                  <a:srgbClr val="FF0000"/>
                </a:solidFill>
                <a:latin typeface="Poppins" panose="00000500000000000000" pitchFamily="2" charset="0"/>
                <a:cs typeface="Poppins" panose="00000500000000000000" pitchFamily="2" charset="0"/>
              </a:rPr>
              <a:t>Endereço único</a:t>
            </a:r>
            <a:endParaRPr kumimoji="0" lang="pt-BR" sz="3200" b="1" i="0" u="none" strike="noStrike" kern="0" cap="none" spc="0" normalizeH="0" baseline="0" noProof="0" dirty="0">
              <a:ln>
                <a:noFill/>
              </a:ln>
              <a:solidFill>
                <a:srgbClr val="FF0000"/>
              </a:solidFill>
              <a:effectLst/>
              <a:uLnTx/>
              <a:uFillTx/>
              <a:latin typeface="Poppins" panose="00000500000000000000" pitchFamily="2" charset="0"/>
              <a:cs typeface="Poppins" panose="00000500000000000000" pitchFamily="2" charset="0"/>
              <a:sym typeface="Arial"/>
            </a:endParaRPr>
          </a:p>
        </p:txBody>
      </p:sp>
      <p:sp>
        <p:nvSpPr>
          <p:cNvPr id="13" name="Triângulo 27">
            <a:extLst>
              <a:ext uri="{FF2B5EF4-FFF2-40B4-BE49-F238E27FC236}">
                <a16:creationId xmlns:a16="http://schemas.microsoft.com/office/drawing/2014/main" id="{D9CE8D0A-336B-7271-512F-71A62BBA912F}"/>
              </a:ext>
            </a:extLst>
          </p:cNvPr>
          <p:cNvSpPr/>
          <p:nvPr/>
        </p:nvSpPr>
        <p:spPr>
          <a:xfrm rot="5400000">
            <a:off x="3329575" y="4876235"/>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dirty="0"/>
          </a:p>
        </p:txBody>
      </p:sp>
      <p:sp>
        <p:nvSpPr>
          <p:cNvPr id="15" name="CaixaDeTexto 14">
            <a:extLst>
              <a:ext uri="{FF2B5EF4-FFF2-40B4-BE49-F238E27FC236}">
                <a16:creationId xmlns:a16="http://schemas.microsoft.com/office/drawing/2014/main" id="{70B814B7-87AA-DD95-D591-DBB785047C04}"/>
              </a:ext>
            </a:extLst>
          </p:cNvPr>
          <p:cNvSpPr txBox="1"/>
          <p:nvPr/>
        </p:nvSpPr>
        <p:spPr>
          <a:xfrm>
            <a:off x="10570575" y="4422337"/>
            <a:ext cx="1386475" cy="261610"/>
          </a:xfrm>
          <a:prstGeom prst="rect">
            <a:avLst/>
          </a:prstGeom>
          <a:noFill/>
          <a:ln>
            <a:noFill/>
          </a:ln>
        </p:spPr>
        <p:txBody>
          <a:bodyPr wrap="square">
            <a:spAutoFit/>
          </a:bodyPr>
          <a:lstStyle/>
          <a:p>
            <a:r>
              <a:rPr lang="pt-BR" sz="1100" dirty="0">
                <a:latin typeface="Poppins" panose="00000500000000000000" pitchFamily="2" charset="0"/>
                <a:cs typeface="Poppins" panose="00000500000000000000" pitchFamily="2" charset="0"/>
              </a:rPr>
              <a:t>© Getty Images</a:t>
            </a:r>
          </a:p>
        </p:txBody>
      </p:sp>
    </p:spTree>
    <p:extLst>
      <p:ext uri="{BB962C8B-B14F-4D97-AF65-F5344CB8AC3E}">
        <p14:creationId xmlns:p14="http://schemas.microsoft.com/office/powerpoint/2010/main" val="387013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13ECE-66BA-C307-0A8F-641213CA0A45}"/>
            </a:ext>
          </a:extLst>
        </p:cNvPr>
        <p:cNvGrpSpPr/>
        <p:nvPr/>
      </p:nvGrpSpPr>
      <p:grpSpPr>
        <a:xfrm>
          <a:off x="0" y="0"/>
          <a:ext cx="0" cy="0"/>
          <a:chOff x="0" y="0"/>
          <a:chExt cx="0" cy="0"/>
        </a:xfrm>
      </p:grpSpPr>
      <p:pic>
        <p:nvPicPr>
          <p:cNvPr id="25" name="Imagem 24">
            <a:extLst>
              <a:ext uri="{FF2B5EF4-FFF2-40B4-BE49-F238E27FC236}">
                <a16:creationId xmlns:a16="http://schemas.microsoft.com/office/drawing/2014/main" id="{5EC66DE0-EDA9-7CD3-72B7-FEB5B81F0914}"/>
              </a:ext>
            </a:extLst>
          </p:cNvPr>
          <p:cNvPicPr>
            <a:picLocks noChangeAspect="1"/>
          </p:cNvPicPr>
          <p:nvPr/>
        </p:nvPicPr>
        <p:blipFill>
          <a:blip r:embed="rId2"/>
          <a:srcRect/>
          <a:stretch/>
        </p:blipFill>
        <p:spPr>
          <a:xfrm>
            <a:off x="7530975" y="1696583"/>
            <a:ext cx="4137150" cy="2760005"/>
          </a:xfrm>
          <a:prstGeom prst="rect">
            <a:avLst/>
          </a:prstGeom>
        </p:spPr>
      </p:pic>
      <p:sp>
        <p:nvSpPr>
          <p:cNvPr id="20" name="Google Shape;851;p62">
            <a:extLst>
              <a:ext uri="{FF2B5EF4-FFF2-40B4-BE49-F238E27FC236}">
                <a16:creationId xmlns:a16="http://schemas.microsoft.com/office/drawing/2014/main" id="{1B2399DC-42F6-12C1-BAAD-30B4B8B95639}"/>
              </a:ext>
            </a:extLst>
          </p:cNvPr>
          <p:cNvSpPr/>
          <p:nvPr/>
        </p:nvSpPr>
        <p:spPr>
          <a:xfrm>
            <a:off x="2749695" y="4930806"/>
            <a:ext cx="8918430" cy="968753"/>
          </a:xfrm>
          <a:prstGeom prst="rect">
            <a:avLst/>
          </a:prstGeom>
          <a:solidFill>
            <a:srgbClr val="3E3593"/>
          </a:solidFill>
          <a:ln>
            <a:noFill/>
          </a:ln>
        </p:spPr>
        <p:txBody>
          <a:bodyPr spcFirstLastPara="1" wrap="square" lIns="60950" tIns="30467" rIns="60950" bIns="30467" anchor="ctr" anchorCtr="0">
            <a:noAutofit/>
          </a:bodyPr>
          <a:lstStyle/>
          <a:p>
            <a:pPr algn="ctr"/>
            <a:endParaRPr dirty="0">
              <a:solidFill>
                <a:schemeClr val="lt1"/>
              </a:solidFill>
            </a:endParaRPr>
          </a:p>
        </p:txBody>
      </p:sp>
      <p:sp>
        <p:nvSpPr>
          <p:cNvPr id="21" name="Google Shape;852;p62">
            <a:extLst>
              <a:ext uri="{FF2B5EF4-FFF2-40B4-BE49-F238E27FC236}">
                <a16:creationId xmlns:a16="http://schemas.microsoft.com/office/drawing/2014/main" id="{9706791B-E93C-3A77-5848-C31CB272B6A7}"/>
              </a:ext>
            </a:extLst>
          </p:cNvPr>
          <p:cNvSpPr txBox="1"/>
          <p:nvPr/>
        </p:nvSpPr>
        <p:spPr>
          <a:xfrm>
            <a:off x="4050553" y="5058238"/>
            <a:ext cx="2465279" cy="405647"/>
          </a:xfrm>
          <a:prstGeom prst="rect">
            <a:avLst/>
          </a:prstGeom>
          <a:noFill/>
          <a:ln>
            <a:noFill/>
          </a:ln>
        </p:spPr>
        <p:txBody>
          <a:bodyPr spcFirstLastPara="1" wrap="square" lIns="60950" tIns="30467" rIns="60950" bIns="30467" anchor="t" anchorCtr="0">
            <a:noAutofit/>
          </a:bodyPr>
          <a:lstStyle/>
          <a:p>
            <a:pPr>
              <a:lnSpc>
                <a:spcPct val="107000"/>
              </a:lnSpc>
              <a:buSzPts val="2700"/>
            </a:pPr>
            <a:r>
              <a:rPr lang="pt-BR" sz="2000" b="1" dirty="0">
                <a:solidFill>
                  <a:schemeClr val="lt1"/>
                </a:solidFill>
                <a:latin typeface="Poppins"/>
                <a:ea typeface="Poppins"/>
                <a:cs typeface="Poppins"/>
                <a:sym typeface="Poppins"/>
              </a:rPr>
              <a:t>Curiosidade</a:t>
            </a:r>
            <a:endParaRPr lang="pt-BR" sz="2000" dirty="0"/>
          </a:p>
          <a:p>
            <a:pPr>
              <a:lnSpc>
                <a:spcPct val="107000"/>
              </a:lnSpc>
              <a:spcBef>
                <a:spcPts val="715"/>
              </a:spcBef>
              <a:buSzPts val="2700"/>
            </a:pPr>
            <a:endParaRPr lang="pt-BR" sz="2000" dirty="0">
              <a:solidFill>
                <a:schemeClr val="lt1"/>
              </a:solidFill>
              <a:latin typeface="Poppins Light"/>
              <a:ea typeface="Poppins Light"/>
              <a:cs typeface="Poppins Light"/>
              <a:sym typeface="Poppins Light"/>
            </a:endParaRPr>
          </a:p>
        </p:txBody>
      </p:sp>
      <p:sp>
        <p:nvSpPr>
          <p:cNvPr id="22" name="Google Shape;853;p62">
            <a:extLst>
              <a:ext uri="{FF2B5EF4-FFF2-40B4-BE49-F238E27FC236}">
                <a16:creationId xmlns:a16="http://schemas.microsoft.com/office/drawing/2014/main" id="{83529F3A-E1F8-34E6-07D1-F91085C86502}"/>
              </a:ext>
            </a:extLst>
          </p:cNvPr>
          <p:cNvSpPr/>
          <p:nvPr/>
        </p:nvSpPr>
        <p:spPr>
          <a:xfrm>
            <a:off x="2914961" y="4877519"/>
            <a:ext cx="868725" cy="864592"/>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endParaRPr dirty="0"/>
          </a:p>
        </p:txBody>
      </p:sp>
      <p:pic>
        <p:nvPicPr>
          <p:cNvPr id="23" name="Gráfico 22">
            <a:extLst>
              <a:ext uri="{FF2B5EF4-FFF2-40B4-BE49-F238E27FC236}">
                <a16:creationId xmlns:a16="http://schemas.microsoft.com/office/drawing/2014/main" id="{CA877768-A553-98A9-4160-EB4F3A43254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3077332" y="5027639"/>
            <a:ext cx="485442" cy="566350"/>
          </a:xfrm>
          <a:prstGeom prst="rect">
            <a:avLst/>
          </a:prstGeom>
        </p:spPr>
      </p:pic>
      <p:sp>
        <p:nvSpPr>
          <p:cNvPr id="2" name="Espaço Reservado para Texto 22">
            <a:extLst>
              <a:ext uri="{FF2B5EF4-FFF2-40B4-BE49-F238E27FC236}">
                <a16:creationId xmlns:a16="http://schemas.microsoft.com/office/drawing/2014/main" id="{E994C4CD-154D-7F7B-F070-AC0286465E5A}"/>
              </a:ext>
            </a:extLst>
          </p:cNvPr>
          <p:cNvSpPr>
            <a:spLocks noGrp="1"/>
          </p:cNvSpPr>
          <p:nvPr>
            <p:ph type="body" sz="quarter" idx="4294967295"/>
          </p:nvPr>
        </p:nvSpPr>
        <p:spPr>
          <a:xfrm>
            <a:off x="2644049" y="895354"/>
            <a:ext cx="6661876" cy="597240"/>
          </a:xfrm>
          <a:prstGeom prst="rect">
            <a:avLst/>
          </a:prstGeom>
        </p:spPr>
        <p:txBody>
          <a:bodyPr/>
          <a:lstStyle>
            <a:lvl1pPr>
              <a:defRPr sz="4400" b="1"/>
            </a:lvl1pPr>
          </a:lstStyle>
          <a:p>
            <a:pPr lvl="0" algn="just"/>
            <a:r>
              <a:rPr lang="pt-BR" sz="3000" dirty="0">
                <a:solidFill>
                  <a:srgbClr val="FF161F"/>
                </a:solidFill>
                <a:latin typeface="Poppins" pitchFamily="2" charset="77"/>
                <a:cs typeface="Poppins" pitchFamily="2" charset="77"/>
              </a:rPr>
              <a:t>Endereço IP: a identidade digital</a:t>
            </a:r>
          </a:p>
        </p:txBody>
      </p:sp>
      <p:sp>
        <p:nvSpPr>
          <p:cNvPr id="9" name="Espaço Reservado para Texto 12">
            <a:extLst>
              <a:ext uri="{FF2B5EF4-FFF2-40B4-BE49-F238E27FC236}">
                <a16:creationId xmlns:a16="http://schemas.microsoft.com/office/drawing/2014/main" id="{EB54D433-75FD-BE51-E3C6-38269BD6B446}"/>
              </a:ext>
            </a:extLst>
          </p:cNvPr>
          <p:cNvSpPr>
            <a:spLocks noGrp="1"/>
          </p:cNvSpPr>
          <p:nvPr>
            <p:ph type="body" sz="quarter" idx="10"/>
          </p:nvPr>
        </p:nvSpPr>
        <p:spPr>
          <a:xfrm>
            <a:off x="4050553" y="5436871"/>
            <a:ext cx="7221945" cy="610479"/>
          </a:xfrm>
          <a:prstGeom prst="rect">
            <a:avLst/>
          </a:prstGeom>
        </p:spPr>
        <p:txBody>
          <a:bodyPr/>
          <a:lstStyle/>
          <a:p>
            <a:pPr lvl="0" algn="just"/>
            <a:r>
              <a:rPr lang="pt-BR" sz="1600" dirty="0">
                <a:solidFill>
                  <a:schemeClr val="bg1"/>
                </a:solidFill>
                <a:latin typeface="Poppins" pitchFamily="2" charset="77"/>
                <a:cs typeface="Poppins" pitchFamily="2" charset="77"/>
              </a:rPr>
              <a:t>Sem IP, seria impossível saber para onde enviar dados na internet.</a:t>
            </a:r>
          </a:p>
        </p:txBody>
      </p:sp>
      <p:sp>
        <p:nvSpPr>
          <p:cNvPr id="14" name="Rectangle 2">
            <a:extLst>
              <a:ext uri="{FF2B5EF4-FFF2-40B4-BE49-F238E27FC236}">
                <a16:creationId xmlns:a16="http://schemas.microsoft.com/office/drawing/2014/main" id="{DC2602E5-2B2A-E0B1-994E-EB7AF6274C7D}"/>
              </a:ext>
            </a:extLst>
          </p:cNvPr>
          <p:cNvSpPr>
            <a:spLocks noGrp="1" noChangeArrowheads="1"/>
          </p:cNvSpPr>
          <p:nvPr>
            <p:ph type="body" sz="quarter" idx="4294967295"/>
          </p:nvPr>
        </p:nvSpPr>
        <p:spPr bwMode="auto">
          <a:xfrm>
            <a:off x="2644049" y="1830766"/>
            <a:ext cx="481182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tabLst/>
            </a:pPr>
            <a:r>
              <a:rPr kumimoji="0" lang="pt-BR" altLang="pt-BR"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O </a:t>
            </a:r>
            <a:r>
              <a:rPr kumimoji="0" lang="pt-BR" altLang="pt-BR" sz="18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IP (Internet Protocol)</a:t>
            </a:r>
            <a:r>
              <a:rPr kumimoji="0" lang="pt-BR" altLang="pt-BR"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funciona como o endereço de uma casa, mas no mundo digital.</a:t>
            </a:r>
          </a:p>
          <a:p>
            <a:pPr marL="0" marR="0" lvl="0" indent="0" defTabSz="914400" rtl="0" eaLnBrk="0" fontAlgn="base" latinLnBrk="0" hangingPunct="0">
              <a:lnSpc>
                <a:spcPct val="100000"/>
              </a:lnSpc>
              <a:spcBef>
                <a:spcPct val="0"/>
              </a:spcBef>
              <a:spcAft>
                <a:spcPct val="0"/>
              </a:spcAft>
              <a:buClrTx/>
              <a:buSzTx/>
              <a:tabLst/>
            </a:pPr>
            <a:r>
              <a:rPr kumimoji="0" lang="pt-BR" altLang="pt-BR"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Ele permite que computadores, celulares e servidores se localizem e troquem informações na rede. Por isso, cada dispositivo conectado precisa de um </a:t>
            </a:r>
            <a:r>
              <a:rPr kumimoji="0" lang="pt-BR" altLang="pt-BR" sz="18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endereço único</a:t>
            </a:r>
            <a:r>
              <a:rPr kumimoji="0" lang="pt-BR" altLang="pt-BR"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para se comunicar.</a:t>
            </a:r>
          </a:p>
        </p:txBody>
      </p:sp>
      <p:sp>
        <p:nvSpPr>
          <p:cNvPr id="27" name="CaixaDeTexto 26">
            <a:extLst>
              <a:ext uri="{FF2B5EF4-FFF2-40B4-BE49-F238E27FC236}">
                <a16:creationId xmlns:a16="http://schemas.microsoft.com/office/drawing/2014/main" id="{244FEA76-2CC6-E4A8-463A-B9795290651F}"/>
              </a:ext>
            </a:extLst>
          </p:cNvPr>
          <p:cNvSpPr txBox="1"/>
          <p:nvPr/>
        </p:nvSpPr>
        <p:spPr>
          <a:xfrm>
            <a:off x="10434758" y="4479880"/>
            <a:ext cx="1479014" cy="261610"/>
          </a:xfrm>
          <a:prstGeom prst="rect">
            <a:avLst/>
          </a:prstGeom>
          <a:noFill/>
          <a:ln>
            <a:noFill/>
          </a:ln>
        </p:spPr>
        <p:txBody>
          <a:bodyPr wrap="square">
            <a:spAutoFit/>
          </a:bodyPr>
          <a:lstStyle/>
          <a:p>
            <a:r>
              <a:rPr lang="pt-BR" sz="1100" dirty="0">
                <a:latin typeface="Poppins" panose="00000500000000000000" pitchFamily="2" charset="0"/>
                <a:cs typeface="Poppins" panose="00000500000000000000" pitchFamily="2" charset="0"/>
              </a:rPr>
              <a:t>© Getty Images</a:t>
            </a:r>
          </a:p>
        </p:txBody>
      </p:sp>
      <p:sp>
        <p:nvSpPr>
          <p:cNvPr id="4" name="CaixaDeTexto 3">
            <a:extLst>
              <a:ext uri="{FF2B5EF4-FFF2-40B4-BE49-F238E27FC236}">
                <a16:creationId xmlns:a16="http://schemas.microsoft.com/office/drawing/2014/main" id="{8B06FE59-DF35-29F4-7F27-0FA0D04C6E7D}"/>
              </a:ext>
            </a:extLst>
          </p:cNvPr>
          <p:cNvSpPr txBox="1"/>
          <p:nvPr/>
        </p:nvSpPr>
        <p:spPr>
          <a:xfrm>
            <a:off x="2644049" y="4392122"/>
            <a:ext cx="1804126" cy="261610"/>
          </a:xfrm>
          <a:prstGeom prst="rect">
            <a:avLst/>
          </a:prstGeom>
          <a:noFill/>
          <a:ln>
            <a:noFill/>
          </a:ln>
        </p:spPr>
        <p:txBody>
          <a:bodyPr wrap="square" lIns="91440" tIns="45720" rIns="91440" bIns="45720" anchor="t">
            <a:spAutoFit/>
          </a:bodyPr>
          <a:lstStyle/>
          <a:p>
            <a:r>
              <a:rPr lang="pt-BR" sz="1100" dirty="0">
                <a:effectLst/>
                <a:latin typeface="Poppins" panose="00000500000000000000" pitchFamily="2" charset="0"/>
                <a:cs typeface="Poppins" panose="00000500000000000000" pitchFamily="2" charset="0"/>
              </a:rPr>
              <a:t>Fonte: MONTEIRO, </a:t>
            </a:r>
            <a:r>
              <a:rPr lang="pt-BR" sz="1100" dirty="0">
                <a:latin typeface="Poppins" panose="00000500000000000000" pitchFamily="2" charset="0"/>
                <a:cs typeface="Poppins" panose="00000500000000000000" pitchFamily="2" charset="0"/>
              </a:rPr>
              <a:t>2019</a:t>
            </a:r>
            <a:r>
              <a:rPr lang="pt-BR" sz="1100" dirty="0">
                <a:effectLst/>
                <a:latin typeface="Poppins" panose="00000500000000000000" pitchFamily="2" charset="0"/>
                <a:cs typeface="Poppins" panose="00000500000000000000" pitchFamily="2" charset="0"/>
              </a:rPr>
              <a:t>.</a:t>
            </a:r>
            <a:endParaRPr lang="pt-BR" sz="11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965152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22">
            <a:extLst>
              <a:ext uri="{FF2B5EF4-FFF2-40B4-BE49-F238E27FC236}">
                <a16:creationId xmlns:a16="http://schemas.microsoft.com/office/drawing/2014/main" id="{90F600D2-ACE4-DDA7-2E58-6D64C3D6F649}"/>
              </a:ext>
            </a:extLst>
          </p:cNvPr>
          <p:cNvSpPr>
            <a:spLocks noGrp="1"/>
          </p:cNvSpPr>
          <p:nvPr>
            <p:ph type="body" sz="quarter" idx="10"/>
          </p:nvPr>
        </p:nvSpPr>
        <p:spPr>
          <a:xfrm>
            <a:off x="2741470" y="1026032"/>
            <a:ext cx="6303378" cy="520699"/>
          </a:xfrm>
        </p:spPr>
        <p:txBody>
          <a:bodyPr>
            <a:normAutofit/>
          </a:bodyPr>
          <a:lstStyle>
            <a:lvl1pPr>
              <a:defRPr sz="4400" b="1"/>
            </a:lvl1pPr>
          </a:lstStyle>
          <a:p>
            <a:pPr lvl="0">
              <a:lnSpc>
                <a:spcPct val="90000"/>
              </a:lnSpc>
              <a:spcAft>
                <a:spcPts val="600"/>
              </a:spcAft>
            </a:pPr>
            <a:r>
              <a:rPr lang="pt-BR" sz="3000" dirty="0">
                <a:solidFill>
                  <a:srgbClr val="FF161F"/>
                </a:solidFill>
              </a:rPr>
              <a:t>IPv4 e IPv6: duas versões do IP</a:t>
            </a:r>
          </a:p>
        </p:txBody>
      </p:sp>
      <p:sp>
        <p:nvSpPr>
          <p:cNvPr id="3" name="Google Shape;136;p4">
            <a:extLst>
              <a:ext uri="{FF2B5EF4-FFF2-40B4-BE49-F238E27FC236}">
                <a16:creationId xmlns:a16="http://schemas.microsoft.com/office/drawing/2014/main" id="{184EE5D3-B705-BFD0-C4FA-68079D5DD66A}"/>
              </a:ext>
            </a:extLst>
          </p:cNvPr>
          <p:cNvSpPr txBox="1"/>
          <p:nvPr/>
        </p:nvSpPr>
        <p:spPr>
          <a:xfrm>
            <a:off x="3990045" y="4843785"/>
            <a:ext cx="5054803" cy="1170278"/>
          </a:xfrm>
          <a:prstGeom prst="rect">
            <a:avLst/>
          </a:prstGeom>
          <a:solidFill>
            <a:srgbClr val="AAA6D3">
              <a:alpha val="50000"/>
            </a:srgbClr>
          </a:solidFill>
          <a:ln w="19050" cap="flat" cmpd="sng">
            <a:noFill/>
            <a:prstDash val="solid"/>
            <a:round/>
            <a:headEnd type="none" w="sm" len="sm"/>
            <a:tailEnd type="none" w="sm" len="sm"/>
          </a:ln>
          <a:effectLst/>
        </p:spPr>
        <p:txBody>
          <a:bodyPr spcFirstLastPara="1" wrap="square" lIns="168000" tIns="168000" rIns="96000" bIns="168000" anchor="t" anchorCtr="0">
            <a:spAutoFit/>
          </a:bodyPr>
          <a:lstStyle/>
          <a:p>
            <a:pPr algn="ctr">
              <a:buSzPts val="1800"/>
            </a:pPr>
            <a:endParaRPr lang="pt-BR" sz="1800" dirty="0">
              <a:latin typeface="Poppins" panose="00000500000000000000" pitchFamily="2" charset="0"/>
              <a:ea typeface="Lato"/>
              <a:cs typeface="Poppins" panose="00000500000000000000" pitchFamily="2" charset="0"/>
              <a:sym typeface="Lato"/>
            </a:endParaRPr>
          </a:p>
          <a:p>
            <a:pPr>
              <a:buSzPts val="1800"/>
            </a:pPr>
            <a:r>
              <a:rPr lang="pt-BR" sz="1800" dirty="0">
                <a:latin typeface="Poppins" panose="00000500000000000000" pitchFamily="2" charset="0"/>
                <a:cs typeface="Poppins" panose="00000500000000000000" pitchFamily="2" charset="0"/>
              </a:rPr>
              <a:t>O IPv6 é a evolução natural do IPv4, garantindo espaço para o futuro digital.</a:t>
            </a:r>
            <a:endParaRPr lang="pt-BR" sz="1800" dirty="0">
              <a:latin typeface="Poppins" panose="00000500000000000000" pitchFamily="2" charset="0"/>
              <a:ea typeface="Lato"/>
              <a:cs typeface="Poppins" panose="00000500000000000000" pitchFamily="2" charset="0"/>
              <a:sym typeface="Lato"/>
            </a:endParaRPr>
          </a:p>
        </p:txBody>
      </p:sp>
      <p:sp>
        <p:nvSpPr>
          <p:cNvPr id="4" name="CaixaDeTexto 3">
            <a:extLst>
              <a:ext uri="{FF2B5EF4-FFF2-40B4-BE49-F238E27FC236}">
                <a16:creationId xmlns:a16="http://schemas.microsoft.com/office/drawing/2014/main" id="{BDC07713-EF67-BF56-9759-D1AD4C39555E}"/>
              </a:ext>
            </a:extLst>
          </p:cNvPr>
          <p:cNvSpPr txBox="1"/>
          <p:nvPr/>
        </p:nvSpPr>
        <p:spPr>
          <a:xfrm>
            <a:off x="4762328" y="1589511"/>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grpSp>
        <p:nvGrpSpPr>
          <p:cNvPr id="5" name="Agrupar 4">
            <a:extLst>
              <a:ext uri="{FF2B5EF4-FFF2-40B4-BE49-F238E27FC236}">
                <a16:creationId xmlns:a16="http://schemas.microsoft.com/office/drawing/2014/main" id="{C8E2C074-311E-E3CC-9E85-1B2D72FABDC2}"/>
              </a:ext>
            </a:extLst>
          </p:cNvPr>
          <p:cNvGrpSpPr/>
          <p:nvPr/>
        </p:nvGrpSpPr>
        <p:grpSpPr>
          <a:xfrm>
            <a:off x="3651340" y="4464023"/>
            <a:ext cx="3499948" cy="728133"/>
            <a:chOff x="12496121" y="1426319"/>
            <a:chExt cx="5249922" cy="1092200"/>
          </a:xfrm>
        </p:grpSpPr>
        <p:pic>
          <p:nvPicPr>
            <p:cNvPr id="6" name="Imagem 5">
              <a:extLst>
                <a:ext uri="{FF2B5EF4-FFF2-40B4-BE49-F238E27FC236}">
                  <a16:creationId xmlns:a16="http://schemas.microsoft.com/office/drawing/2014/main" id="{E33F82AE-858D-704B-A1CB-CFD559D47351}"/>
                </a:ext>
              </a:extLst>
            </p:cNvPr>
            <p:cNvPicPr>
              <a:picLocks noChangeAspect="1"/>
            </p:cNvPicPr>
            <p:nvPr/>
          </p:nvPicPr>
          <p:blipFill>
            <a:blip r:embed="rId2"/>
            <a:stretch>
              <a:fillRect/>
            </a:stretch>
          </p:blipFill>
          <p:spPr>
            <a:xfrm>
              <a:off x="12496121" y="1426319"/>
              <a:ext cx="5207000" cy="1092200"/>
            </a:xfrm>
            <a:prstGeom prst="rect">
              <a:avLst/>
            </a:prstGeom>
          </p:spPr>
        </p:pic>
        <p:pic>
          <p:nvPicPr>
            <p:cNvPr id="7" name="Gráfico 6">
              <a:extLst>
                <a:ext uri="{FF2B5EF4-FFF2-40B4-BE49-F238E27FC236}">
                  <a16:creationId xmlns:a16="http://schemas.microsoft.com/office/drawing/2014/main" id="{A1A87A77-7B71-2F98-8BCD-8F72F0EE454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90124" y="1574173"/>
              <a:ext cx="749300" cy="723900"/>
            </a:xfrm>
            <a:prstGeom prst="rect">
              <a:avLst/>
            </a:prstGeom>
          </p:spPr>
        </p:pic>
        <p:sp>
          <p:nvSpPr>
            <p:cNvPr id="8" name="CaixaDeTexto 7">
              <a:extLst>
                <a:ext uri="{FF2B5EF4-FFF2-40B4-BE49-F238E27FC236}">
                  <a16:creationId xmlns:a16="http://schemas.microsoft.com/office/drawing/2014/main" id="{B1688DF5-4712-1AE9-17E7-99F302EBC562}"/>
                </a:ext>
              </a:extLst>
            </p:cNvPr>
            <p:cNvSpPr txBox="1"/>
            <p:nvPr/>
          </p:nvSpPr>
          <p:spPr>
            <a:xfrm>
              <a:off x="13963023" y="1780400"/>
              <a:ext cx="3783020" cy="313070"/>
            </a:xfrm>
            <a:prstGeom prst="rect">
              <a:avLst/>
            </a:prstGeom>
            <a:noFill/>
            <a:ln>
              <a:noFill/>
            </a:ln>
          </p:spPr>
          <p:txBody>
            <a:bodyPr spcFirstLastPara="1" wrap="square" lIns="60950" tIns="30467" rIns="60950" bIns="30467" rtlCol="0" anchor="t" anchorCtr="0">
              <a:noAutofit/>
            </a:bodyPr>
            <a:lstStyle/>
            <a:p>
              <a:pPr algn="ctr"/>
              <a:r>
                <a:rPr lang="pt-BR" sz="1500" b="1" dirty="0">
                  <a:solidFill>
                    <a:schemeClr val="bg1"/>
                  </a:solidFill>
                  <a:latin typeface="Poppins" pitchFamily="2" charset="77"/>
                  <a:cs typeface="Poppins" pitchFamily="2" charset="77"/>
                </a:rPr>
                <a:t>DESTAQUE</a:t>
              </a:r>
            </a:p>
          </p:txBody>
        </p:sp>
      </p:grpSp>
      <p:sp>
        <p:nvSpPr>
          <p:cNvPr id="11" name="Rectangle 2">
            <a:extLst>
              <a:ext uri="{FF2B5EF4-FFF2-40B4-BE49-F238E27FC236}">
                <a16:creationId xmlns:a16="http://schemas.microsoft.com/office/drawing/2014/main" id="{6DCAFCFF-A16B-6FFE-8798-6B76839A12AF}"/>
              </a:ext>
            </a:extLst>
          </p:cNvPr>
          <p:cNvSpPr>
            <a:spLocks noGrp="1" noChangeArrowheads="1"/>
          </p:cNvSpPr>
          <p:nvPr>
            <p:ph type="body" sz="quarter" idx="11"/>
          </p:nvPr>
        </p:nvSpPr>
        <p:spPr bwMode="auto">
          <a:xfrm>
            <a:off x="2447061" y="2025520"/>
            <a:ext cx="4647037"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00000"/>
              </a:lnSpc>
              <a:spcBef>
                <a:spcPts val="600"/>
              </a:spcBef>
              <a:spcAft>
                <a:spcPct val="0"/>
              </a:spcAft>
              <a:buClrTx/>
              <a:buSzTx/>
              <a:tabLst/>
            </a:pPr>
            <a:r>
              <a:rPr kumimoji="0" lang="pt-BR" altLang="pt-BR" sz="18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IPv4 (Internet Protocol version 4)</a:t>
            </a:r>
          </a:p>
          <a:p>
            <a:pPr marL="285750" marR="0" lvl="0" indent="-285750"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pt-BR" altLang="pt-BR"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32 bits</a:t>
            </a:r>
          </a:p>
          <a:p>
            <a:pPr marL="285750" marR="0" lvl="0" indent="-285750"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pt-BR" altLang="pt-BR"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formato decimal com 4 blocos. </a:t>
            </a:r>
          </a:p>
          <a:p>
            <a:pPr marL="285750" marR="0" lvl="0" indent="-285750"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pt-BR" altLang="pt-BR" sz="18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Ex.: </a:t>
            </a:r>
            <a:r>
              <a:rPr kumimoji="0" lang="pt-BR" altLang="pt-BR"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192.168.0.1</a:t>
            </a:r>
          </a:p>
          <a:p>
            <a:pPr marL="285750" indent="-285750" eaLnBrk="0" fontAlgn="base" hangingPunct="0">
              <a:spcBef>
                <a:spcPts val="600"/>
              </a:spcBef>
              <a:spcAft>
                <a:spcPct val="0"/>
              </a:spcAft>
              <a:buClrTx/>
              <a:buFont typeface="Arial" panose="020B0604020202020204" pitchFamily="34" charset="0"/>
              <a:buChar char="•"/>
            </a:pPr>
            <a:r>
              <a:rPr lang="pt-BR" altLang="pt-BR" sz="1800" dirty="0">
                <a:solidFill>
                  <a:schemeClr val="tx1"/>
                </a:solidFill>
                <a:latin typeface="Poppins" panose="00000500000000000000" pitchFamily="2" charset="0"/>
                <a:cs typeface="Poppins" panose="00000500000000000000" pitchFamily="2" charset="0"/>
              </a:rPr>
              <a:t>suporta cerca de </a:t>
            </a:r>
            <a:r>
              <a:rPr lang="pt-BR" altLang="pt-BR" sz="1800" b="1" dirty="0">
                <a:solidFill>
                  <a:schemeClr val="tx1"/>
                </a:solidFill>
                <a:latin typeface="Poppins" panose="00000500000000000000" pitchFamily="2" charset="0"/>
                <a:cs typeface="Poppins" panose="00000500000000000000" pitchFamily="2" charset="0"/>
              </a:rPr>
              <a:t>4 bilhões de endereços</a:t>
            </a:r>
            <a:r>
              <a:rPr lang="pt-BR" altLang="pt-BR" sz="1800" dirty="0">
                <a:solidFill>
                  <a:schemeClr val="tx1"/>
                </a:solidFill>
                <a:latin typeface="Poppins" panose="00000500000000000000" pitchFamily="2" charset="0"/>
                <a:cs typeface="Poppins" panose="00000500000000000000" pitchFamily="2" charset="0"/>
              </a:rPr>
              <a:t>, mas já não é suficiente.</a:t>
            </a:r>
          </a:p>
        </p:txBody>
      </p:sp>
      <p:sp>
        <p:nvSpPr>
          <p:cNvPr id="10" name="CaixaDeTexto 9">
            <a:extLst>
              <a:ext uri="{FF2B5EF4-FFF2-40B4-BE49-F238E27FC236}">
                <a16:creationId xmlns:a16="http://schemas.microsoft.com/office/drawing/2014/main" id="{E44CB45C-5C72-5B03-B947-5775CC6B66AF}"/>
              </a:ext>
            </a:extLst>
          </p:cNvPr>
          <p:cNvSpPr txBox="1"/>
          <p:nvPr/>
        </p:nvSpPr>
        <p:spPr>
          <a:xfrm>
            <a:off x="6929609" y="1961348"/>
            <a:ext cx="4836405" cy="2339102"/>
          </a:xfrm>
          <a:prstGeom prst="rect">
            <a:avLst/>
          </a:prstGeom>
          <a:noFill/>
          <a:ln>
            <a:noFill/>
          </a:ln>
        </p:spPr>
        <p:txBody>
          <a:bodyPr wrap="square">
            <a:spAutoFit/>
          </a:bodyPr>
          <a:lstStyle/>
          <a:p>
            <a:pPr marL="0" marR="0" lvl="0" indent="0" defTabSz="914400" rtl="0" eaLnBrk="0" fontAlgn="base" latinLnBrk="0" hangingPunct="0">
              <a:lnSpc>
                <a:spcPct val="100000"/>
              </a:lnSpc>
              <a:spcBef>
                <a:spcPts val="600"/>
              </a:spcBef>
              <a:spcAft>
                <a:spcPct val="0"/>
              </a:spcAft>
              <a:buClrTx/>
              <a:buSzTx/>
              <a:buFont typeface="Arial"/>
              <a:buNone/>
              <a:tabLst/>
              <a:defRPr/>
            </a:pPr>
            <a:r>
              <a:rPr kumimoji="0" lang="pt-BR" altLang="pt-BR" sz="1800" b="1"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IPv6 (Internet Protocol version 6)</a:t>
            </a:r>
          </a:p>
          <a:p>
            <a:pPr marL="285750" marR="0" lvl="0" indent="-285750" defTabSz="914400" rtl="0" eaLnBrk="0" fontAlgn="base" latinLnBrk="0" hangingPunct="0">
              <a:lnSpc>
                <a:spcPct val="100000"/>
              </a:lnSpc>
              <a:spcBef>
                <a:spcPts val="600"/>
              </a:spcBef>
              <a:spcAft>
                <a:spcPct val="0"/>
              </a:spcAft>
              <a:buClrTx/>
              <a:buSzTx/>
              <a:buFont typeface="Arial" panose="020B0604020202020204" pitchFamily="34" charset="0"/>
              <a:buChar char="•"/>
              <a:tabLst/>
              <a:defRPr/>
            </a:pPr>
            <a:r>
              <a:rPr kumimoji="0" lang="pt-BR" altLang="pt-BR" sz="18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128 bits</a:t>
            </a:r>
          </a:p>
          <a:p>
            <a:pPr marL="285750" marR="0" lvl="0" indent="-285750" defTabSz="914400" rtl="0" eaLnBrk="0" fontAlgn="base" latinLnBrk="0" hangingPunct="0">
              <a:lnSpc>
                <a:spcPct val="100000"/>
              </a:lnSpc>
              <a:spcBef>
                <a:spcPts val="600"/>
              </a:spcBef>
              <a:spcAft>
                <a:spcPct val="0"/>
              </a:spcAft>
              <a:buClrTx/>
              <a:buSzTx/>
              <a:buFont typeface="Arial" panose="020B0604020202020204" pitchFamily="34" charset="0"/>
              <a:buChar char="•"/>
              <a:tabLst/>
              <a:defRPr/>
            </a:pPr>
            <a:r>
              <a:rPr kumimoji="0" lang="pt-BR" altLang="pt-BR" sz="18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formato hexadecimal com 8 blocos. </a:t>
            </a:r>
          </a:p>
          <a:p>
            <a:pPr marL="285750" marR="0" lvl="0" indent="-285750" defTabSz="914400" rtl="0" eaLnBrk="0" fontAlgn="base" latinLnBrk="0" hangingPunct="0">
              <a:lnSpc>
                <a:spcPct val="100000"/>
              </a:lnSpc>
              <a:spcBef>
                <a:spcPts val="600"/>
              </a:spcBef>
              <a:spcAft>
                <a:spcPct val="0"/>
              </a:spcAft>
              <a:buClrTx/>
              <a:buSzTx/>
              <a:buFont typeface="Arial" panose="020B0604020202020204" pitchFamily="34" charset="0"/>
              <a:buChar char="•"/>
              <a:tabLst/>
              <a:defRPr/>
            </a:pPr>
            <a:r>
              <a:rPr kumimoji="0" lang="pt-BR" altLang="pt-BR" sz="1800" b="1"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Ex.: </a:t>
            </a:r>
            <a:r>
              <a:rPr kumimoji="0" lang="pt-BR" altLang="pt-BR" sz="18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2001:0db8:85a3::8a2e:0370:7334</a:t>
            </a:r>
          </a:p>
          <a:p>
            <a:pPr marL="285750" marR="0" lvl="0" indent="-285750" defTabSz="914400" rtl="0" eaLnBrk="0" fontAlgn="base" latinLnBrk="0" hangingPunct="0">
              <a:lnSpc>
                <a:spcPct val="100000"/>
              </a:lnSpc>
              <a:spcBef>
                <a:spcPts val="600"/>
              </a:spcBef>
              <a:spcAft>
                <a:spcPct val="0"/>
              </a:spcAft>
              <a:buClrTx/>
              <a:buSzTx/>
              <a:buFont typeface="Arial" panose="020B0604020202020204" pitchFamily="34" charset="0"/>
              <a:buChar char="•"/>
              <a:tabLst/>
              <a:defRPr/>
            </a:pPr>
            <a:r>
              <a:rPr kumimoji="0" lang="pt-BR" altLang="pt-BR" sz="18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foi criado para </a:t>
            </a:r>
            <a:r>
              <a:rPr kumimoji="0" lang="pt-BR" altLang="pt-BR" sz="1800" b="1"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garantir endereços ilimitados</a:t>
            </a:r>
            <a:r>
              <a:rPr kumimoji="0" lang="pt-BR" altLang="pt-BR" sz="18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 e atender à expansão da internet e da IoT (Internet das Coisas).</a:t>
            </a:r>
          </a:p>
        </p:txBody>
      </p:sp>
    </p:spTree>
    <p:extLst>
      <p:ext uri="{BB962C8B-B14F-4D97-AF65-F5344CB8AC3E}">
        <p14:creationId xmlns:p14="http://schemas.microsoft.com/office/powerpoint/2010/main" val="521112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9207E-FFD6-78C6-3E55-98C0DF9BFC22}"/>
            </a:ext>
          </a:extLst>
        </p:cNvPr>
        <p:cNvGrpSpPr/>
        <p:nvPr/>
      </p:nvGrpSpPr>
      <p:grpSpPr>
        <a:xfrm>
          <a:off x="0" y="0"/>
          <a:ext cx="0" cy="0"/>
          <a:chOff x="0" y="0"/>
          <a:chExt cx="0" cy="0"/>
        </a:xfrm>
      </p:grpSpPr>
      <p:sp>
        <p:nvSpPr>
          <p:cNvPr id="2" name="Espaço Reservado para Texto 22">
            <a:extLst>
              <a:ext uri="{FF2B5EF4-FFF2-40B4-BE49-F238E27FC236}">
                <a16:creationId xmlns:a16="http://schemas.microsoft.com/office/drawing/2014/main" id="{4AF035B0-9CF2-0D2E-2534-201A1FD7752C}"/>
              </a:ext>
            </a:extLst>
          </p:cNvPr>
          <p:cNvSpPr>
            <a:spLocks noGrp="1"/>
          </p:cNvSpPr>
          <p:nvPr>
            <p:ph type="body" sz="quarter" idx="4294967295"/>
          </p:nvPr>
        </p:nvSpPr>
        <p:spPr>
          <a:xfrm>
            <a:off x="2709112" y="902764"/>
            <a:ext cx="9482887" cy="597240"/>
          </a:xfrm>
          <a:prstGeom prst="rect">
            <a:avLst/>
          </a:prstGeom>
        </p:spPr>
        <p:txBody>
          <a:bodyPr/>
          <a:lstStyle>
            <a:lvl1pPr>
              <a:defRPr sz="4400" b="1"/>
            </a:lvl1pPr>
          </a:lstStyle>
          <a:p>
            <a:pPr lvl="0"/>
            <a:r>
              <a:rPr lang="pt-BR" sz="3200" dirty="0">
                <a:solidFill>
                  <a:srgbClr val="FF161F"/>
                </a:solidFill>
                <a:latin typeface="Poppins" pitchFamily="2" charset="77"/>
                <a:cs typeface="Poppins" pitchFamily="2" charset="77"/>
              </a:rPr>
              <a:t>Máscara de sub-rede: como separar grupos</a:t>
            </a:r>
          </a:p>
        </p:txBody>
      </p:sp>
      <p:sp>
        <p:nvSpPr>
          <p:cNvPr id="3" name="Rectangle 1">
            <a:extLst>
              <a:ext uri="{FF2B5EF4-FFF2-40B4-BE49-F238E27FC236}">
                <a16:creationId xmlns:a16="http://schemas.microsoft.com/office/drawing/2014/main" id="{E1149B8B-B864-A606-97B9-D258785CE938}"/>
              </a:ext>
            </a:extLst>
          </p:cNvPr>
          <p:cNvSpPr>
            <a:spLocks noGrp="1" noChangeArrowheads="1"/>
          </p:cNvSpPr>
          <p:nvPr>
            <p:ph type="body" sz="quarter" idx="4294967295"/>
          </p:nvPr>
        </p:nvSpPr>
        <p:spPr bwMode="auto">
          <a:xfrm>
            <a:off x="653528" y="2943295"/>
            <a:ext cx="5114087" cy="2616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spcAft>
                <a:spcPts val="600"/>
              </a:spcAft>
            </a:pPr>
            <a:r>
              <a:rPr lang="pt-BR" sz="1800" dirty="0">
                <a:latin typeface="Poppins" panose="00000500000000000000" pitchFamily="2" charset="0"/>
                <a:cs typeface="Poppins" panose="00000500000000000000" pitchFamily="2" charset="0"/>
              </a:rPr>
              <a:t>A</a:t>
            </a:r>
            <a:r>
              <a:rPr lang="pt-BR" sz="1800" b="1" dirty="0">
                <a:latin typeface="Poppins" panose="00000500000000000000" pitchFamily="2" charset="0"/>
                <a:cs typeface="Poppins" panose="00000500000000000000" pitchFamily="2" charset="0"/>
              </a:rPr>
              <a:t> máscara de sub-rede</a:t>
            </a:r>
            <a:r>
              <a:rPr lang="pt-BR" sz="1800" dirty="0">
                <a:latin typeface="Poppins" panose="00000500000000000000" pitchFamily="2" charset="0"/>
                <a:cs typeface="Poppins" panose="00000500000000000000" pitchFamily="2" charset="0"/>
              </a:rPr>
              <a:t> funciona como uma “linha divisória” dentro do IP. Ela organiza os dispositivos, mostrando quem está no mesmo grupo:</a:t>
            </a:r>
          </a:p>
          <a:p>
            <a:pPr marL="285750" indent="-285750">
              <a:spcBef>
                <a:spcPts val="600"/>
              </a:spcBef>
              <a:spcAft>
                <a:spcPts val="600"/>
              </a:spcAft>
              <a:buFont typeface="Arial" panose="020B0604020202020204" pitchFamily="34" charset="0"/>
              <a:buChar char="•"/>
            </a:pPr>
            <a:r>
              <a:rPr lang="pt-BR" sz="1800" dirty="0">
                <a:latin typeface="Poppins" panose="00000500000000000000" pitchFamily="2" charset="0"/>
                <a:cs typeface="Poppins" panose="00000500000000000000" pitchFamily="2" charset="0"/>
              </a:rPr>
              <a:t>qual parte se refere à </a:t>
            </a:r>
            <a:r>
              <a:rPr lang="pt-BR" sz="1800" b="1" dirty="0">
                <a:latin typeface="Poppins" panose="00000500000000000000" pitchFamily="2" charset="0"/>
                <a:cs typeface="Poppins" panose="00000500000000000000" pitchFamily="2" charset="0"/>
              </a:rPr>
              <a:t>rede</a:t>
            </a:r>
            <a:r>
              <a:rPr lang="pt-BR" sz="1800" dirty="0">
                <a:latin typeface="Poppins" panose="00000500000000000000" pitchFamily="2" charset="0"/>
                <a:cs typeface="Poppins" panose="00000500000000000000" pitchFamily="2" charset="0"/>
              </a:rPr>
              <a:t> (grupo de aparelhos juntos);</a:t>
            </a:r>
          </a:p>
          <a:p>
            <a:pPr marL="285750" indent="-285750">
              <a:spcBef>
                <a:spcPts val="600"/>
              </a:spcBef>
              <a:spcAft>
                <a:spcPts val="600"/>
              </a:spcAft>
              <a:buFont typeface="Arial" panose="020B0604020202020204" pitchFamily="34" charset="0"/>
              <a:buChar char="•"/>
            </a:pPr>
            <a:r>
              <a:rPr lang="pt-BR" sz="1800" dirty="0">
                <a:latin typeface="Poppins" panose="00000500000000000000" pitchFamily="2" charset="0"/>
                <a:cs typeface="Poppins" panose="00000500000000000000" pitchFamily="2" charset="0"/>
              </a:rPr>
              <a:t>qual parte se refere ao </a:t>
            </a:r>
            <a:r>
              <a:rPr lang="pt-BR" sz="1800" b="1" dirty="0">
                <a:latin typeface="Poppins" panose="00000500000000000000" pitchFamily="2" charset="0"/>
                <a:cs typeface="Poppins" panose="00000500000000000000" pitchFamily="2" charset="0"/>
              </a:rPr>
              <a:t>dispositivo</a:t>
            </a:r>
            <a:r>
              <a:rPr lang="pt-BR" sz="1800" dirty="0">
                <a:latin typeface="Poppins" panose="00000500000000000000" pitchFamily="2" charset="0"/>
                <a:cs typeface="Poppins" panose="00000500000000000000" pitchFamily="2" charset="0"/>
              </a:rPr>
              <a:t> (cada aparelho dentro desse grupo).</a:t>
            </a:r>
          </a:p>
        </p:txBody>
      </p:sp>
      <p:pic>
        <p:nvPicPr>
          <p:cNvPr id="6" name="Imagem 5">
            <a:extLst>
              <a:ext uri="{FF2B5EF4-FFF2-40B4-BE49-F238E27FC236}">
                <a16:creationId xmlns:a16="http://schemas.microsoft.com/office/drawing/2014/main" id="{B6E90A14-E95D-7AAE-6B8A-49B06785E74F}"/>
              </a:ext>
            </a:extLst>
          </p:cNvPr>
          <p:cNvPicPr>
            <a:picLocks noChangeAspect="1"/>
          </p:cNvPicPr>
          <p:nvPr/>
        </p:nvPicPr>
        <p:blipFill>
          <a:blip r:embed="rId3"/>
          <a:srcRect l="10783" t="11128" r="15526" b="10844"/>
          <a:stretch>
            <a:fillRect/>
          </a:stretch>
        </p:blipFill>
        <p:spPr>
          <a:xfrm>
            <a:off x="6442710" y="1653540"/>
            <a:ext cx="5623560" cy="4465320"/>
          </a:xfrm>
          <a:prstGeom prst="rect">
            <a:avLst/>
          </a:prstGeom>
        </p:spPr>
      </p:pic>
      <p:sp>
        <p:nvSpPr>
          <p:cNvPr id="9" name="CaixaDeTexto 8">
            <a:extLst>
              <a:ext uri="{FF2B5EF4-FFF2-40B4-BE49-F238E27FC236}">
                <a16:creationId xmlns:a16="http://schemas.microsoft.com/office/drawing/2014/main" id="{88F491F9-856B-5AA2-3618-9F0C79B8C86F}"/>
              </a:ext>
            </a:extLst>
          </p:cNvPr>
          <p:cNvSpPr txBox="1"/>
          <p:nvPr/>
        </p:nvSpPr>
        <p:spPr>
          <a:xfrm>
            <a:off x="6057900" y="5824431"/>
            <a:ext cx="6134100" cy="261610"/>
          </a:xfrm>
          <a:prstGeom prst="rect">
            <a:avLst/>
          </a:prstGeom>
          <a:noFill/>
          <a:ln>
            <a:noFill/>
          </a:ln>
        </p:spPr>
        <p:txBody>
          <a:bodyPr wrap="square">
            <a:spAutoFit/>
          </a:bodyPr>
          <a:lstStyle/>
          <a:p>
            <a:r>
              <a:rPr lang="pt-BR" sz="1100" b="0" i="0" dirty="0">
                <a:solidFill>
                  <a:schemeClr val="tx1"/>
                </a:solidFill>
                <a:effectLst/>
                <a:latin typeface="Poppins" panose="00000500000000000000" pitchFamily="2" charset="0"/>
                <a:cs typeface="Poppins" panose="00000500000000000000" pitchFamily="2" charset="0"/>
              </a:rPr>
              <a:t>Produzido pela SEDUC-SP</a:t>
            </a:r>
            <a:endParaRPr lang="pt-BR" sz="1100" dirty="0">
              <a:solidFill>
                <a:schemeClr val="tx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061640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55">
          <a:extLst>
            <a:ext uri="{FF2B5EF4-FFF2-40B4-BE49-F238E27FC236}">
              <a16:creationId xmlns:a16="http://schemas.microsoft.com/office/drawing/2014/main" id="{F8ED89D0-4503-9DB7-E980-1B563D6F2CDB}"/>
            </a:ext>
          </a:extLst>
        </p:cNvPr>
        <p:cNvGrpSpPr/>
        <p:nvPr/>
      </p:nvGrpSpPr>
      <p:grpSpPr>
        <a:xfrm>
          <a:off x="0" y="0"/>
          <a:ext cx="0" cy="0"/>
          <a:chOff x="0" y="0"/>
          <a:chExt cx="0" cy="0"/>
        </a:xfrm>
      </p:grpSpPr>
      <p:sp>
        <p:nvSpPr>
          <p:cNvPr id="9" name="Espaço Reservado para Texto 13">
            <a:extLst>
              <a:ext uri="{FF2B5EF4-FFF2-40B4-BE49-F238E27FC236}">
                <a16:creationId xmlns:a16="http://schemas.microsoft.com/office/drawing/2014/main" id="{BC1AD93E-7903-F7A1-2A2E-BE6C1F3E23F1}"/>
              </a:ext>
            </a:extLst>
          </p:cNvPr>
          <p:cNvSpPr>
            <a:spLocks noGrp="1"/>
          </p:cNvSpPr>
          <p:nvPr>
            <p:ph type="body" sz="quarter" idx="10"/>
          </p:nvPr>
        </p:nvSpPr>
        <p:spPr>
          <a:xfrm>
            <a:off x="2686726" y="994049"/>
            <a:ext cx="8540120" cy="520699"/>
          </a:xfrm>
        </p:spPr>
        <p:txBody>
          <a:bodyPr>
            <a:noAutofit/>
          </a:bodyPr>
          <a:lstStyle>
            <a:lvl1pPr>
              <a:defRPr sz="1800">
                <a:latin typeface="Poppins" pitchFamily="2" charset="77"/>
                <a:cs typeface="Poppins" pitchFamily="2" charset="77"/>
              </a:defRPr>
            </a:lvl1pPr>
          </a:lstStyle>
          <a:p>
            <a:pPr lvl="0">
              <a:lnSpc>
                <a:spcPct val="90000"/>
              </a:lnSpc>
              <a:spcAft>
                <a:spcPts val="600"/>
              </a:spcAft>
            </a:pPr>
            <a:r>
              <a:rPr lang="pt-BR" sz="3200" b="1" dirty="0">
                <a:solidFill>
                  <a:srgbClr val="FF161F"/>
                </a:solidFill>
              </a:rPr>
              <a:t>Exemplo de máscara de sub-rede</a:t>
            </a:r>
          </a:p>
        </p:txBody>
      </p:sp>
      <p:sp>
        <p:nvSpPr>
          <p:cNvPr id="3" name="Rectangle 4">
            <a:extLst>
              <a:ext uri="{FF2B5EF4-FFF2-40B4-BE49-F238E27FC236}">
                <a16:creationId xmlns:a16="http://schemas.microsoft.com/office/drawing/2014/main" id="{B5691A30-6377-D2E5-26E1-57B45284B614}"/>
              </a:ext>
            </a:extLst>
          </p:cNvPr>
          <p:cNvSpPr>
            <a:spLocks noGrp="1" noChangeArrowheads="1"/>
          </p:cNvSpPr>
          <p:nvPr>
            <p:ph type="body" sz="quarter" idx="11"/>
          </p:nvPr>
        </p:nvSpPr>
        <p:spPr bwMode="auto">
          <a:xfrm>
            <a:off x="2657280" y="2023788"/>
            <a:ext cx="5264539" cy="3544538"/>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Autofit/>
          </a:bodyPr>
          <a:lstStyle/>
          <a:p>
            <a:pPr lvl="1">
              <a:spcAft>
                <a:spcPts val="1200"/>
              </a:spcAft>
            </a:pPr>
            <a:r>
              <a:rPr lang="pt-BR" sz="1800" dirty="0">
                <a:latin typeface="Poppins" panose="00000500000000000000" pitchFamily="2" charset="0"/>
                <a:cs typeface="Poppins" panose="00000500000000000000" pitchFamily="2" charset="0"/>
              </a:rPr>
              <a:t>Se você tem </a:t>
            </a:r>
            <a:r>
              <a:rPr lang="pt-BR" sz="1800" b="1" dirty="0">
                <a:latin typeface="Poppins" panose="00000500000000000000" pitchFamily="2" charset="0"/>
                <a:cs typeface="Poppins" panose="00000500000000000000" pitchFamily="2" charset="0"/>
              </a:rPr>
              <a:t>192.168.0.10/24</a:t>
            </a:r>
            <a:r>
              <a:rPr lang="pt-BR" sz="1800" dirty="0">
                <a:latin typeface="Poppins" panose="00000500000000000000" pitchFamily="2" charset="0"/>
                <a:cs typeface="Poppins" panose="00000500000000000000" pitchFamily="2" charset="0"/>
              </a:rPr>
              <a:t> (máscara </a:t>
            </a:r>
            <a:r>
              <a:rPr lang="pt-BR" sz="1800" b="1" dirty="0">
                <a:latin typeface="Poppins" panose="00000500000000000000" pitchFamily="2" charset="0"/>
                <a:cs typeface="Poppins" panose="00000500000000000000" pitchFamily="2" charset="0"/>
              </a:rPr>
              <a:t>255.255.255.0</a:t>
            </a:r>
            <a:r>
              <a:rPr lang="pt-BR" sz="1800" dirty="0">
                <a:latin typeface="Poppins" panose="00000500000000000000" pitchFamily="2" charset="0"/>
                <a:cs typeface="Poppins" panose="00000500000000000000" pitchFamily="2" charset="0"/>
              </a:rPr>
              <a:t>) e seu colega tem </a:t>
            </a:r>
            <a:r>
              <a:rPr lang="pt-BR" sz="1800" b="1" dirty="0">
                <a:latin typeface="Poppins" panose="00000500000000000000" pitchFamily="2" charset="0"/>
                <a:cs typeface="Poppins" panose="00000500000000000000" pitchFamily="2" charset="0"/>
              </a:rPr>
              <a:t>192.168.0.25/24</a:t>
            </a:r>
            <a:r>
              <a:rPr lang="pt-BR" sz="1800" dirty="0">
                <a:latin typeface="Poppins" panose="00000500000000000000" pitchFamily="2" charset="0"/>
                <a:cs typeface="Poppins" panose="00000500000000000000" pitchFamily="2" charset="0"/>
              </a:rPr>
              <a:t>, vocês estão na </a:t>
            </a:r>
            <a:r>
              <a:rPr lang="pt-BR" sz="1800" b="1" dirty="0">
                <a:latin typeface="Poppins" panose="00000500000000000000" pitchFamily="2" charset="0"/>
                <a:cs typeface="Poppins" panose="00000500000000000000" pitchFamily="2" charset="0"/>
              </a:rPr>
              <a:t>mesma sub-rede (192.168.0.0/24)</a:t>
            </a:r>
            <a:r>
              <a:rPr lang="pt-BR" sz="1800" dirty="0">
                <a:latin typeface="Poppins" panose="00000500000000000000" pitchFamily="2" charset="0"/>
                <a:cs typeface="Poppins" panose="00000500000000000000" pitchFamily="2" charset="0"/>
              </a:rPr>
              <a:t> e conseguem trocar arquivos diretamente.</a:t>
            </a:r>
          </a:p>
          <a:p>
            <a:pPr lvl="1">
              <a:spcAft>
                <a:spcPts val="1200"/>
              </a:spcAft>
            </a:pPr>
            <a:r>
              <a:rPr lang="pt-BR" sz="1800" dirty="0">
                <a:solidFill>
                  <a:schemeClr val="tx1"/>
                </a:solidFill>
                <a:latin typeface="Poppins" panose="00000500000000000000" pitchFamily="2" charset="0"/>
                <a:cs typeface="Poppins" panose="00000500000000000000" pitchFamily="2" charset="0"/>
              </a:rPr>
              <a:t>Se o seu colega estiver com </a:t>
            </a:r>
            <a:r>
              <a:rPr lang="pt-BR" sz="1800" b="1" dirty="0">
                <a:solidFill>
                  <a:schemeClr val="tx1"/>
                </a:solidFill>
                <a:latin typeface="Poppins" panose="00000500000000000000" pitchFamily="2" charset="0"/>
                <a:cs typeface="Poppins" panose="00000500000000000000" pitchFamily="2" charset="0"/>
              </a:rPr>
              <a:t>192.168.1.20/24</a:t>
            </a:r>
            <a:r>
              <a:rPr lang="pt-BR" sz="1800" dirty="0">
                <a:solidFill>
                  <a:schemeClr val="tx1"/>
                </a:solidFill>
                <a:latin typeface="Poppins" panose="00000500000000000000" pitchFamily="2" charset="0"/>
                <a:cs typeface="Poppins" panose="00000500000000000000" pitchFamily="2" charset="0"/>
              </a:rPr>
              <a:t>, a máscara </a:t>
            </a:r>
            <a:r>
              <a:rPr lang="pt-BR" sz="1800" b="1" dirty="0">
                <a:solidFill>
                  <a:schemeClr val="tx1"/>
                </a:solidFill>
                <a:latin typeface="Poppins" panose="00000500000000000000" pitchFamily="2" charset="0"/>
                <a:cs typeface="Poppins" panose="00000500000000000000" pitchFamily="2" charset="0"/>
              </a:rPr>
              <a:t>255.255.255.0</a:t>
            </a:r>
            <a:r>
              <a:rPr lang="pt-BR" sz="1800" dirty="0">
                <a:solidFill>
                  <a:schemeClr val="tx1"/>
                </a:solidFill>
                <a:latin typeface="Poppins" panose="00000500000000000000" pitchFamily="2" charset="0"/>
                <a:cs typeface="Poppins" panose="00000500000000000000" pitchFamily="2" charset="0"/>
              </a:rPr>
              <a:t> indica que ele está na </a:t>
            </a:r>
            <a:r>
              <a:rPr lang="pt-BR" sz="1800" b="1" dirty="0">
                <a:solidFill>
                  <a:schemeClr val="tx1"/>
                </a:solidFill>
                <a:latin typeface="Poppins" panose="00000500000000000000" pitchFamily="2" charset="0"/>
                <a:cs typeface="Poppins" panose="00000500000000000000" pitchFamily="2" charset="0"/>
              </a:rPr>
              <a:t>sub-rede 192.168.1.0/24</a:t>
            </a:r>
            <a:r>
              <a:rPr lang="pt-BR" sz="1800" dirty="0">
                <a:solidFill>
                  <a:schemeClr val="tx1"/>
                </a:solidFill>
                <a:latin typeface="Poppins" panose="00000500000000000000" pitchFamily="2" charset="0"/>
                <a:cs typeface="Poppins" panose="00000500000000000000" pitchFamily="2" charset="0"/>
              </a:rPr>
              <a:t>, diferente da sua (</a:t>
            </a:r>
            <a:r>
              <a:rPr lang="pt-BR" sz="1800" b="1" dirty="0">
                <a:solidFill>
                  <a:schemeClr val="tx1"/>
                </a:solidFill>
                <a:latin typeface="Poppins" panose="00000500000000000000" pitchFamily="2" charset="0"/>
                <a:cs typeface="Poppins" panose="00000500000000000000" pitchFamily="2" charset="0"/>
              </a:rPr>
              <a:t>192.168.0.0/24</a:t>
            </a:r>
            <a:r>
              <a:rPr lang="pt-BR" sz="1800" dirty="0">
                <a:solidFill>
                  <a:schemeClr val="tx1"/>
                </a:solidFill>
                <a:latin typeface="Poppins" panose="00000500000000000000" pitchFamily="2" charset="0"/>
                <a:cs typeface="Poppins" panose="00000500000000000000" pitchFamily="2" charset="0"/>
              </a:rPr>
              <a:t>).</a:t>
            </a:r>
          </a:p>
          <a:p>
            <a:pPr lvl="1">
              <a:spcAft>
                <a:spcPts val="1200"/>
              </a:spcAft>
            </a:pPr>
            <a:r>
              <a:rPr lang="pt-BR" sz="1800" dirty="0">
                <a:solidFill>
                  <a:schemeClr val="tx1"/>
                </a:solidFill>
                <a:latin typeface="Poppins" panose="00000500000000000000" pitchFamily="2" charset="0"/>
                <a:cs typeface="Poppins" panose="00000500000000000000" pitchFamily="2" charset="0"/>
              </a:rPr>
              <a:t>Nesse caso, vocês não estão no mesmo grupo de rede e precisam de um roteador para se comunicar.</a:t>
            </a:r>
          </a:p>
        </p:txBody>
      </p:sp>
      <p:sp>
        <p:nvSpPr>
          <p:cNvPr id="12" name="CaixaDeTexto 11">
            <a:extLst>
              <a:ext uri="{FF2B5EF4-FFF2-40B4-BE49-F238E27FC236}">
                <a16:creationId xmlns:a16="http://schemas.microsoft.com/office/drawing/2014/main" id="{E3B66F6F-7144-DC35-B050-05028E94B291}"/>
              </a:ext>
            </a:extLst>
          </p:cNvPr>
          <p:cNvSpPr txBox="1"/>
          <p:nvPr/>
        </p:nvSpPr>
        <p:spPr>
          <a:xfrm>
            <a:off x="12755593" y="533687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3" name="CaixaDeTexto 12">
            <a:extLst>
              <a:ext uri="{FF2B5EF4-FFF2-40B4-BE49-F238E27FC236}">
                <a16:creationId xmlns:a16="http://schemas.microsoft.com/office/drawing/2014/main" id="{5879C9C8-CFDC-64DE-729A-0DBF765468E9}"/>
              </a:ext>
            </a:extLst>
          </p:cNvPr>
          <p:cNvSpPr txBox="1"/>
          <p:nvPr/>
        </p:nvSpPr>
        <p:spPr>
          <a:xfrm>
            <a:off x="8805485" y="4194701"/>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Google Shape;136;p4">
            <a:extLst>
              <a:ext uri="{FF2B5EF4-FFF2-40B4-BE49-F238E27FC236}">
                <a16:creationId xmlns:a16="http://schemas.microsoft.com/office/drawing/2014/main" id="{CCB540B0-A947-2B4C-52DF-BC2BF1102D8B}"/>
              </a:ext>
            </a:extLst>
          </p:cNvPr>
          <p:cNvSpPr txBox="1"/>
          <p:nvPr/>
        </p:nvSpPr>
        <p:spPr>
          <a:xfrm>
            <a:off x="8443802" y="3080629"/>
            <a:ext cx="3471334" cy="1447277"/>
          </a:xfrm>
          <a:prstGeom prst="rect">
            <a:avLst/>
          </a:prstGeom>
          <a:solidFill>
            <a:srgbClr val="AAA6D3">
              <a:alpha val="50000"/>
            </a:srgbClr>
          </a:solidFill>
          <a:ln w="19050" cap="flat" cmpd="sng">
            <a:noFill/>
            <a:prstDash val="solid"/>
            <a:round/>
            <a:headEnd type="none" w="sm" len="sm"/>
            <a:tailEnd type="none" w="sm" len="sm"/>
          </a:ln>
          <a:effectLst/>
        </p:spPr>
        <p:txBody>
          <a:bodyPr spcFirstLastPara="1" wrap="square" lIns="168000" tIns="168000" rIns="96000" bIns="168000" anchor="t" anchorCtr="0">
            <a:spAutoFit/>
          </a:bodyPr>
          <a:lstStyle/>
          <a:p>
            <a:pPr algn="ctr">
              <a:buSzPts val="1800"/>
            </a:pPr>
            <a:endParaRPr lang="pt-BR" sz="1800" dirty="0">
              <a:latin typeface="Poppins" panose="00000500000000000000" pitchFamily="2" charset="0"/>
              <a:ea typeface="Lato"/>
              <a:cs typeface="Poppins" panose="00000500000000000000" pitchFamily="2" charset="0"/>
              <a:sym typeface="Lato"/>
            </a:endParaRPr>
          </a:p>
          <a:p>
            <a:pPr algn="ctr">
              <a:buSzPts val="1800"/>
            </a:pPr>
            <a:r>
              <a:rPr lang="pt-BR" sz="1800" dirty="0">
                <a:latin typeface="Poppins" panose="00000500000000000000" pitchFamily="2" charset="0"/>
                <a:cs typeface="Poppins" panose="00000500000000000000" pitchFamily="2" charset="0"/>
              </a:rPr>
              <a:t>A máscara ajuda a saber quem pode conversar direto dentro da rede.</a:t>
            </a:r>
            <a:endParaRPr lang="pt-BR" sz="1800" dirty="0">
              <a:latin typeface="Poppins" panose="00000500000000000000" pitchFamily="2" charset="0"/>
              <a:ea typeface="Lato"/>
              <a:cs typeface="Poppins" panose="00000500000000000000" pitchFamily="2" charset="0"/>
              <a:sym typeface="Lato"/>
            </a:endParaRPr>
          </a:p>
        </p:txBody>
      </p:sp>
      <p:grpSp>
        <p:nvGrpSpPr>
          <p:cNvPr id="4" name="Agrupar 3">
            <a:extLst>
              <a:ext uri="{FF2B5EF4-FFF2-40B4-BE49-F238E27FC236}">
                <a16:creationId xmlns:a16="http://schemas.microsoft.com/office/drawing/2014/main" id="{9C9AD441-6407-BB9A-35E4-8948550D4C19}"/>
              </a:ext>
            </a:extLst>
          </p:cNvPr>
          <p:cNvGrpSpPr/>
          <p:nvPr/>
        </p:nvGrpSpPr>
        <p:grpSpPr>
          <a:xfrm>
            <a:off x="7921819" y="2700867"/>
            <a:ext cx="3499948" cy="728133"/>
            <a:chOff x="12496121" y="1426319"/>
            <a:chExt cx="5249922" cy="1092200"/>
          </a:xfrm>
        </p:grpSpPr>
        <p:pic>
          <p:nvPicPr>
            <p:cNvPr id="5" name="Imagem 4">
              <a:extLst>
                <a:ext uri="{FF2B5EF4-FFF2-40B4-BE49-F238E27FC236}">
                  <a16:creationId xmlns:a16="http://schemas.microsoft.com/office/drawing/2014/main" id="{D4C566EB-3DF0-B25A-82EA-F75C3A18FAF5}"/>
                </a:ext>
              </a:extLst>
            </p:cNvPr>
            <p:cNvPicPr>
              <a:picLocks noChangeAspect="1"/>
            </p:cNvPicPr>
            <p:nvPr/>
          </p:nvPicPr>
          <p:blipFill>
            <a:blip r:embed="rId3"/>
            <a:stretch>
              <a:fillRect/>
            </a:stretch>
          </p:blipFill>
          <p:spPr>
            <a:xfrm>
              <a:off x="12496121" y="1426319"/>
              <a:ext cx="5207000" cy="1092200"/>
            </a:xfrm>
            <a:prstGeom prst="rect">
              <a:avLst/>
            </a:prstGeom>
          </p:spPr>
        </p:pic>
        <p:pic>
          <p:nvPicPr>
            <p:cNvPr id="6" name="Gráfico 5">
              <a:extLst>
                <a:ext uri="{FF2B5EF4-FFF2-40B4-BE49-F238E27FC236}">
                  <a16:creationId xmlns:a16="http://schemas.microsoft.com/office/drawing/2014/main" id="{82F5AE26-31E0-E3EE-B2D1-312B3C85690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690124" y="1574173"/>
              <a:ext cx="749300" cy="723900"/>
            </a:xfrm>
            <a:prstGeom prst="rect">
              <a:avLst/>
            </a:prstGeom>
          </p:spPr>
        </p:pic>
        <p:sp>
          <p:nvSpPr>
            <p:cNvPr id="7" name="CaixaDeTexto 6">
              <a:extLst>
                <a:ext uri="{FF2B5EF4-FFF2-40B4-BE49-F238E27FC236}">
                  <a16:creationId xmlns:a16="http://schemas.microsoft.com/office/drawing/2014/main" id="{AD1AB72A-DC01-BB0E-8055-2F036B42B6C9}"/>
                </a:ext>
              </a:extLst>
            </p:cNvPr>
            <p:cNvSpPr txBox="1"/>
            <p:nvPr/>
          </p:nvSpPr>
          <p:spPr>
            <a:xfrm>
              <a:off x="13963023" y="1780400"/>
              <a:ext cx="3783020" cy="313070"/>
            </a:xfrm>
            <a:prstGeom prst="rect">
              <a:avLst/>
            </a:prstGeom>
            <a:noFill/>
            <a:ln>
              <a:noFill/>
            </a:ln>
          </p:spPr>
          <p:txBody>
            <a:bodyPr spcFirstLastPara="1" wrap="square" lIns="60950" tIns="30467" rIns="60950" bIns="30467" rtlCol="0" anchor="t" anchorCtr="0">
              <a:noAutofit/>
            </a:bodyPr>
            <a:lstStyle/>
            <a:p>
              <a:pPr algn="ctr"/>
              <a:r>
                <a:rPr lang="pt-BR" sz="1500" b="1" dirty="0">
                  <a:solidFill>
                    <a:schemeClr val="bg1"/>
                  </a:solidFill>
                  <a:latin typeface="Poppins" pitchFamily="2" charset="77"/>
                  <a:cs typeface="Poppins" pitchFamily="2" charset="77"/>
                </a:rPr>
                <a:t>DESTAQUE</a:t>
              </a:r>
            </a:p>
          </p:txBody>
        </p:sp>
      </p:grpSp>
    </p:spTree>
    <p:extLst>
      <p:ext uri="{BB962C8B-B14F-4D97-AF65-F5344CB8AC3E}">
        <p14:creationId xmlns:p14="http://schemas.microsoft.com/office/powerpoint/2010/main" val="667223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55">
          <a:extLst>
            <a:ext uri="{FF2B5EF4-FFF2-40B4-BE49-F238E27FC236}">
              <a16:creationId xmlns:a16="http://schemas.microsoft.com/office/drawing/2014/main" id="{1E090AFB-5A9A-961A-56D8-45BA04778FCC}"/>
            </a:ext>
          </a:extLst>
        </p:cNvPr>
        <p:cNvGrpSpPr/>
        <p:nvPr/>
      </p:nvGrpSpPr>
      <p:grpSpPr>
        <a:xfrm>
          <a:off x="0" y="0"/>
          <a:ext cx="0" cy="0"/>
          <a:chOff x="0" y="0"/>
          <a:chExt cx="0" cy="0"/>
        </a:xfrm>
      </p:grpSpPr>
      <p:sp>
        <p:nvSpPr>
          <p:cNvPr id="9" name="Espaço Reservado para Texto 13">
            <a:extLst>
              <a:ext uri="{FF2B5EF4-FFF2-40B4-BE49-F238E27FC236}">
                <a16:creationId xmlns:a16="http://schemas.microsoft.com/office/drawing/2014/main" id="{B5056F78-3FE6-E16B-B606-3779E43586D7}"/>
              </a:ext>
            </a:extLst>
          </p:cNvPr>
          <p:cNvSpPr>
            <a:spLocks noGrp="1"/>
          </p:cNvSpPr>
          <p:nvPr>
            <p:ph type="body" sz="quarter" idx="10"/>
          </p:nvPr>
        </p:nvSpPr>
        <p:spPr>
          <a:xfrm>
            <a:off x="2746166" y="857027"/>
            <a:ext cx="6946474" cy="520699"/>
          </a:xfrm>
        </p:spPr>
        <p:txBody>
          <a:bodyPr>
            <a:noAutofit/>
          </a:bodyPr>
          <a:lstStyle>
            <a:lvl1pPr>
              <a:defRPr sz="1800">
                <a:latin typeface="Poppins" pitchFamily="2" charset="77"/>
                <a:cs typeface="Poppins" pitchFamily="2" charset="77"/>
              </a:defRPr>
            </a:lvl1pPr>
          </a:lstStyle>
          <a:p>
            <a:pPr lvl="0">
              <a:lnSpc>
                <a:spcPct val="90000"/>
              </a:lnSpc>
              <a:spcAft>
                <a:spcPts val="600"/>
              </a:spcAft>
            </a:pPr>
            <a:r>
              <a:rPr lang="pt-BR" sz="3200" b="1" dirty="0">
                <a:solidFill>
                  <a:srgbClr val="FF161F"/>
                </a:solidFill>
              </a:rPr>
              <a:t>Classes de IP: tamanhos diferentes de grupos</a:t>
            </a:r>
          </a:p>
        </p:txBody>
      </p:sp>
      <p:sp>
        <p:nvSpPr>
          <p:cNvPr id="12" name="CaixaDeTexto 11">
            <a:extLst>
              <a:ext uri="{FF2B5EF4-FFF2-40B4-BE49-F238E27FC236}">
                <a16:creationId xmlns:a16="http://schemas.microsoft.com/office/drawing/2014/main" id="{B3827BF4-54BE-87D7-C107-79DBC0350CF1}"/>
              </a:ext>
            </a:extLst>
          </p:cNvPr>
          <p:cNvSpPr txBox="1"/>
          <p:nvPr/>
        </p:nvSpPr>
        <p:spPr>
          <a:xfrm>
            <a:off x="12755593" y="533687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3" name="CaixaDeTexto 12">
            <a:extLst>
              <a:ext uri="{FF2B5EF4-FFF2-40B4-BE49-F238E27FC236}">
                <a16:creationId xmlns:a16="http://schemas.microsoft.com/office/drawing/2014/main" id="{5C40510A-E19E-8289-DBFB-7886711820DF}"/>
              </a:ext>
            </a:extLst>
          </p:cNvPr>
          <p:cNvSpPr txBox="1"/>
          <p:nvPr/>
        </p:nvSpPr>
        <p:spPr>
          <a:xfrm>
            <a:off x="13238672" y="4566249"/>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graphicFrame>
        <p:nvGraphicFramePr>
          <p:cNvPr id="4" name="Google Shape;794;p59">
            <a:extLst>
              <a:ext uri="{FF2B5EF4-FFF2-40B4-BE49-F238E27FC236}">
                <a16:creationId xmlns:a16="http://schemas.microsoft.com/office/drawing/2014/main" id="{0EC3858B-3805-9613-A70A-DA224D43FA20}"/>
              </a:ext>
            </a:extLst>
          </p:cNvPr>
          <p:cNvGraphicFramePr/>
          <p:nvPr>
            <p:extLst>
              <p:ext uri="{D42A27DB-BD31-4B8C-83A1-F6EECF244321}">
                <p14:modId xmlns:p14="http://schemas.microsoft.com/office/powerpoint/2010/main" val="2074412970"/>
              </p:ext>
            </p:extLst>
          </p:nvPr>
        </p:nvGraphicFramePr>
        <p:xfrm>
          <a:off x="2508422" y="2328421"/>
          <a:ext cx="9333157" cy="3275042"/>
        </p:xfrm>
        <a:graphic>
          <a:graphicData uri="http://schemas.openxmlformats.org/drawingml/2006/table">
            <a:tbl>
              <a:tblPr>
                <a:noFill/>
                <a:tableStyleId>{58B62AC2-CBFF-4FEF-A790-FB120B6FE34D}</a:tableStyleId>
              </a:tblPr>
              <a:tblGrid>
                <a:gridCol w="1173892">
                  <a:extLst>
                    <a:ext uri="{9D8B030D-6E8A-4147-A177-3AD203B41FA5}">
                      <a16:colId xmlns:a16="http://schemas.microsoft.com/office/drawing/2014/main" val="20001"/>
                    </a:ext>
                  </a:extLst>
                </a:gridCol>
                <a:gridCol w="3818238">
                  <a:extLst>
                    <a:ext uri="{9D8B030D-6E8A-4147-A177-3AD203B41FA5}">
                      <a16:colId xmlns:a16="http://schemas.microsoft.com/office/drawing/2014/main" val="20002"/>
                    </a:ext>
                  </a:extLst>
                </a:gridCol>
                <a:gridCol w="4341027">
                  <a:extLst>
                    <a:ext uri="{9D8B030D-6E8A-4147-A177-3AD203B41FA5}">
                      <a16:colId xmlns:a16="http://schemas.microsoft.com/office/drawing/2014/main" val="20003"/>
                    </a:ext>
                  </a:extLst>
                </a:gridCol>
              </a:tblGrid>
              <a:tr h="590418">
                <a:tc>
                  <a:txBody>
                    <a:bodyPr/>
                    <a:lstStyle/>
                    <a:p>
                      <a:pPr marL="0" marR="0" lvl="0" indent="0" algn="ctr" rtl="0">
                        <a:lnSpc>
                          <a:spcPct val="100000"/>
                        </a:lnSpc>
                        <a:spcBef>
                          <a:spcPts val="0"/>
                        </a:spcBef>
                        <a:spcAft>
                          <a:spcPts val="0"/>
                        </a:spcAft>
                        <a:buClr>
                          <a:srgbClr val="000000"/>
                        </a:buClr>
                        <a:buSzPts val="1800"/>
                        <a:buFont typeface="Arial"/>
                        <a:buNone/>
                      </a:pPr>
                      <a:r>
                        <a:rPr lang="pt-BR" sz="1800" b="1" i="0" u="none" strike="noStrike" cap="none" noProof="0" dirty="0">
                          <a:solidFill>
                            <a:schemeClr val="bg1"/>
                          </a:solidFill>
                          <a:latin typeface="Poppins" pitchFamily="2" charset="77"/>
                          <a:ea typeface="Poppins"/>
                          <a:cs typeface="Poppins" pitchFamily="2" charset="77"/>
                          <a:sym typeface="Poppins"/>
                        </a:rPr>
                        <a:t>Classe</a:t>
                      </a:r>
                    </a:p>
                  </a:txBody>
                  <a:tcPr marL="114567" marR="114567" marT="114567" marB="114567" anchor="ctr">
                    <a:lnL w="12700" cap="flat" cmpd="sng" algn="ctr">
                      <a:noFill/>
                      <a:prstDash val="solid"/>
                      <a:round/>
                      <a:headEnd type="none" w="med" len="med"/>
                      <a:tailEnd type="none" w="med" len="med"/>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lgn="ctr">
                      <a:solidFill>
                        <a:schemeClr val="lt1"/>
                      </a:solidFill>
                      <a:prstDash val="solid"/>
                      <a:round/>
                      <a:headEnd type="none" w="sm" len="sm"/>
                      <a:tailEnd type="none" w="sm" len="sm"/>
                    </a:lnB>
                    <a:solidFill>
                      <a:srgbClr val="AAA6D3"/>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pt-BR" sz="1800" b="1" i="0" u="none" strike="noStrike" cap="none" noProof="0" dirty="0">
                          <a:solidFill>
                            <a:schemeClr val="bg1"/>
                          </a:solidFill>
                          <a:latin typeface="Poppins" pitchFamily="2" charset="77"/>
                          <a:ea typeface="Poppins"/>
                          <a:cs typeface="Poppins" pitchFamily="2" charset="77"/>
                          <a:sym typeface="Poppins"/>
                        </a:rPr>
                        <a:t>Descrição</a:t>
                      </a: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AAA6D3"/>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pt-BR" sz="1800" b="1" i="0" u="none" strike="noStrike" cap="none" noProof="0" dirty="0">
                          <a:solidFill>
                            <a:schemeClr val="bg1"/>
                          </a:solidFill>
                          <a:latin typeface="Poppins" pitchFamily="2" charset="77"/>
                          <a:ea typeface="Poppins"/>
                          <a:cs typeface="Poppins" pitchFamily="2" charset="77"/>
                          <a:sym typeface="Poppins"/>
                        </a:rPr>
                        <a:t>Exemplo</a:t>
                      </a: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AAA6D3"/>
                    </a:solidFill>
                  </a:tcPr>
                </a:tc>
                <a:extLst>
                  <a:ext uri="{0D108BD9-81ED-4DB2-BD59-A6C34878D82A}">
                    <a16:rowId xmlns:a16="http://schemas.microsoft.com/office/drawing/2014/main" val="10000"/>
                  </a:ext>
                </a:extLst>
              </a:tr>
              <a:tr h="953425">
                <a:tc>
                  <a:txBody>
                    <a:bodyPr/>
                    <a:lstStyle/>
                    <a:p>
                      <a:pPr marL="0" marR="0" lvl="0" indent="0" algn="ctr" rtl="0">
                        <a:lnSpc>
                          <a:spcPct val="100000"/>
                        </a:lnSpc>
                        <a:spcBef>
                          <a:spcPts val="0"/>
                        </a:spcBef>
                        <a:spcAft>
                          <a:spcPts val="0"/>
                        </a:spcAft>
                        <a:buClr>
                          <a:srgbClr val="000000"/>
                        </a:buClr>
                        <a:buSzPts val="1600"/>
                        <a:buFont typeface="Arial"/>
                        <a:buNone/>
                      </a:pPr>
                      <a:r>
                        <a:rPr lang="pt-BR" sz="1800" b="1" i="0" u="none" strike="noStrike" cap="none" noProof="0" dirty="0">
                          <a:solidFill>
                            <a:schemeClr val="dk1"/>
                          </a:solidFill>
                          <a:latin typeface="Poppins" pitchFamily="2" charset="77"/>
                          <a:ea typeface="Poppins Light"/>
                          <a:cs typeface="Poppins" pitchFamily="2" charset="77"/>
                          <a:sym typeface="Poppins Light"/>
                        </a:rPr>
                        <a:t>A</a:t>
                      </a: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lgn="ctr">
                      <a:solidFill>
                        <a:schemeClr val="lt1"/>
                      </a:solidFill>
                      <a:prstDash val="solid"/>
                      <a:round/>
                      <a:headEnd type="none" w="sm" len="sm"/>
                      <a:tailEnd type="none" w="sm" len="sm"/>
                    </a:lnT>
                    <a:lnB w="9525"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800" b="0" i="0" u="none" strike="noStrike" cap="none" dirty="0">
                          <a:solidFill>
                            <a:schemeClr val="dk1"/>
                          </a:solidFill>
                          <a:latin typeface="Poppins" pitchFamily="2" charset="77"/>
                          <a:cs typeface="Poppins" pitchFamily="2" charset="77"/>
                          <a:sym typeface="Arial"/>
                        </a:rPr>
                        <a:t>Redes muito grandes podem ter milhões de dispositivos.</a:t>
                      </a:r>
                      <a:endParaRPr lang="pt-BR" sz="18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800" b="0" i="0" u="none" strike="noStrike" cap="none" dirty="0">
                          <a:solidFill>
                            <a:schemeClr val="dk1"/>
                          </a:solidFill>
                          <a:latin typeface="Poppins" pitchFamily="2" charset="77"/>
                          <a:cs typeface="Poppins" pitchFamily="2" charset="77"/>
                          <a:sym typeface="Arial"/>
                        </a:rPr>
                        <a:t>Uma rede de uma grande empresa ou até de um país.</a:t>
                      </a:r>
                      <a:endParaRPr lang="pt-BR" sz="18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1"/>
                  </a:ext>
                </a:extLst>
              </a:tr>
              <a:tr h="771922">
                <a:tc>
                  <a:txBody>
                    <a:bodyPr/>
                    <a:lstStyle/>
                    <a:p>
                      <a:pPr marL="0" marR="0" lvl="0" indent="0" algn="ctr" rtl="0">
                        <a:lnSpc>
                          <a:spcPct val="100000"/>
                        </a:lnSpc>
                        <a:spcBef>
                          <a:spcPts val="0"/>
                        </a:spcBef>
                        <a:spcAft>
                          <a:spcPts val="0"/>
                        </a:spcAft>
                        <a:buClr>
                          <a:schemeClr val="dk1"/>
                        </a:buClr>
                        <a:buSzPts val="1600"/>
                        <a:buFont typeface="Arial"/>
                        <a:buNone/>
                      </a:pPr>
                      <a:r>
                        <a:rPr lang="pt-BR" sz="1800" b="1" i="0" u="none" strike="noStrike" cap="none" noProof="0" dirty="0">
                          <a:solidFill>
                            <a:schemeClr val="dk1"/>
                          </a:solidFill>
                          <a:latin typeface="Poppins" pitchFamily="2" charset="77"/>
                          <a:ea typeface="Poppins Light"/>
                          <a:cs typeface="Poppins" pitchFamily="2" charset="77"/>
                          <a:sym typeface="Poppins Light"/>
                        </a:rPr>
                        <a:t>B</a:t>
                      </a: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lgn="ctr">
                      <a:solidFill>
                        <a:schemeClr val="lt1"/>
                      </a:solidFill>
                      <a:prstDash val="solid"/>
                      <a:round/>
                      <a:headEnd type="none" w="sm" len="sm"/>
                      <a:tailEnd type="none" w="sm" len="sm"/>
                    </a:lnT>
                    <a:lnB w="9525" cap="flat" cmpd="sng" algn="ctr">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800" b="0" i="0" u="none" strike="noStrike" cap="none" dirty="0">
                          <a:solidFill>
                            <a:schemeClr val="dk1"/>
                          </a:solidFill>
                          <a:latin typeface="Poppins" pitchFamily="2" charset="77"/>
                          <a:cs typeface="Poppins" pitchFamily="2" charset="77"/>
                          <a:sym typeface="Arial"/>
                        </a:rPr>
                        <a:t>Redes médias podem ter milhares de dispositivos.</a:t>
                      </a:r>
                      <a:endParaRPr lang="pt-BR" sz="18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800" b="0" i="0" u="none" strike="noStrike" cap="none" dirty="0">
                          <a:solidFill>
                            <a:schemeClr val="dk1"/>
                          </a:solidFill>
                          <a:latin typeface="Poppins" pitchFamily="2" charset="77"/>
                          <a:cs typeface="Poppins" pitchFamily="2" charset="77"/>
                          <a:sym typeface="Arial"/>
                        </a:rPr>
                        <a:t>Rede de uma escola ou de uma universidade.</a:t>
                      </a:r>
                      <a:endParaRPr lang="pt-BR" sz="18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D8D8D8"/>
                    </a:solidFill>
                  </a:tcPr>
                </a:tc>
                <a:extLst>
                  <a:ext uri="{0D108BD9-81ED-4DB2-BD59-A6C34878D82A}">
                    <a16:rowId xmlns:a16="http://schemas.microsoft.com/office/drawing/2014/main" val="10002"/>
                  </a:ext>
                </a:extLst>
              </a:tr>
              <a:tr h="953425">
                <a:tc>
                  <a:txBody>
                    <a:bodyPr/>
                    <a:lstStyle/>
                    <a:p>
                      <a:pPr marL="0" marR="0" lvl="0" indent="0" algn="ctr" rtl="0">
                        <a:lnSpc>
                          <a:spcPct val="100000"/>
                        </a:lnSpc>
                        <a:spcBef>
                          <a:spcPts val="0"/>
                        </a:spcBef>
                        <a:spcAft>
                          <a:spcPts val="0"/>
                        </a:spcAft>
                        <a:buClr>
                          <a:srgbClr val="000000"/>
                        </a:buClr>
                        <a:buSzPts val="1600"/>
                        <a:buFont typeface="Arial"/>
                        <a:buNone/>
                      </a:pPr>
                      <a:r>
                        <a:rPr lang="pt-BR" sz="1800" b="1" i="0" u="none" strike="noStrike" cap="none" noProof="0" dirty="0">
                          <a:solidFill>
                            <a:schemeClr val="dk1"/>
                          </a:solidFill>
                          <a:latin typeface="Poppins" pitchFamily="2" charset="77"/>
                          <a:ea typeface="Poppins Light"/>
                          <a:cs typeface="Poppins" pitchFamily="2" charset="77"/>
                          <a:sym typeface="Poppins Light"/>
                        </a:rPr>
                        <a:t>C</a:t>
                      </a: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lgn="ctr">
                      <a:solidFill>
                        <a:schemeClr val="lt1"/>
                      </a:solidFill>
                      <a:prstDash val="solid"/>
                      <a:round/>
                      <a:headEnd type="none" w="sm" len="sm"/>
                      <a:tailEnd type="none" w="sm" len="sm"/>
                    </a:lnT>
                    <a:lnB w="9525"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800" b="0" i="0" u="none" strike="noStrike" cap="none" dirty="0">
                          <a:solidFill>
                            <a:schemeClr val="dk1"/>
                          </a:solidFill>
                          <a:latin typeface="Poppins" pitchFamily="2" charset="77"/>
                          <a:cs typeface="Poppins" pitchFamily="2" charset="77"/>
                          <a:sym typeface="Arial"/>
                        </a:rPr>
                        <a:t>Redes pequenas, até algumas centenas de dispositivos.</a:t>
                      </a:r>
                      <a:endParaRPr lang="pt-BR" sz="18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800" b="0" i="0" u="none" strike="noStrike" cap="none" dirty="0">
                          <a:solidFill>
                            <a:schemeClr val="dk1"/>
                          </a:solidFill>
                          <a:latin typeface="Poppins" pitchFamily="2" charset="77"/>
                          <a:cs typeface="Poppins" pitchFamily="2" charset="77"/>
                          <a:sym typeface="Arial"/>
                        </a:rPr>
                        <a:t>Rede da sua casa ou do Wi-Fi da sala de aula.</a:t>
                      </a:r>
                      <a:endParaRPr lang="pt-BR" sz="18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06396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55">
          <a:extLst>
            <a:ext uri="{FF2B5EF4-FFF2-40B4-BE49-F238E27FC236}">
              <a16:creationId xmlns:a16="http://schemas.microsoft.com/office/drawing/2014/main" id="{6AB6C510-FEB6-A346-4801-D2F756BA2577}"/>
            </a:ext>
          </a:extLst>
        </p:cNvPr>
        <p:cNvGrpSpPr/>
        <p:nvPr/>
      </p:nvGrpSpPr>
      <p:grpSpPr>
        <a:xfrm>
          <a:off x="0" y="0"/>
          <a:ext cx="0" cy="0"/>
          <a:chOff x="0" y="0"/>
          <a:chExt cx="0" cy="0"/>
        </a:xfrm>
      </p:grpSpPr>
      <p:sp>
        <p:nvSpPr>
          <p:cNvPr id="9" name="Espaço Reservado para Texto 13">
            <a:extLst>
              <a:ext uri="{FF2B5EF4-FFF2-40B4-BE49-F238E27FC236}">
                <a16:creationId xmlns:a16="http://schemas.microsoft.com/office/drawing/2014/main" id="{A6C64E1E-75D1-EF77-7A7A-3C5C54499B76}"/>
              </a:ext>
            </a:extLst>
          </p:cNvPr>
          <p:cNvSpPr>
            <a:spLocks noGrp="1"/>
          </p:cNvSpPr>
          <p:nvPr>
            <p:ph type="body" sz="quarter" idx="10"/>
          </p:nvPr>
        </p:nvSpPr>
        <p:spPr>
          <a:xfrm>
            <a:off x="2701053" y="1007429"/>
            <a:ext cx="8540120" cy="520699"/>
          </a:xfrm>
        </p:spPr>
        <p:txBody>
          <a:bodyPr>
            <a:noAutofit/>
          </a:bodyPr>
          <a:lstStyle>
            <a:lvl1pPr>
              <a:defRPr sz="1800">
                <a:latin typeface="Poppins" pitchFamily="2" charset="77"/>
                <a:cs typeface="Poppins" pitchFamily="2" charset="77"/>
              </a:defRPr>
            </a:lvl1pPr>
          </a:lstStyle>
          <a:p>
            <a:pPr lvl="0">
              <a:lnSpc>
                <a:spcPct val="90000"/>
              </a:lnSpc>
              <a:spcAft>
                <a:spcPts val="600"/>
              </a:spcAft>
            </a:pPr>
            <a:r>
              <a:rPr lang="pt-BR" sz="3200" b="1" dirty="0">
                <a:solidFill>
                  <a:srgbClr val="FF161F"/>
                </a:solidFill>
              </a:rPr>
              <a:t>Classes especiais e CIDR</a:t>
            </a:r>
          </a:p>
        </p:txBody>
      </p:sp>
      <p:sp>
        <p:nvSpPr>
          <p:cNvPr id="12" name="CaixaDeTexto 11">
            <a:extLst>
              <a:ext uri="{FF2B5EF4-FFF2-40B4-BE49-F238E27FC236}">
                <a16:creationId xmlns:a16="http://schemas.microsoft.com/office/drawing/2014/main" id="{0A0600B7-409D-3FB8-9F2F-642CE5BF7D51}"/>
              </a:ext>
            </a:extLst>
          </p:cNvPr>
          <p:cNvSpPr txBox="1"/>
          <p:nvPr/>
        </p:nvSpPr>
        <p:spPr>
          <a:xfrm>
            <a:off x="12755593" y="533687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3" name="CaixaDeTexto 12">
            <a:extLst>
              <a:ext uri="{FF2B5EF4-FFF2-40B4-BE49-F238E27FC236}">
                <a16:creationId xmlns:a16="http://schemas.microsoft.com/office/drawing/2014/main" id="{BD889390-208B-F812-278D-9993C4E1B7B8}"/>
              </a:ext>
            </a:extLst>
          </p:cNvPr>
          <p:cNvSpPr txBox="1"/>
          <p:nvPr/>
        </p:nvSpPr>
        <p:spPr>
          <a:xfrm>
            <a:off x="13238672" y="4566249"/>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graphicFrame>
        <p:nvGraphicFramePr>
          <p:cNvPr id="4" name="Google Shape;794;p59">
            <a:extLst>
              <a:ext uri="{FF2B5EF4-FFF2-40B4-BE49-F238E27FC236}">
                <a16:creationId xmlns:a16="http://schemas.microsoft.com/office/drawing/2014/main" id="{AC1F8F0C-4C38-C778-C4A2-9EC580461A2A}"/>
              </a:ext>
            </a:extLst>
          </p:cNvPr>
          <p:cNvGraphicFramePr/>
          <p:nvPr>
            <p:extLst>
              <p:ext uri="{D42A27DB-BD31-4B8C-83A1-F6EECF244321}">
                <p14:modId xmlns:p14="http://schemas.microsoft.com/office/powerpoint/2010/main" val="1899200212"/>
              </p:ext>
            </p:extLst>
          </p:nvPr>
        </p:nvGraphicFramePr>
        <p:xfrm>
          <a:off x="1796425" y="2263102"/>
          <a:ext cx="10111633" cy="3432021"/>
        </p:xfrm>
        <a:graphic>
          <a:graphicData uri="http://schemas.openxmlformats.org/drawingml/2006/table">
            <a:tbl>
              <a:tblPr>
                <a:noFill/>
                <a:tableStyleId>{58B62AC2-CBFF-4FEF-A790-FB120B6FE34D}</a:tableStyleId>
              </a:tblPr>
              <a:tblGrid>
                <a:gridCol w="2820580">
                  <a:extLst>
                    <a:ext uri="{9D8B030D-6E8A-4147-A177-3AD203B41FA5}">
                      <a16:colId xmlns:a16="http://schemas.microsoft.com/office/drawing/2014/main" val="20001"/>
                    </a:ext>
                  </a:extLst>
                </a:gridCol>
                <a:gridCol w="3493196">
                  <a:extLst>
                    <a:ext uri="{9D8B030D-6E8A-4147-A177-3AD203B41FA5}">
                      <a16:colId xmlns:a16="http://schemas.microsoft.com/office/drawing/2014/main" val="20002"/>
                    </a:ext>
                  </a:extLst>
                </a:gridCol>
                <a:gridCol w="3797857">
                  <a:extLst>
                    <a:ext uri="{9D8B030D-6E8A-4147-A177-3AD203B41FA5}">
                      <a16:colId xmlns:a16="http://schemas.microsoft.com/office/drawing/2014/main" val="20003"/>
                    </a:ext>
                  </a:extLst>
                </a:gridCol>
              </a:tblGrid>
              <a:tr h="473119">
                <a:tc>
                  <a:txBody>
                    <a:bodyPr/>
                    <a:lstStyle/>
                    <a:p>
                      <a:pPr marL="0" marR="0" lvl="0" indent="0" algn="ctr" rtl="0">
                        <a:lnSpc>
                          <a:spcPct val="100000"/>
                        </a:lnSpc>
                        <a:spcBef>
                          <a:spcPts val="0"/>
                        </a:spcBef>
                        <a:spcAft>
                          <a:spcPts val="0"/>
                        </a:spcAft>
                        <a:buClr>
                          <a:srgbClr val="000000"/>
                        </a:buClr>
                        <a:buSzPts val="1800"/>
                        <a:buFont typeface="Arial"/>
                        <a:buNone/>
                      </a:pPr>
                      <a:r>
                        <a:rPr lang="pt-BR" sz="1800" b="1" i="0" u="none" strike="noStrike" cap="none" noProof="0" dirty="0">
                          <a:solidFill>
                            <a:schemeClr val="bg1"/>
                          </a:solidFill>
                          <a:latin typeface="Poppins" pitchFamily="2" charset="77"/>
                          <a:ea typeface="Poppins"/>
                          <a:cs typeface="Poppins" pitchFamily="2" charset="77"/>
                          <a:sym typeface="Poppins"/>
                        </a:rPr>
                        <a:t>Classe/Sistema</a:t>
                      </a:r>
                    </a:p>
                  </a:txBody>
                  <a:tcPr marL="114567" marR="114567" marT="114567" marB="114567" anchor="ctr">
                    <a:lnL w="12700" cap="flat" cmpd="sng" algn="ctr">
                      <a:noFill/>
                      <a:prstDash val="solid"/>
                      <a:round/>
                      <a:headEnd type="none" w="med" len="med"/>
                      <a:tailEnd type="none" w="med" len="med"/>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lgn="ctr">
                      <a:solidFill>
                        <a:schemeClr val="lt1"/>
                      </a:solidFill>
                      <a:prstDash val="solid"/>
                      <a:round/>
                      <a:headEnd type="none" w="sm" len="sm"/>
                      <a:tailEnd type="none" w="sm" len="sm"/>
                    </a:lnB>
                    <a:solidFill>
                      <a:srgbClr val="AAA6D3"/>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pt-BR" sz="1800" b="1" i="0" u="none" strike="noStrike" cap="none" noProof="0" dirty="0">
                          <a:solidFill>
                            <a:schemeClr val="bg1"/>
                          </a:solidFill>
                          <a:latin typeface="Poppins" pitchFamily="2" charset="77"/>
                          <a:ea typeface="Poppins"/>
                          <a:cs typeface="Poppins" pitchFamily="2" charset="77"/>
                          <a:sym typeface="Poppins"/>
                        </a:rPr>
                        <a:t>Explicação</a:t>
                      </a: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AAA6D3"/>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pt-BR" sz="1800" b="1" i="0" u="none" strike="noStrike" cap="none" noProof="0" dirty="0">
                          <a:solidFill>
                            <a:schemeClr val="bg1"/>
                          </a:solidFill>
                          <a:latin typeface="Poppins" pitchFamily="2" charset="77"/>
                          <a:ea typeface="Poppins"/>
                          <a:cs typeface="Poppins" pitchFamily="2" charset="77"/>
                          <a:sym typeface="Poppins"/>
                        </a:rPr>
                        <a:t>Exemplo</a:t>
                      </a: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AAA6D3"/>
                    </a:solidFill>
                  </a:tcPr>
                </a:tc>
                <a:extLst>
                  <a:ext uri="{0D108BD9-81ED-4DB2-BD59-A6C34878D82A}">
                    <a16:rowId xmlns:a16="http://schemas.microsoft.com/office/drawing/2014/main" val="10000"/>
                  </a:ext>
                </a:extLst>
              </a:tr>
              <a:tr h="764007">
                <a:tc>
                  <a:txBody>
                    <a:bodyPr/>
                    <a:lstStyle/>
                    <a:p>
                      <a:pPr marL="0" marR="0" lvl="0" indent="0" algn="ctr" rtl="0">
                        <a:lnSpc>
                          <a:spcPct val="100000"/>
                        </a:lnSpc>
                        <a:spcBef>
                          <a:spcPts val="0"/>
                        </a:spcBef>
                        <a:spcAft>
                          <a:spcPts val="0"/>
                        </a:spcAft>
                        <a:buClr>
                          <a:srgbClr val="000000"/>
                        </a:buClr>
                        <a:buSzPts val="1600"/>
                        <a:buFont typeface="Arial"/>
                        <a:buNone/>
                      </a:pPr>
                      <a:r>
                        <a:rPr lang="pt-BR" sz="1600" b="1" i="0" u="none" strike="noStrike" cap="none" noProof="0" dirty="0">
                          <a:solidFill>
                            <a:schemeClr val="dk1"/>
                          </a:solidFill>
                          <a:latin typeface="Poppins" pitchFamily="2" charset="77"/>
                          <a:ea typeface="Poppins Light"/>
                          <a:cs typeface="Poppins" pitchFamily="2" charset="77"/>
                          <a:sym typeface="Poppins Light"/>
                        </a:rPr>
                        <a:t>D</a:t>
                      </a: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lgn="ctr">
                      <a:solidFill>
                        <a:schemeClr val="lt1"/>
                      </a:solidFill>
                      <a:prstDash val="solid"/>
                      <a:round/>
                      <a:headEnd type="none" w="sm" len="sm"/>
                      <a:tailEnd type="none" w="sm" len="sm"/>
                    </a:lnT>
                    <a:lnB w="9525"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600" b="0" i="0" u="none" strike="noStrike" cap="none" dirty="0">
                          <a:solidFill>
                            <a:schemeClr val="dk1"/>
                          </a:solidFill>
                          <a:latin typeface="Poppins" pitchFamily="2" charset="77"/>
                          <a:cs typeface="Poppins" pitchFamily="2" charset="77"/>
                          <a:sym typeface="Arial"/>
                        </a:rPr>
                        <a:t>Usada para transmissões em grupo (</a:t>
                      </a:r>
                      <a:r>
                        <a:rPr lang="pt-BR" sz="1600" b="0" i="1" u="none" strike="noStrike" cap="none" dirty="0">
                          <a:solidFill>
                            <a:schemeClr val="dk1"/>
                          </a:solidFill>
                          <a:latin typeface="Poppins" pitchFamily="2" charset="77"/>
                          <a:cs typeface="Poppins" pitchFamily="2" charset="77"/>
                          <a:sym typeface="Arial"/>
                        </a:rPr>
                        <a:t>multicast</a:t>
                      </a:r>
                      <a:r>
                        <a:rPr lang="pt-BR" sz="1600" b="0" i="0" u="none" strike="noStrike" cap="none" dirty="0">
                          <a:solidFill>
                            <a:schemeClr val="dk1"/>
                          </a:solidFill>
                          <a:latin typeface="Poppins" pitchFamily="2" charset="77"/>
                          <a:cs typeface="Poppins" pitchFamily="2" charset="77"/>
                          <a:sym typeface="Arial"/>
                        </a:rPr>
                        <a:t>).</a:t>
                      </a:r>
                      <a:endParaRPr lang="pt-BR" sz="16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600" b="0" i="0" u="none" strike="noStrike" cap="none" dirty="0">
                          <a:solidFill>
                            <a:schemeClr val="dk1"/>
                          </a:solidFill>
                          <a:latin typeface="Poppins" pitchFamily="2" charset="77"/>
                          <a:cs typeface="Poppins" pitchFamily="2" charset="77"/>
                          <a:sym typeface="Arial"/>
                        </a:rPr>
                        <a:t>Uma live que envia o mesmo vídeo para várias pessoas ao mesmo tempo.</a:t>
                      </a:r>
                      <a:endParaRPr lang="pt-BR" sz="16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1"/>
                  </a:ext>
                </a:extLst>
              </a:tr>
              <a:tr h="618564">
                <a:tc>
                  <a:txBody>
                    <a:bodyPr/>
                    <a:lstStyle/>
                    <a:p>
                      <a:pPr marL="0" marR="0" lvl="0" indent="0" algn="ctr" rtl="0">
                        <a:lnSpc>
                          <a:spcPct val="100000"/>
                        </a:lnSpc>
                        <a:spcBef>
                          <a:spcPts val="0"/>
                        </a:spcBef>
                        <a:spcAft>
                          <a:spcPts val="0"/>
                        </a:spcAft>
                        <a:buClr>
                          <a:schemeClr val="dk1"/>
                        </a:buClr>
                        <a:buSzPts val="1600"/>
                        <a:buFont typeface="Arial"/>
                        <a:buNone/>
                      </a:pPr>
                      <a:r>
                        <a:rPr lang="pt-BR" sz="1600" b="1" i="0" u="none" strike="noStrike" cap="none" noProof="0" dirty="0">
                          <a:solidFill>
                            <a:schemeClr val="dk1"/>
                          </a:solidFill>
                          <a:latin typeface="Poppins" pitchFamily="2" charset="77"/>
                          <a:ea typeface="Poppins Light"/>
                          <a:cs typeface="Poppins" pitchFamily="2" charset="77"/>
                          <a:sym typeface="Poppins Light"/>
                        </a:rPr>
                        <a:t>E</a:t>
                      </a: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lgn="ctr">
                      <a:solidFill>
                        <a:schemeClr val="lt1"/>
                      </a:solidFill>
                      <a:prstDash val="solid"/>
                      <a:round/>
                      <a:headEnd type="none" w="sm" len="sm"/>
                      <a:tailEnd type="none" w="sm" len="sm"/>
                    </a:lnT>
                    <a:lnB w="9525" cap="flat" cmpd="sng" algn="ctr">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600" b="0" i="0" u="none" strike="noStrike" cap="none" dirty="0">
                          <a:solidFill>
                            <a:schemeClr val="dk1"/>
                          </a:solidFill>
                          <a:latin typeface="Poppins" pitchFamily="2" charset="77"/>
                          <a:cs typeface="Poppins" pitchFamily="2" charset="77"/>
                          <a:sym typeface="Arial"/>
                        </a:rPr>
                        <a:t>Reservada para pesquisas e testes.</a:t>
                      </a:r>
                      <a:endParaRPr lang="pt-BR" sz="16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600" b="0" i="0" u="none" strike="noStrike" cap="none" dirty="0">
                          <a:solidFill>
                            <a:schemeClr val="dk1"/>
                          </a:solidFill>
                          <a:latin typeface="Poppins" pitchFamily="2" charset="77"/>
                          <a:cs typeface="Poppins" pitchFamily="2" charset="77"/>
                          <a:sym typeface="Arial"/>
                        </a:rPr>
                        <a:t>Cientistas e técnicos de redes.</a:t>
                      </a:r>
                      <a:endParaRPr lang="pt-BR" sz="16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D8D8D8"/>
                    </a:solidFill>
                  </a:tcPr>
                </a:tc>
                <a:extLst>
                  <a:ext uri="{0D108BD9-81ED-4DB2-BD59-A6C34878D82A}">
                    <a16:rowId xmlns:a16="http://schemas.microsoft.com/office/drawing/2014/main" val="10002"/>
                  </a:ext>
                </a:extLst>
              </a:tr>
              <a:tr h="1251099">
                <a:tc>
                  <a:txBody>
                    <a:bodyPr/>
                    <a:lstStyle/>
                    <a:p>
                      <a:pPr marL="0" marR="0" lvl="0" indent="0" algn="ctr" rtl="0">
                        <a:lnSpc>
                          <a:spcPct val="100000"/>
                        </a:lnSpc>
                        <a:spcBef>
                          <a:spcPts val="0"/>
                        </a:spcBef>
                        <a:spcAft>
                          <a:spcPts val="0"/>
                        </a:spcAft>
                        <a:buClr>
                          <a:srgbClr val="000000"/>
                        </a:buClr>
                        <a:buSzPts val="1600"/>
                        <a:buFont typeface="Arial"/>
                        <a:buNone/>
                      </a:pPr>
                      <a:r>
                        <a:rPr lang="pt-BR" sz="1600" b="1" dirty="0">
                          <a:latin typeface="Poppins" panose="00000500000000000000" pitchFamily="2" charset="0"/>
                          <a:cs typeface="Poppins" panose="00000500000000000000" pitchFamily="2" charset="0"/>
                        </a:rPr>
                        <a:t>CIDR</a:t>
                      </a:r>
                      <a:r>
                        <a:rPr lang="pt-BR" sz="1600" dirty="0">
                          <a:latin typeface="Poppins" panose="00000500000000000000" pitchFamily="2" charset="0"/>
                          <a:cs typeface="Poppins" panose="00000500000000000000" pitchFamily="2" charset="0"/>
                        </a:rPr>
                        <a:t> </a:t>
                      </a:r>
                    </a:p>
                    <a:p>
                      <a:pPr marL="0" marR="0" lvl="0" indent="0" algn="ctr" rtl="0">
                        <a:lnSpc>
                          <a:spcPct val="100000"/>
                        </a:lnSpc>
                        <a:spcBef>
                          <a:spcPts val="0"/>
                        </a:spcBef>
                        <a:spcAft>
                          <a:spcPts val="0"/>
                        </a:spcAft>
                        <a:buClr>
                          <a:srgbClr val="000000"/>
                        </a:buClr>
                        <a:buSzPts val="1600"/>
                        <a:buFont typeface="Arial"/>
                        <a:buNone/>
                      </a:pPr>
                      <a:r>
                        <a:rPr lang="pt-BR" sz="1200" dirty="0">
                          <a:latin typeface="Poppins" panose="00000500000000000000" pitchFamily="2" charset="0"/>
                          <a:cs typeface="Poppins" panose="00000500000000000000" pitchFamily="2" charset="0"/>
                        </a:rPr>
                        <a:t>(Classless Inter-Domain Routing – Roteamento sem Classe)</a:t>
                      </a:r>
                      <a:endParaRPr lang="pt-BR" sz="1200" b="1" i="0" u="none" strike="noStrike" cap="none" noProof="0" dirty="0">
                        <a:solidFill>
                          <a:schemeClr val="dk1"/>
                        </a:solidFill>
                        <a:latin typeface="Poppins" panose="00000500000000000000" pitchFamily="2" charset="0"/>
                        <a:ea typeface="Poppins Light"/>
                        <a:cs typeface="Poppins" panose="00000500000000000000" pitchFamily="2" charset="0"/>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lgn="ctr">
                      <a:solidFill>
                        <a:schemeClr val="lt1"/>
                      </a:solidFill>
                      <a:prstDash val="solid"/>
                      <a:round/>
                      <a:headEnd type="none" w="sm" len="sm"/>
                      <a:tailEnd type="none" w="sm" len="sm"/>
                    </a:lnT>
                    <a:lnB w="9525"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600" b="0" i="0" u="none" strike="noStrike" cap="none" dirty="0">
                          <a:solidFill>
                            <a:schemeClr val="dk1"/>
                          </a:solidFill>
                          <a:latin typeface="Poppins" pitchFamily="2" charset="77"/>
                          <a:cs typeface="Poppins" pitchFamily="2" charset="77"/>
                          <a:sym typeface="Arial"/>
                        </a:rPr>
                        <a:t>Sistema atual que substituiu as classes, mais flexível.</a:t>
                      </a:r>
                      <a:endParaRPr lang="pt-BR" sz="16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600" b="0" i="0" u="none" strike="noStrike" cap="none" dirty="0">
                          <a:solidFill>
                            <a:schemeClr val="dk1"/>
                          </a:solidFill>
                          <a:latin typeface="Poppins" pitchFamily="2" charset="77"/>
                          <a:cs typeface="Poppins" pitchFamily="2" charset="77"/>
                          <a:sym typeface="Arial"/>
                        </a:rPr>
                        <a:t>Em roteadores de casa aparece como /24, indicando uma rede pequena (até 254 dispositivos).</a:t>
                      </a:r>
                      <a:endParaRPr lang="pt-BR" sz="16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393895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67">
          <a:extLst>
            <a:ext uri="{FF2B5EF4-FFF2-40B4-BE49-F238E27FC236}">
              <a16:creationId xmlns:a16="http://schemas.microsoft.com/office/drawing/2014/main" id="{56FD887E-B93D-BDCD-9369-FD95FDE39634}"/>
            </a:ext>
          </a:extLst>
        </p:cNvPr>
        <p:cNvGrpSpPr/>
        <p:nvPr/>
      </p:nvGrpSpPr>
      <p:grpSpPr>
        <a:xfrm>
          <a:off x="0" y="0"/>
          <a:ext cx="0" cy="0"/>
          <a:chOff x="0" y="0"/>
          <a:chExt cx="0" cy="0"/>
        </a:xfrm>
      </p:grpSpPr>
      <p:sp>
        <p:nvSpPr>
          <p:cNvPr id="12" name="Google Shape;849;p64">
            <a:extLst>
              <a:ext uri="{FF2B5EF4-FFF2-40B4-BE49-F238E27FC236}">
                <a16:creationId xmlns:a16="http://schemas.microsoft.com/office/drawing/2014/main" id="{B3C016AC-DDDD-DD91-73CB-CB42058B3B27}"/>
              </a:ext>
            </a:extLst>
          </p:cNvPr>
          <p:cNvSpPr/>
          <p:nvPr/>
        </p:nvSpPr>
        <p:spPr>
          <a:xfrm>
            <a:off x="3112674" y="3164873"/>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3" name="Google Shape;850;p64">
            <a:extLst>
              <a:ext uri="{FF2B5EF4-FFF2-40B4-BE49-F238E27FC236}">
                <a16:creationId xmlns:a16="http://schemas.microsoft.com/office/drawing/2014/main" id="{9DE43542-FAE4-28BF-0418-7CB783187862}"/>
              </a:ext>
            </a:extLst>
          </p:cNvPr>
          <p:cNvSpPr/>
          <p:nvPr/>
        </p:nvSpPr>
        <p:spPr>
          <a:xfrm>
            <a:off x="6739082" y="3164872"/>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4" name="Google Shape;851;p64">
            <a:extLst>
              <a:ext uri="{FF2B5EF4-FFF2-40B4-BE49-F238E27FC236}">
                <a16:creationId xmlns:a16="http://schemas.microsoft.com/office/drawing/2014/main" id="{82A5993B-A9D7-A8C0-6A63-505441FC9966}"/>
              </a:ext>
            </a:extLst>
          </p:cNvPr>
          <p:cNvSpPr/>
          <p:nvPr/>
        </p:nvSpPr>
        <p:spPr>
          <a:xfrm>
            <a:off x="3112674" y="4187833"/>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5" name="Google Shape;852;p64">
            <a:extLst>
              <a:ext uri="{FF2B5EF4-FFF2-40B4-BE49-F238E27FC236}">
                <a16:creationId xmlns:a16="http://schemas.microsoft.com/office/drawing/2014/main" id="{C61B1EC0-ED8B-BCB5-348F-E47EC80E50C3}"/>
              </a:ext>
            </a:extLst>
          </p:cNvPr>
          <p:cNvSpPr txBox="1"/>
          <p:nvPr/>
        </p:nvSpPr>
        <p:spPr>
          <a:xfrm>
            <a:off x="3261446" y="4368231"/>
            <a:ext cx="3097534"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Controlar a velocidade.</a:t>
            </a:r>
          </a:p>
        </p:txBody>
      </p:sp>
      <p:sp>
        <p:nvSpPr>
          <p:cNvPr id="16" name="Google Shape;853;p64">
            <a:extLst>
              <a:ext uri="{FF2B5EF4-FFF2-40B4-BE49-F238E27FC236}">
                <a16:creationId xmlns:a16="http://schemas.microsoft.com/office/drawing/2014/main" id="{04C5C731-1F24-627B-19CB-5096C80BBF38}"/>
              </a:ext>
            </a:extLst>
          </p:cNvPr>
          <p:cNvSpPr/>
          <p:nvPr/>
        </p:nvSpPr>
        <p:spPr>
          <a:xfrm>
            <a:off x="6723404" y="4187833"/>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7" name="Google Shape;854;p64">
            <a:extLst>
              <a:ext uri="{FF2B5EF4-FFF2-40B4-BE49-F238E27FC236}">
                <a16:creationId xmlns:a16="http://schemas.microsoft.com/office/drawing/2014/main" id="{9E3950BC-9B34-CB66-4268-279D817CEEE2}"/>
              </a:ext>
            </a:extLst>
          </p:cNvPr>
          <p:cNvSpPr txBox="1"/>
          <p:nvPr/>
        </p:nvSpPr>
        <p:spPr>
          <a:xfrm>
            <a:off x="6869249" y="4368231"/>
            <a:ext cx="3249232"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Identificar o dispositivo.</a:t>
            </a:r>
            <a:endParaRPr lang="pt-BR" dirty="0">
              <a:sym typeface="Poppins"/>
            </a:endParaRPr>
          </a:p>
        </p:txBody>
      </p:sp>
      <p:sp>
        <p:nvSpPr>
          <p:cNvPr id="18" name="Google Shape;855;p64">
            <a:extLst>
              <a:ext uri="{FF2B5EF4-FFF2-40B4-BE49-F238E27FC236}">
                <a16:creationId xmlns:a16="http://schemas.microsoft.com/office/drawing/2014/main" id="{6E3D2C29-296A-26DB-453E-18D42E75FC08}"/>
              </a:ext>
            </a:extLst>
          </p:cNvPr>
          <p:cNvSpPr txBox="1"/>
          <p:nvPr/>
        </p:nvSpPr>
        <p:spPr>
          <a:xfrm>
            <a:off x="3261446" y="3326869"/>
            <a:ext cx="3097534"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Distribuir a conexão.</a:t>
            </a:r>
            <a:endParaRPr lang="pt-BR" dirty="0">
              <a:sym typeface="Poppins"/>
            </a:endParaRPr>
          </a:p>
        </p:txBody>
      </p:sp>
      <p:sp>
        <p:nvSpPr>
          <p:cNvPr id="19" name="Google Shape;856;p64">
            <a:extLst>
              <a:ext uri="{FF2B5EF4-FFF2-40B4-BE49-F238E27FC236}">
                <a16:creationId xmlns:a16="http://schemas.microsoft.com/office/drawing/2014/main" id="{F5FBB34A-2D83-0D0A-5DDE-E4ED71D44ABF}"/>
              </a:ext>
            </a:extLst>
          </p:cNvPr>
          <p:cNvSpPr txBox="1"/>
          <p:nvPr/>
        </p:nvSpPr>
        <p:spPr>
          <a:xfrm>
            <a:off x="6849978" y="3326870"/>
            <a:ext cx="3268503"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Guardar senhas da rede.</a:t>
            </a:r>
            <a:endParaRPr lang="pt-BR" dirty="0">
              <a:sym typeface="Poppins"/>
            </a:endParaRPr>
          </a:p>
        </p:txBody>
      </p:sp>
      <p:sp>
        <p:nvSpPr>
          <p:cNvPr id="4" name="Google Shape;812;p61">
            <a:extLst>
              <a:ext uri="{FF2B5EF4-FFF2-40B4-BE49-F238E27FC236}">
                <a16:creationId xmlns:a16="http://schemas.microsoft.com/office/drawing/2014/main" id="{E6AF24B0-A248-71C3-C03C-F9303785060B}"/>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pPr defTabSz="609630">
              <a:defRPr/>
            </a:pPr>
            <a:endParaRPr dirty="0"/>
          </a:p>
        </p:txBody>
      </p:sp>
      <p:pic>
        <p:nvPicPr>
          <p:cNvPr id="6" name="Gráfico 5">
            <a:extLst>
              <a:ext uri="{FF2B5EF4-FFF2-40B4-BE49-F238E27FC236}">
                <a16:creationId xmlns:a16="http://schemas.microsoft.com/office/drawing/2014/main" id="{B69C4C47-8BDA-BC4E-4E6A-5DE09A91AB7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685107" y="245921"/>
            <a:ext cx="435935" cy="390047"/>
          </a:xfrm>
          <a:prstGeom prst="rect">
            <a:avLst/>
          </a:prstGeom>
        </p:spPr>
      </p:pic>
      <p:sp>
        <p:nvSpPr>
          <p:cNvPr id="7" name="Google Shape;833;p62">
            <a:extLst>
              <a:ext uri="{FF2B5EF4-FFF2-40B4-BE49-F238E27FC236}">
                <a16:creationId xmlns:a16="http://schemas.microsoft.com/office/drawing/2014/main" id="{7222916A-2D25-25DB-5ADF-9038E985538B}"/>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defTabSz="609630">
              <a:lnSpc>
                <a:spcPct val="107000"/>
              </a:lnSpc>
              <a:buSzPts val="2700"/>
              <a:defRPr/>
            </a:pPr>
            <a:r>
              <a:rPr lang="pt-BR" b="1" dirty="0">
                <a:solidFill>
                  <a:srgbClr val="FFFFFF"/>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defTabSz="609630">
              <a:lnSpc>
                <a:spcPct val="107000"/>
              </a:lnSpc>
              <a:spcBef>
                <a:spcPts val="715"/>
              </a:spcBef>
              <a:buSzPts val="2700"/>
              <a:defRPr/>
            </a:pPr>
            <a:endParaRPr sz="1333" dirty="0">
              <a:solidFill>
                <a:srgbClr val="FFFFFF"/>
              </a:solidFill>
              <a:latin typeface="Poppins" panose="00000500000000000000" pitchFamily="2" charset="0"/>
              <a:ea typeface="Poppins Light"/>
              <a:cs typeface="Poppins" panose="00000500000000000000" pitchFamily="2" charset="0"/>
              <a:sym typeface="Poppins Light"/>
            </a:endParaRPr>
          </a:p>
        </p:txBody>
      </p:sp>
      <p:sp>
        <p:nvSpPr>
          <p:cNvPr id="11" name="Espaço Reservado para Texto 10">
            <a:extLst>
              <a:ext uri="{FF2B5EF4-FFF2-40B4-BE49-F238E27FC236}">
                <a16:creationId xmlns:a16="http://schemas.microsoft.com/office/drawing/2014/main" id="{C3DD07AD-3BD0-5FA3-C078-0BCCB00616B8}"/>
              </a:ext>
            </a:extLst>
          </p:cNvPr>
          <p:cNvSpPr>
            <a:spLocks noGrp="1"/>
          </p:cNvSpPr>
          <p:nvPr>
            <p:ph type="body" sz="quarter" idx="10"/>
          </p:nvPr>
        </p:nvSpPr>
        <p:spPr>
          <a:xfrm>
            <a:off x="2938380" y="1042850"/>
            <a:ext cx="8139289" cy="515408"/>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sz="3200" dirty="0"/>
              <a:t>Qual é a principal função de um endereço IP (Internet Protocol) em uma rede de computadores?</a:t>
            </a:r>
            <a:endParaRPr lang="pt-BR" sz="3200" dirty="0">
              <a:latin typeface="Poppins" panose="00000500000000000000" pitchFamily="2" charset="0"/>
            </a:endParaRPr>
          </a:p>
        </p:txBody>
      </p:sp>
    </p:spTree>
    <p:extLst>
      <p:ext uri="{BB962C8B-B14F-4D97-AF65-F5344CB8AC3E}">
        <p14:creationId xmlns:p14="http://schemas.microsoft.com/office/powerpoint/2010/main" val="895365708"/>
      </p:ext>
    </p:extLst>
  </p:cSld>
  <p:clrMapOvr>
    <a:overrideClrMapping bg1="lt1" tx1="dk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867">
          <a:extLst>
            <a:ext uri="{FF2B5EF4-FFF2-40B4-BE49-F238E27FC236}">
              <a16:creationId xmlns:a16="http://schemas.microsoft.com/office/drawing/2014/main" id="{FE40FC06-D3A3-1743-37AE-ABED4942E7B4}"/>
            </a:ext>
          </a:extLst>
        </p:cNvPr>
        <p:cNvGrpSpPr/>
        <p:nvPr/>
      </p:nvGrpSpPr>
      <p:grpSpPr>
        <a:xfrm>
          <a:off x="0" y="0"/>
          <a:ext cx="0" cy="0"/>
          <a:chOff x="0" y="0"/>
          <a:chExt cx="0" cy="0"/>
        </a:xfrm>
      </p:grpSpPr>
      <p:sp>
        <p:nvSpPr>
          <p:cNvPr id="4" name="Google Shape;812;p61">
            <a:extLst>
              <a:ext uri="{FF2B5EF4-FFF2-40B4-BE49-F238E27FC236}">
                <a16:creationId xmlns:a16="http://schemas.microsoft.com/office/drawing/2014/main" id="{CFD3DD94-A04A-A12B-5938-51F4671FBB3F}"/>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pPr defTabSz="609630">
              <a:defRPr/>
            </a:pPr>
            <a:endParaRPr dirty="0"/>
          </a:p>
        </p:txBody>
      </p:sp>
      <p:pic>
        <p:nvPicPr>
          <p:cNvPr id="6" name="Gráfico 5">
            <a:extLst>
              <a:ext uri="{FF2B5EF4-FFF2-40B4-BE49-F238E27FC236}">
                <a16:creationId xmlns:a16="http://schemas.microsoft.com/office/drawing/2014/main" id="{E99C85AC-4CFD-35D7-01F5-45536879AB9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85107" y="245921"/>
            <a:ext cx="435935" cy="390047"/>
          </a:xfrm>
          <a:prstGeom prst="rect">
            <a:avLst/>
          </a:prstGeom>
        </p:spPr>
      </p:pic>
      <p:sp>
        <p:nvSpPr>
          <p:cNvPr id="7" name="Google Shape;833;p62">
            <a:extLst>
              <a:ext uri="{FF2B5EF4-FFF2-40B4-BE49-F238E27FC236}">
                <a16:creationId xmlns:a16="http://schemas.microsoft.com/office/drawing/2014/main" id="{3F5AE61C-E722-1A96-9ABA-3130A58B144F}"/>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defTabSz="609630">
              <a:lnSpc>
                <a:spcPct val="107000"/>
              </a:lnSpc>
              <a:buSzPts val="2700"/>
              <a:defRPr/>
            </a:pPr>
            <a:r>
              <a:rPr lang="pt-BR" b="1" dirty="0">
                <a:solidFill>
                  <a:srgbClr val="FFFFFF"/>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defTabSz="609630">
              <a:lnSpc>
                <a:spcPct val="107000"/>
              </a:lnSpc>
              <a:spcBef>
                <a:spcPts val="715"/>
              </a:spcBef>
              <a:buSzPts val="2700"/>
              <a:defRPr/>
            </a:pPr>
            <a:endParaRPr sz="1333" dirty="0">
              <a:solidFill>
                <a:srgbClr val="FFFFFF"/>
              </a:solidFill>
              <a:latin typeface="Poppins" panose="00000500000000000000" pitchFamily="2" charset="0"/>
              <a:ea typeface="Poppins Light"/>
              <a:cs typeface="Poppins" panose="00000500000000000000" pitchFamily="2" charset="0"/>
              <a:sym typeface="Poppins Light"/>
            </a:endParaRPr>
          </a:p>
        </p:txBody>
      </p:sp>
      <p:sp>
        <p:nvSpPr>
          <p:cNvPr id="3" name="Google Shape;1434;p98">
            <a:extLst>
              <a:ext uri="{FF2B5EF4-FFF2-40B4-BE49-F238E27FC236}">
                <a16:creationId xmlns:a16="http://schemas.microsoft.com/office/drawing/2014/main" id="{CE60F02E-6746-BD81-8A76-E0DB07C3D471}"/>
              </a:ext>
            </a:extLst>
          </p:cNvPr>
          <p:cNvSpPr/>
          <p:nvPr/>
        </p:nvSpPr>
        <p:spPr>
          <a:xfrm>
            <a:off x="2542626" y="3326869"/>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8" name="Google Shape;1435;p98">
            <a:extLst>
              <a:ext uri="{FF2B5EF4-FFF2-40B4-BE49-F238E27FC236}">
                <a16:creationId xmlns:a16="http://schemas.microsoft.com/office/drawing/2014/main" id="{82CB52B9-8F49-91D3-D7D5-BD5B48F79397}"/>
              </a:ext>
            </a:extLst>
          </p:cNvPr>
          <p:cNvSpPr/>
          <p:nvPr/>
        </p:nvSpPr>
        <p:spPr>
          <a:xfrm>
            <a:off x="10245056" y="3326869"/>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25" name="Google Shape;1437;p98">
            <a:extLst>
              <a:ext uri="{FF2B5EF4-FFF2-40B4-BE49-F238E27FC236}">
                <a16:creationId xmlns:a16="http://schemas.microsoft.com/office/drawing/2014/main" id="{77913399-2C5C-31EA-76B5-F07D3AAA3ED5}"/>
              </a:ext>
            </a:extLst>
          </p:cNvPr>
          <p:cNvSpPr/>
          <p:nvPr/>
        </p:nvSpPr>
        <p:spPr>
          <a:xfrm rot="-3043640">
            <a:off x="10341998" y="4463574"/>
            <a:ext cx="385459" cy="265917"/>
          </a:xfrm>
          <a:prstGeom prst="corner">
            <a:avLst>
              <a:gd name="adj1" fmla="val 36796"/>
              <a:gd name="adj2" fmla="val 29665"/>
            </a:avLst>
          </a:prstGeom>
          <a:solidFill>
            <a:srgbClr val="92D05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24" name="Google Shape;1436;p98">
            <a:extLst>
              <a:ext uri="{FF2B5EF4-FFF2-40B4-BE49-F238E27FC236}">
                <a16:creationId xmlns:a16="http://schemas.microsoft.com/office/drawing/2014/main" id="{684FC197-7308-40DD-B359-18C636BD0E85}"/>
              </a:ext>
            </a:extLst>
          </p:cNvPr>
          <p:cNvSpPr/>
          <p:nvPr/>
        </p:nvSpPr>
        <p:spPr>
          <a:xfrm>
            <a:off x="2541203" y="4380462"/>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26" name="Espaço Reservado para Texto 10">
            <a:extLst>
              <a:ext uri="{FF2B5EF4-FFF2-40B4-BE49-F238E27FC236}">
                <a16:creationId xmlns:a16="http://schemas.microsoft.com/office/drawing/2014/main" id="{14F150B8-9ED8-4131-5398-C4F5E3A8D7E3}"/>
              </a:ext>
            </a:extLst>
          </p:cNvPr>
          <p:cNvSpPr>
            <a:spLocks noGrp="1"/>
          </p:cNvSpPr>
          <p:nvPr>
            <p:ph type="body" sz="quarter" idx="10"/>
          </p:nvPr>
        </p:nvSpPr>
        <p:spPr>
          <a:xfrm>
            <a:off x="2938380" y="1042850"/>
            <a:ext cx="8139289" cy="515408"/>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sz="3200" dirty="0"/>
              <a:t>Qual é a principal função de um endereço IP (Internet Protocol) em uma rede de computadores?</a:t>
            </a:r>
            <a:endParaRPr lang="pt-BR" sz="3200" dirty="0">
              <a:latin typeface="Poppins" panose="00000500000000000000" pitchFamily="2" charset="0"/>
            </a:endParaRPr>
          </a:p>
        </p:txBody>
      </p:sp>
      <p:sp>
        <p:nvSpPr>
          <p:cNvPr id="19" name="Google Shape;849;p64">
            <a:extLst>
              <a:ext uri="{FF2B5EF4-FFF2-40B4-BE49-F238E27FC236}">
                <a16:creationId xmlns:a16="http://schemas.microsoft.com/office/drawing/2014/main" id="{B3C016AC-DDDD-DD91-73CB-CB42058B3B27}"/>
              </a:ext>
            </a:extLst>
          </p:cNvPr>
          <p:cNvSpPr/>
          <p:nvPr/>
        </p:nvSpPr>
        <p:spPr>
          <a:xfrm>
            <a:off x="3112674" y="3164873"/>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20" name="Google Shape;850;p64">
            <a:extLst>
              <a:ext uri="{FF2B5EF4-FFF2-40B4-BE49-F238E27FC236}">
                <a16:creationId xmlns:a16="http://schemas.microsoft.com/office/drawing/2014/main" id="{9DE43542-FAE4-28BF-0418-7CB783187862}"/>
              </a:ext>
            </a:extLst>
          </p:cNvPr>
          <p:cNvSpPr/>
          <p:nvPr/>
        </p:nvSpPr>
        <p:spPr>
          <a:xfrm>
            <a:off x="6739082" y="3164872"/>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22" name="Google Shape;851;p64">
            <a:extLst>
              <a:ext uri="{FF2B5EF4-FFF2-40B4-BE49-F238E27FC236}">
                <a16:creationId xmlns:a16="http://schemas.microsoft.com/office/drawing/2014/main" id="{82A5993B-A9D7-A8C0-6A63-505441FC9966}"/>
              </a:ext>
            </a:extLst>
          </p:cNvPr>
          <p:cNvSpPr/>
          <p:nvPr/>
        </p:nvSpPr>
        <p:spPr>
          <a:xfrm>
            <a:off x="3112674" y="4187833"/>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23" name="Google Shape;852;p64">
            <a:extLst>
              <a:ext uri="{FF2B5EF4-FFF2-40B4-BE49-F238E27FC236}">
                <a16:creationId xmlns:a16="http://schemas.microsoft.com/office/drawing/2014/main" id="{C61B1EC0-ED8B-BCB5-348F-E47EC80E50C3}"/>
              </a:ext>
            </a:extLst>
          </p:cNvPr>
          <p:cNvSpPr txBox="1"/>
          <p:nvPr/>
        </p:nvSpPr>
        <p:spPr>
          <a:xfrm>
            <a:off x="3261446" y="4368231"/>
            <a:ext cx="3097534"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Controlar a velocidade.</a:t>
            </a:r>
          </a:p>
        </p:txBody>
      </p:sp>
      <p:sp>
        <p:nvSpPr>
          <p:cNvPr id="27" name="Google Shape;853;p64">
            <a:extLst>
              <a:ext uri="{FF2B5EF4-FFF2-40B4-BE49-F238E27FC236}">
                <a16:creationId xmlns:a16="http://schemas.microsoft.com/office/drawing/2014/main" id="{04C5C731-1F24-627B-19CB-5096C80BBF38}"/>
              </a:ext>
            </a:extLst>
          </p:cNvPr>
          <p:cNvSpPr/>
          <p:nvPr/>
        </p:nvSpPr>
        <p:spPr>
          <a:xfrm>
            <a:off x="6723404" y="4187833"/>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2D050"/>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28" name="Google Shape;854;p64">
            <a:extLst>
              <a:ext uri="{FF2B5EF4-FFF2-40B4-BE49-F238E27FC236}">
                <a16:creationId xmlns:a16="http://schemas.microsoft.com/office/drawing/2014/main" id="{9E3950BC-9B34-CB66-4268-279D817CEEE2}"/>
              </a:ext>
            </a:extLst>
          </p:cNvPr>
          <p:cNvSpPr txBox="1"/>
          <p:nvPr/>
        </p:nvSpPr>
        <p:spPr>
          <a:xfrm>
            <a:off x="6869249" y="4368231"/>
            <a:ext cx="3249232"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Identificar o dispositivo.</a:t>
            </a:r>
            <a:endParaRPr lang="pt-BR" dirty="0">
              <a:sym typeface="Poppins"/>
            </a:endParaRPr>
          </a:p>
        </p:txBody>
      </p:sp>
      <p:sp>
        <p:nvSpPr>
          <p:cNvPr id="29" name="Google Shape;855;p64">
            <a:extLst>
              <a:ext uri="{FF2B5EF4-FFF2-40B4-BE49-F238E27FC236}">
                <a16:creationId xmlns:a16="http://schemas.microsoft.com/office/drawing/2014/main" id="{6E3D2C29-296A-26DB-453E-18D42E75FC08}"/>
              </a:ext>
            </a:extLst>
          </p:cNvPr>
          <p:cNvSpPr txBox="1"/>
          <p:nvPr/>
        </p:nvSpPr>
        <p:spPr>
          <a:xfrm>
            <a:off x="3261446" y="3326869"/>
            <a:ext cx="3097534"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Distribuir a conexão.</a:t>
            </a:r>
            <a:endParaRPr lang="pt-BR" dirty="0">
              <a:sym typeface="Poppins"/>
            </a:endParaRPr>
          </a:p>
        </p:txBody>
      </p:sp>
      <p:sp>
        <p:nvSpPr>
          <p:cNvPr id="30" name="Google Shape;856;p64">
            <a:extLst>
              <a:ext uri="{FF2B5EF4-FFF2-40B4-BE49-F238E27FC236}">
                <a16:creationId xmlns:a16="http://schemas.microsoft.com/office/drawing/2014/main" id="{F5FBB34A-2D83-0D0A-5DDE-E4ED71D44ABF}"/>
              </a:ext>
            </a:extLst>
          </p:cNvPr>
          <p:cNvSpPr txBox="1"/>
          <p:nvPr/>
        </p:nvSpPr>
        <p:spPr>
          <a:xfrm>
            <a:off x="6849978" y="3326870"/>
            <a:ext cx="3268503"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Guardar senhas da rede.</a:t>
            </a:r>
            <a:endParaRPr lang="pt-BR" dirty="0">
              <a:sym typeface="Poppins"/>
            </a:endParaRPr>
          </a:p>
        </p:txBody>
      </p:sp>
    </p:spTree>
    <p:extLst>
      <p:ext uri="{BB962C8B-B14F-4D97-AF65-F5344CB8AC3E}">
        <p14:creationId xmlns:p14="http://schemas.microsoft.com/office/powerpoint/2010/main" val="121562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Google Shape;610;p16">
            <a:extLst>
              <a:ext uri="{FF2B5EF4-FFF2-40B4-BE49-F238E27FC236}">
                <a16:creationId xmlns:a16="http://schemas.microsoft.com/office/drawing/2014/main" id="{93FFDFF2-4FAF-36C8-239E-567011C491C0}"/>
              </a:ext>
            </a:extLst>
          </p:cNvPr>
          <p:cNvSpPr/>
          <p:nvPr/>
        </p:nvSpPr>
        <p:spPr>
          <a:xfrm rot="10800000" flipH="1">
            <a:off x="2740269" y="4511437"/>
            <a:ext cx="7188840" cy="1568573"/>
          </a:xfrm>
          <a:prstGeom prst="foldedCorner">
            <a:avLst>
              <a:gd name="adj" fmla="val 16667"/>
            </a:avLst>
          </a:prstGeom>
          <a:solidFill>
            <a:srgbClr val="AAA6D3"/>
          </a:solidFill>
          <a:ln>
            <a:noFill/>
          </a:ln>
        </p:spPr>
        <p:txBody>
          <a:bodyPr spcFirstLastPara="1" wrap="square" lIns="60950" tIns="30467" rIns="60950" bIns="30467" anchor="ctr" anchorCtr="0">
            <a:noAutofit/>
          </a:bodyPr>
          <a:lstStyle/>
          <a:p>
            <a:pPr algn="ctr">
              <a:buSzPts val="1400"/>
            </a:pPr>
            <a:endParaRPr dirty="0">
              <a:solidFill>
                <a:schemeClr val="lt1"/>
              </a:solidFill>
              <a:highlight>
                <a:srgbClr val="E28099"/>
              </a:highlight>
            </a:endParaRPr>
          </a:p>
        </p:txBody>
      </p:sp>
      <p:sp>
        <p:nvSpPr>
          <p:cNvPr id="2" name="Espaço Reservado para Texto 1">
            <a:extLst>
              <a:ext uri="{FF2B5EF4-FFF2-40B4-BE49-F238E27FC236}">
                <a16:creationId xmlns:a16="http://schemas.microsoft.com/office/drawing/2014/main" id="{04E9F537-B017-CBF8-5898-E65D4E45E547}"/>
              </a:ext>
            </a:extLst>
          </p:cNvPr>
          <p:cNvSpPr>
            <a:spLocks noGrp="1"/>
          </p:cNvSpPr>
          <p:nvPr>
            <p:ph type="body" idx="1"/>
          </p:nvPr>
        </p:nvSpPr>
        <p:spPr>
          <a:xfrm>
            <a:off x="2740269" y="1570406"/>
            <a:ext cx="9032631" cy="2529598"/>
          </a:xfrm>
        </p:spPr>
        <p:txBody>
          <a:bodyPr>
            <a:noAutofit/>
          </a:bodyPr>
          <a:lstStyle/>
          <a:p>
            <a:pPr marL="0" indent="0">
              <a:spcBef>
                <a:spcPts val="0"/>
              </a:spcBef>
              <a:spcAft>
                <a:spcPts val="600"/>
              </a:spcAft>
            </a:pPr>
            <a:r>
              <a:rPr lang="pt-BR" sz="1800" dirty="0"/>
              <a:t>Na sala de informática da escola, alguns computadores não conseguem acessar a internet. Você foi chamado para ajudar a identificar o problema. Os técnicos passaram os seguintes endereços configurados:</a:t>
            </a:r>
          </a:p>
          <a:p>
            <a:pPr marL="285750" indent="-285750">
              <a:spcBef>
                <a:spcPts val="600"/>
              </a:spcBef>
              <a:buFont typeface="Arial" panose="020B0604020202020204" pitchFamily="34" charset="0"/>
              <a:buChar char="•"/>
            </a:pPr>
            <a:r>
              <a:rPr lang="pt-BR" sz="1800" dirty="0"/>
              <a:t>PC1 = 192.168.10.15</a:t>
            </a:r>
          </a:p>
          <a:p>
            <a:pPr marL="285750" indent="-285750">
              <a:spcBef>
                <a:spcPts val="600"/>
              </a:spcBef>
              <a:buFont typeface="Arial" panose="020B0604020202020204" pitchFamily="34" charset="0"/>
              <a:buChar char="•"/>
            </a:pPr>
            <a:r>
              <a:rPr lang="pt-BR" sz="1800" dirty="0"/>
              <a:t>PC2 = 192.168.10.200</a:t>
            </a:r>
          </a:p>
          <a:p>
            <a:pPr marL="285750" indent="-285750">
              <a:spcBef>
                <a:spcPts val="600"/>
              </a:spcBef>
              <a:buFont typeface="Arial" panose="020B0604020202020204" pitchFamily="34" charset="0"/>
              <a:buChar char="•"/>
            </a:pPr>
            <a:r>
              <a:rPr lang="pt-BR" sz="1800" dirty="0"/>
              <a:t>PC3 = 192.168.11.5</a:t>
            </a:r>
          </a:p>
          <a:p>
            <a:pPr marL="285750" indent="-285750">
              <a:spcBef>
                <a:spcPts val="600"/>
              </a:spcBef>
              <a:buFont typeface="Arial" panose="020B0604020202020204" pitchFamily="34" charset="0"/>
              <a:buChar char="•"/>
            </a:pPr>
            <a:r>
              <a:rPr lang="pt-BR" sz="1800" dirty="0"/>
              <a:t>A rede da escola usa a máscara </a:t>
            </a:r>
            <a:r>
              <a:rPr lang="pt-BR" sz="1800" b="1" dirty="0"/>
              <a:t>255.255.255.0 (/24)</a:t>
            </a:r>
            <a:r>
              <a:rPr lang="pt-BR" sz="1800" dirty="0"/>
              <a:t>.</a:t>
            </a:r>
          </a:p>
        </p:txBody>
      </p:sp>
      <p:sp>
        <p:nvSpPr>
          <p:cNvPr id="3" name="Espaço Reservado para Texto 2">
            <a:extLst>
              <a:ext uri="{FF2B5EF4-FFF2-40B4-BE49-F238E27FC236}">
                <a16:creationId xmlns:a16="http://schemas.microsoft.com/office/drawing/2014/main" id="{93F5B3E3-3835-81DC-C145-F08392D5CFCA}"/>
              </a:ext>
            </a:extLst>
          </p:cNvPr>
          <p:cNvSpPr>
            <a:spLocks noGrp="1"/>
          </p:cNvSpPr>
          <p:nvPr>
            <p:ph type="body" idx="2"/>
          </p:nvPr>
        </p:nvSpPr>
        <p:spPr>
          <a:xfrm>
            <a:off x="2740269" y="827417"/>
            <a:ext cx="8003356" cy="499075"/>
          </a:xfrm>
        </p:spPr>
        <p:txBody>
          <a:bodyPr>
            <a:noAutofit/>
          </a:bodyPr>
          <a:lstStyle/>
          <a:p>
            <a:pPr marL="0" indent="0"/>
            <a:r>
              <a:rPr lang="pt-BR" sz="3200" b="1" dirty="0">
                <a:solidFill>
                  <a:srgbClr val="FF161F"/>
                </a:solidFill>
              </a:rPr>
              <a:t>Verificando a rede da escola</a:t>
            </a:r>
          </a:p>
        </p:txBody>
      </p:sp>
      <p:sp>
        <p:nvSpPr>
          <p:cNvPr id="7" name="Espaço Reservado para Texto 6">
            <a:extLst>
              <a:ext uri="{FF2B5EF4-FFF2-40B4-BE49-F238E27FC236}">
                <a16:creationId xmlns:a16="http://schemas.microsoft.com/office/drawing/2014/main" id="{D51AA568-C1F7-B9A6-A2A9-B01E06EB3707}"/>
              </a:ext>
            </a:extLst>
          </p:cNvPr>
          <p:cNvSpPr>
            <a:spLocks noGrp="1"/>
          </p:cNvSpPr>
          <p:nvPr>
            <p:ph type="body" idx="6"/>
          </p:nvPr>
        </p:nvSpPr>
        <p:spPr/>
        <p:txBody>
          <a:bodyPr/>
          <a:lstStyle/>
          <a:p>
            <a:r>
              <a:rPr lang="pt-BR" sz="1100" dirty="0"/>
              <a:t>18 minutos</a:t>
            </a:r>
          </a:p>
        </p:txBody>
      </p:sp>
      <p:sp>
        <p:nvSpPr>
          <p:cNvPr id="8" name="Espaço Reservado para Texto 7">
            <a:extLst>
              <a:ext uri="{FF2B5EF4-FFF2-40B4-BE49-F238E27FC236}">
                <a16:creationId xmlns:a16="http://schemas.microsoft.com/office/drawing/2014/main" id="{949BAF6F-98FD-FCF5-1E77-D6DC0A3B9E82}"/>
              </a:ext>
            </a:extLst>
          </p:cNvPr>
          <p:cNvSpPr>
            <a:spLocks noGrp="1"/>
          </p:cNvSpPr>
          <p:nvPr>
            <p:ph type="body" idx="7"/>
          </p:nvPr>
        </p:nvSpPr>
        <p:spPr>
          <a:xfrm>
            <a:off x="854491" y="5226789"/>
            <a:ext cx="1705332" cy="274027"/>
          </a:xfrm>
        </p:spPr>
        <p:txBody>
          <a:bodyPr/>
          <a:lstStyle/>
          <a:p>
            <a:r>
              <a:rPr lang="pt-BR" sz="1100" dirty="0"/>
              <a:t>Em duplas</a:t>
            </a:r>
          </a:p>
        </p:txBody>
      </p:sp>
      <p:sp>
        <p:nvSpPr>
          <p:cNvPr id="55" name="CaixaDeTexto 54">
            <a:extLst>
              <a:ext uri="{FF2B5EF4-FFF2-40B4-BE49-F238E27FC236}">
                <a16:creationId xmlns:a16="http://schemas.microsoft.com/office/drawing/2014/main" id="{B4236FA4-9417-F2F7-5EE6-FA6C07E0E495}"/>
              </a:ext>
            </a:extLst>
          </p:cNvPr>
          <p:cNvSpPr txBox="1"/>
          <p:nvPr/>
        </p:nvSpPr>
        <p:spPr>
          <a:xfrm>
            <a:off x="10353207" y="288810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grpSp>
        <p:nvGrpSpPr>
          <p:cNvPr id="5" name="Google Shape;474;p35">
            <a:extLst>
              <a:ext uri="{FF2B5EF4-FFF2-40B4-BE49-F238E27FC236}">
                <a16:creationId xmlns:a16="http://schemas.microsoft.com/office/drawing/2014/main" id="{96F6C7F3-A165-9923-464C-86B9586D2FAE}"/>
              </a:ext>
            </a:extLst>
          </p:cNvPr>
          <p:cNvGrpSpPr/>
          <p:nvPr/>
        </p:nvGrpSpPr>
        <p:grpSpPr>
          <a:xfrm>
            <a:off x="464298" y="4726001"/>
            <a:ext cx="284745" cy="286039"/>
            <a:chOff x="11797069" y="2783619"/>
            <a:chExt cx="427118" cy="429059"/>
          </a:xfrm>
          <a:noFill/>
        </p:grpSpPr>
        <p:sp>
          <p:nvSpPr>
            <p:cNvPr id="6" name="Google Shape;475;p35">
              <a:extLst>
                <a:ext uri="{FF2B5EF4-FFF2-40B4-BE49-F238E27FC236}">
                  <a16:creationId xmlns:a16="http://schemas.microsoft.com/office/drawing/2014/main" id="{55342905-C24A-C3CA-DF63-78F2725F0265}"/>
                </a:ext>
              </a:extLst>
            </p:cNvPr>
            <p:cNvSpPr/>
            <p:nvPr/>
          </p:nvSpPr>
          <p:spPr>
            <a:xfrm>
              <a:off x="11797069" y="2931169"/>
              <a:ext cx="427118" cy="281509"/>
            </a:xfrm>
            <a:custGeom>
              <a:avLst/>
              <a:gdLst/>
              <a:ahLst/>
              <a:cxnLst/>
              <a:rect l="l" t="t" r="r" b="b"/>
              <a:pathLst>
                <a:path w="427118" h="281509" extrusionOk="0">
                  <a:moveTo>
                    <a:pt x="0" y="0"/>
                  </a:moveTo>
                  <a:lnTo>
                    <a:pt x="0" y="223266"/>
                  </a:lnTo>
                  <a:cubicBezTo>
                    <a:pt x="0" y="255397"/>
                    <a:pt x="26112" y="281510"/>
                    <a:pt x="58243" y="281510"/>
                  </a:cubicBezTo>
                  <a:lnTo>
                    <a:pt x="368875" y="281510"/>
                  </a:lnTo>
                  <a:cubicBezTo>
                    <a:pt x="401006" y="281510"/>
                    <a:pt x="427118" y="255397"/>
                    <a:pt x="427118" y="223266"/>
                  </a:cubicBezTo>
                  <a:lnTo>
                    <a:pt x="427118" y="0"/>
                  </a:lnTo>
                  <a:lnTo>
                    <a:pt x="0" y="0"/>
                  </a:lnTo>
                  <a:close/>
                </a:path>
              </a:pathLst>
            </a:custGeom>
            <a:grpFill/>
            <a:ln w="28575"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9" name="Google Shape;476;p35">
              <a:extLst>
                <a:ext uri="{FF2B5EF4-FFF2-40B4-BE49-F238E27FC236}">
                  <a16:creationId xmlns:a16="http://schemas.microsoft.com/office/drawing/2014/main" id="{770D1271-8E2F-99B8-F27E-0F7D00BF393C}"/>
                </a:ext>
              </a:extLst>
            </p:cNvPr>
            <p:cNvSpPr/>
            <p:nvPr/>
          </p:nvSpPr>
          <p:spPr>
            <a:xfrm>
              <a:off x="11797069" y="2824389"/>
              <a:ext cx="427118" cy="106779"/>
            </a:xfrm>
            <a:custGeom>
              <a:avLst/>
              <a:gdLst/>
              <a:ahLst/>
              <a:cxnLst/>
              <a:rect l="l" t="t" r="r" b="b"/>
              <a:pathLst>
                <a:path w="427118" h="106779" extrusionOk="0">
                  <a:moveTo>
                    <a:pt x="368875" y="0"/>
                  </a:moveTo>
                  <a:lnTo>
                    <a:pt x="357226" y="0"/>
                  </a:lnTo>
                  <a:lnTo>
                    <a:pt x="357226" y="17473"/>
                  </a:lnTo>
                  <a:cubicBezTo>
                    <a:pt x="357226" y="30384"/>
                    <a:pt x="346839" y="40770"/>
                    <a:pt x="333929" y="40770"/>
                  </a:cubicBezTo>
                  <a:cubicBezTo>
                    <a:pt x="321018" y="40770"/>
                    <a:pt x="310631" y="30384"/>
                    <a:pt x="310631" y="17473"/>
                  </a:cubicBezTo>
                  <a:lnTo>
                    <a:pt x="310631" y="0"/>
                  </a:lnTo>
                  <a:lnTo>
                    <a:pt x="116487" y="0"/>
                  </a:lnTo>
                  <a:lnTo>
                    <a:pt x="116487" y="17473"/>
                  </a:lnTo>
                  <a:cubicBezTo>
                    <a:pt x="116487" y="30384"/>
                    <a:pt x="106100" y="40770"/>
                    <a:pt x="93189" y="40770"/>
                  </a:cubicBezTo>
                  <a:cubicBezTo>
                    <a:pt x="80279" y="40770"/>
                    <a:pt x="69892" y="30384"/>
                    <a:pt x="69892" y="17473"/>
                  </a:cubicBezTo>
                  <a:lnTo>
                    <a:pt x="69892" y="0"/>
                  </a:lnTo>
                  <a:lnTo>
                    <a:pt x="58243" y="0"/>
                  </a:lnTo>
                  <a:cubicBezTo>
                    <a:pt x="26112" y="0"/>
                    <a:pt x="0" y="26112"/>
                    <a:pt x="0" y="58243"/>
                  </a:cubicBezTo>
                  <a:lnTo>
                    <a:pt x="0" y="106780"/>
                  </a:lnTo>
                  <a:lnTo>
                    <a:pt x="427118" y="106780"/>
                  </a:lnTo>
                  <a:lnTo>
                    <a:pt x="427118" y="58243"/>
                  </a:lnTo>
                  <a:cubicBezTo>
                    <a:pt x="427118" y="26112"/>
                    <a:pt x="401006" y="0"/>
                    <a:pt x="368875" y="0"/>
                  </a:cubicBezTo>
                  <a:close/>
                </a:path>
              </a:pathLst>
            </a:custGeom>
            <a:grpFill/>
            <a:ln w="28575"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10" name="Google Shape;477;p35">
              <a:extLst>
                <a:ext uri="{FF2B5EF4-FFF2-40B4-BE49-F238E27FC236}">
                  <a16:creationId xmlns:a16="http://schemas.microsoft.com/office/drawing/2014/main" id="{4C0BB595-95B1-99C8-4032-F052F0BD6FE3}"/>
                </a:ext>
              </a:extLst>
            </p:cNvPr>
            <p:cNvSpPr/>
            <p:nvPr/>
          </p:nvSpPr>
          <p:spPr>
            <a:xfrm>
              <a:off x="11866961" y="2783619"/>
              <a:ext cx="46594" cy="81540"/>
            </a:xfrm>
            <a:custGeom>
              <a:avLst/>
              <a:gdLst/>
              <a:ahLst/>
              <a:cxnLst/>
              <a:rect l="l" t="t" r="r" b="b"/>
              <a:pathLst>
                <a:path w="46594" h="81540" extrusionOk="0">
                  <a:moveTo>
                    <a:pt x="23297" y="0"/>
                  </a:moveTo>
                  <a:cubicBezTo>
                    <a:pt x="10387" y="0"/>
                    <a:pt x="0" y="10387"/>
                    <a:pt x="0" y="23297"/>
                  </a:cubicBezTo>
                  <a:lnTo>
                    <a:pt x="0" y="58243"/>
                  </a:lnTo>
                  <a:cubicBezTo>
                    <a:pt x="0" y="71154"/>
                    <a:pt x="10387" y="81541"/>
                    <a:pt x="23297" y="81541"/>
                  </a:cubicBezTo>
                  <a:cubicBezTo>
                    <a:pt x="36208" y="81541"/>
                    <a:pt x="46595" y="71154"/>
                    <a:pt x="46595" y="58243"/>
                  </a:cubicBezTo>
                  <a:lnTo>
                    <a:pt x="46595" y="23297"/>
                  </a:lnTo>
                  <a:cubicBezTo>
                    <a:pt x="46595" y="10387"/>
                    <a:pt x="36208" y="0"/>
                    <a:pt x="23297" y="0"/>
                  </a:cubicBezTo>
                  <a:close/>
                </a:path>
              </a:pathLst>
            </a:custGeom>
            <a:grpFill/>
            <a:ln w="28575"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11" name="Google Shape;478;p35">
              <a:extLst>
                <a:ext uri="{FF2B5EF4-FFF2-40B4-BE49-F238E27FC236}">
                  <a16:creationId xmlns:a16="http://schemas.microsoft.com/office/drawing/2014/main" id="{0F0585F9-C928-B9E2-8ED3-917645AEF1DB}"/>
                </a:ext>
              </a:extLst>
            </p:cNvPr>
            <p:cNvSpPr/>
            <p:nvPr/>
          </p:nvSpPr>
          <p:spPr>
            <a:xfrm>
              <a:off x="12107700" y="2783619"/>
              <a:ext cx="46594" cy="81540"/>
            </a:xfrm>
            <a:custGeom>
              <a:avLst/>
              <a:gdLst/>
              <a:ahLst/>
              <a:cxnLst/>
              <a:rect l="l" t="t" r="r" b="b"/>
              <a:pathLst>
                <a:path w="46594" h="81540" extrusionOk="0">
                  <a:moveTo>
                    <a:pt x="23297" y="0"/>
                  </a:moveTo>
                  <a:cubicBezTo>
                    <a:pt x="10387" y="0"/>
                    <a:pt x="0" y="10387"/>
                    <a:pt x="0" y="23297"/>
                  </a:cubicBezTo>
                  <a:lnTo>
                    <a:pt x="0" y="58243"/>
                  </a:lnTo>
                  <a:cubicBezTo>
                    <a:pt x="0" y="71154"/>
                    <a:pt x="10387" y="81541"/>
                    <a:pt x="23297" y="81541"/>
                  </a:cubicBezTo>
                  <a:cubicBezTo>
                    <a:pt x="36208" y="81541"/>
                    <a:pt x="46595" y="71154"/>
                    <a:pt x="46595" y="58243"/>
                  </a:cubicBezTo>
                  <a:lnTo>
                    <a:pt x="46595" y="23297"/>
                  </a:lnTo>
                  <a:cubicBezTo>
                    <a:pt x="46595" y="10387"/>
                    <a:pt x="36208" y="0"/>
                    <a:pt x="23297" y="0"/>
                  </a:cubicBezTo>
                  <a:close/>
                </a:path>
              </a:pathLst>
            </a:custGeom>
            <a:grpFill/>
            <a:ln w="28575"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nvGrpSpPr>
            <p:cNvPr id="12" name="Google Shape;479;p35">
              <a:extLst>
                <a:ext uri="{FF2B5EF4-FFF2-40B4-BE49-F238E27FC236}">
                  <a16:creationId xmlns:a16="http://schemas.microsoft.com/office/drawing/2014/main" id="{4B3B94E4-BF5C-7B5A-75F7-9F4CE4D38C96}"/>
                </a:ext>
              </a:extLst>
            </p:cNvPr>
            <p:cNvGrpSpPr/>
            <p:nvPr/>
          </p:nvGrpSpPr>
          <p:grpSpPr>
            <a:xfrm>
              <a:off x="11889287" y="2999120"/>
              <a:ext cx="262095" cy="145608"/>
              <a:chOff x="11889287" y="2999120"/>
              <a:chExt cx="262095" cy="145608"/>
            </a:xfrm>
            <a:grpFill/>
          </p:grpSpPr>
          <p:sp>
            <p:nvSpPr>
              <p:cNvPr id="13" name="Google Shape;480;p35">
                <a:extLst>
                  <a:ext uri="{FF2B5EF4-FFF2-40B4-BE49-F238E27FC236}">
                    <a16:creationId xmlns:a16="http://schemas.microsoft.com/office/drawing/2014/main" id="{9481C0F2-A9D0-9770-A96D-E777AD10B775}"/>
                  </a:ext>
                </a:extLst>
              </p:cNvPr>
              <p:cNvSpPr/>
              <p:nvPr/>
            </p:nvSpPr>
            <p:spPr>
              <a:xfrm>
                <a:off x="11966945"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28575"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14" name="Google Shape;481;p35">
                <a:extLst>
                  <a:ext uri="{FF2B5EF4-FFF2-40B4-BE49-F238E27FC236}">
                    <a16:creationId xmlns:a16="http://schemas.microsoft.com/office/drawing/2014/main" id="{696FB104-5BF6-92A2-02BE-F33392EFBBFB}"/>
                  </a:ext>
                </a:extLst>
              </p:cNvPr>
              <p:cNvSpPr/>
              <p:nvPr/>
            </p:nvSpPr>
            <p:spPr>
              <a:xfrm>
                <a:off x="12044603"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28575"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15" name="Google Shape;482;p35">
                <a:extLst>
                  <a:ext uri="{FF2B5EF4-FFF2-40B4-BE49-F238E27FC236}">
                    <a16:creationId xmlns:a16="http://schemas.microsoft.com/office/drawing/2014/main" id="{E6BEFB99-9400-967F-3620-81CE0FEF8916}"/>
                  </a:ext>
                </a:extLst>
              </p:cNvPr>
              <p:cNvSpPr/>
              <p:nvPr/>
            </p:nvSpPr>
            <p:spPr>
              <a:xfrm>
                <a:off x="12122261"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28575"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16" name="Google Shape;483;p35">
                <a:extLst>
                  <a:ext uri="{FF2B5EF4-FFF2-40B4-BE49-F238E27FC236}">
                    <a16:creationId xmlns:a16="http://schemas.microsoft.com/office/drawing/2014/main" id="{BBDDFD3A-C094-B05D-B4D0-95F873062FFF}"/>
                  </a:ext>
                </a:extLst>
              </p:cNvPr>
              <p:cNvSpPr/>
              <p:nvPr/>
            </p:nvSpPr>
            <p:spPr>
              <a:xfrm>
                <a:off x="11889287"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28575"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17" name="Google Shape;484;p35">
                <a:extLst>
                  <a:ext uri="{FF2B5EF4-FFF2-40B4-BE49-F238E27FC236}">
                    <a16:creationId xmlns:a16="http://schemas.microsoft.com/office/drawing/2014/main" id="{A08B9318-F7BD-EAB9-B718-6C82E16AAA14}"/>
                  </a:ext>
                </a:extLst>
              </p:cNvPr>
              <p:cNvSpPr/>
              <p:nvPr/>
            </p:nvSpPr>
            <p:spPr>
              <a:xfrm>
                <a:off x="11966945"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28575"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18" name="Google Shape;485;p35">
                <a:extLst>
                  <a:ext uri="{FF2B5EF4-FFF2-40B4-BE49-F238E27FC236}">
                    <a16:creationId xmlns:a16="http://schemas.microsoft.com/office/drawing/2014/main" id="{60913394-E118-8DEA-1306-78513813ED35}"/>
                  </a:ext>
                </a:extLst>
              </p:cNvPr>
              <p:cNvSpPr/>
              <p:nvPr/>
            </p:nvSpPr>
            <p:spPr>
              <a:xfrm>
                <a:off x="12044603"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28575"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19" name="Google Shape;486;p35">
                <a:extLst>
                  <a:ext uri="{FF2B5EF4-FFF2-40B4-BE49-F238E27FC236}">
                    <a16:creationId xmlns:a16="http://schemas.microsoft.com/office/drawing/2014/main" id="{D75BB38B-3CF0-9594-5251-73BC796D2A00}"/>
                  </a:ext>
                </a:extLst>
              </p:cNvPr>
              <p:cNvSpPr/>
              <p:nvPr/>
            </p:nvSpPr>
            <p:spPr>
              <a:xfrm>
                <a:off x="12102846" y="3047656"/>
                <a:ext cx="48536" cy="48536"/>
              </a:xfrm>
              <a:custGeom>
                <a:avLst/>
                <a:gdLst/>
                <a:ahLst/>
                <a:cxnLst/>
                <a:rect l="l" t="t" r="r" b="b"/>
                <a:pathLst>
                  <a:path w="48536" h="48536" extrusionOk="0">
                    <a:moveTo>
                      <a:pt x="48536" y="24268"/>
                    </a:moveTo>
                    <a:cubicBezTo>
                      <a:pt x="48536" y="37671"/>
                      <a:pt x="37671" y="48536"/>
                      <a:pt x="24268" y="48536"/>
                    </a:cubicBezTo>
                    <a:cubicBezTo>
                      <a:pt x="10865" y="48536"/>
                      <a:pt x="0" y="37671"/>
                      <a:pt x="0" y="24268"/>
                    </a:cubicBezTo>
                    <a:cubicBezTo>
                      <a:pt x="0" y="10865"/>
                      <a:pt x="10865" y="0"/>
                      <a:pt x="24268" y="0"/>
                    </a:cubicBezTo>
                    <a:cubicBezTo>
                      <a:pt x="37671" y="0"/>
                      <a:pt x="48536" y="10865"/>
                      <a:pt x="48536" y="24268"/>
                    </a:cubicBezTo>
                    <a:close/>
                  </a:path>
                </a:pathLst>
              </a:custGeom>
              <a:grpFill/>
              <a:ln w="28575"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0" name="Google Shape;487;p35">
                <a:extLst>
                  <a:ext uri="{FF2B5EF4-FFF2-40B4-BE49-F238E27FC236}">
                    <a16:creationId xmlns:a16="http://schemas.microsoft.com/office/drawing/2014/main" id="{A877CAB2-2F20-C625-5E96-8EEF4ED6E910}"/>
                  </a:ext>
                </a:extLst>
              </p:cNvPr>
              <p:cNvSpPr/>
              <p:nvPr/>
            </p:nvSpPr>
            <p:spPr>
              <a:xfrm>
                <a:off x="11889287"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28575"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1" name="Google Shape;488;p35">
                <a:extLst>
                  <a:ext uri="{FF2B5EF4-FFF2-40B4-BE49-F238E27FC236}">
                    <a16:creationId xmlns:a16="http://schemas.microsoft.com/office/drawing/2014/main" id="{2F8C7D40-6774-7183-CE83-E0199478EAD7}"/>
                  </a:ext>
                </a:extLst>
              </p:cNvPr>
              <p:cNvSpPr/>
              <p:nvPr/>
            </p:nvSpPr>
            <p:spPr>
              <a:xfrm>
                <a:off x="11966945"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28575"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2" name="Google Shape;489;p35">
                <a:extLst>
                  <a:ext uri="{FF2B5EF4-FFF2-40B4-BE49-F238E27FC236}">
                    <a16:creationId xmlns:a16="http://schemas.microsoft.com/office/drawing/2014/main" id="{C91CA4A3-6952-E516-EFE6-DE35FC6EC087}"/>
                  </a:ext>
                </a:extLst>
              </p:cNvPr>
              <p:cNvSpPr/>
              <p:nvPr/>
            </p:nvSpPr>
            <p:spPr>
              <a:xfrm>
                <a:off x="12044603"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28575"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grpSp>
      <p:grpSp>
        <p:nvGrpSpPr>
          <p:cNvPr id="23" name="Google Shape;490;p35">
            <a:extLst>
              <a:ext uri="{FF2B5EF4-FFF2-40B4-BE49-F238E27FC236}">
                <a16:creationId xmlns:a16="http://schemas.microsoft.com/office/drawing/2014/main" id="{535DCD76-F3FD-30DE-DB03-9CF8D05F8048}"/>
              </a:ext>
            </a:extLst>
          </p:cNvPr>
          <p:cNvGrpSpPr/>
          <p:nvPr/>
        </p:nvGrpSpPr>
        <p:grpSpPr>
          <a:xfrm>
            <a:off x="454351" y="5173639"/>
            <a:ext cx="304639" cy="301465"/>
            <a:chOff x="6941066" y="2777637"/>
            <a:chExt cx="456958" cy="452197"/>
          </a:xfrm>
          <a:noFill/>
        </p:grpSpPr>
        <p:grpSp>
          <p:nvGrpSpPr>
            <p:cNvPr id="24" name="Google Shape;491;p35">
              <a:extLst>
                <a:ext uri="{FF2B5EF4-FFF2-40B4-BE49-F238E27FC236}">
                  <a16:creationId xmlns:a16="http://schemas.microsoft.com/office/drawing/2014/main" id="{BB246405-3F19-B6E6-B684-F991DA3011E4}"/>
                </a:ext>
              </a:extLst>
            </p:cNvPr>
            <p:cNvGrpSpPr/>
            <p:nvPr/>
          </p:nvGrpSpPr>
          <p:grpSpPr>
            <a:xfrm>
              <a:off x="7226665" y="3067995"/>
              <a:ext cx="171359" cy="161839"/>
              <a:chOff x="7226665" y="3067995"/>
              <a:chExt cx="171359" cy="161839"/>
            </a:xfrm>
            <a:grpFill/>
          </p:grpSpPr>
          <p:sp>
            <p:nvSpPr>
              <p:cNvPr id="35" name="Google Shape;492;p35">
                <a:extLst>
                  <a:ext uri="{FF2B5EF4-FFF2-40B4-BE49-F238E27FC236}">
                    <a16:creationId xmlns:a16="http://schemas.microsoft.com/office/drawing/2014/main" id="{FA905B36-AB5E-303D-19FF-02FC63F4D361}"/>
                  </a:ext>
                </a:extLst>
              </p:cNvPr>
              <p:cNvSpPr/>
              <p:nvPr/>
            </p:nvSpPr>
            <p:spPr>
              <a:xfrm>
                <a:off x="7269504" y="3067995"/>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28575"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36" name="Google Shape;493;p35">
                <a:extLst>
                  <a:ext uri="{FF2B5EF4-FFF2-40B4-BE49-F238E27FC236}">
                    <a16:creationId xmlns:a16="http://schemas.microsoft.com/office/drawing/2014/main" id="{4CD335F0-DC83-EEF2-FFC7-F6C090670642}"/>
                  </a:ext>
                </a:extLst>
              </p:cNvPr>
              <p:cNvSpPr/>
              <p:nvPr/>
            </p:nvSpPr>
            <p:spPr>
              <a:xfrm>
                <a:off x="7226665" y="3162243"/>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28575"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grpSp>
          <p:nvGrpSpPr>
            <p:cNvPr id="25" name="Google Shape;494;p35">
              <a:extLst>
                <a:ext uri="{FF2B5EF4-FFF2-40B4-BE49-F238E27FC236}">
                  <a16:creationId xmlns:a16="http://schemas.microsoft.com/office/drawing/2014/main" id="{BB85A49F-A8B5-4CFF-5EC5-E96CFB28C152}"/>
                </a:ext>
              </a:extLst>
            </p:cNvPr>
            <p:cNvGrpSpPr/>
            <p:nvPr/>
          </p:nvGrpSpPr>
          <p:grpSpPr>
            <a:xfrm>
              <a:off x="6941066" y="3067995"/>
              <a:ext cx="171359" cy="161839"/>
              <a:chOff x="6941066" y="3067995"/>
              <a:chExt cx="171359" cy="161839"/>
            </a:xfrm>
            <a:grpFill/>
          </p:grpSpPr>
          <p:sp>
            <p:nvSpPr>
              <p:cNvPr id="33" name="Google Shape;495;p35">
                <a:extLst>
                  <a:ext uri="{FF2B5EF4-FFF2-40B4-BE49-F238E27FC236}">
                    <a16:creationId xmlns:a16="http://schemas.microsoft.com/office/drawing/2014/main" id="{7A40CB70-568C-410D-E7E9-5511939A6AEB}"/>
                  </a:ext>
                </a:extLst>
              </p:cNvPr>
              <p:cNvSpPr/>
              <p:nvPr/>
            </p:nvSpPr>
            <p:spPr>
              <a:xfrm>
                <a:off x="6983906" y="3067995"/>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28575"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34" name="Google Shape;496;p35">
                <a:extLst>
                  <a:ext uri="{FF2B5EF4-FFF2-40B4-BE49-F238E27FC236}">
                    <a16:creationId xmlns:a16="http://schemas.microsoft.com/office/drawing/2014/main" id="{3B974EC9-F4E1-08B4-CBA5-027EADB53C83}"/>
                  </a:ext>
                </a:extLst>
              </p:cNvPr>
              <p:cNvSpPr/>
              <p:nvPr/>
            </p:nvSpPr>
            <p:spPr>
              <a:xfrm>
                <a:off x="6941066" y="3162243"/>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28575"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grpSp>
          <p:nvGrpSpPr>
            <p:cNvPr id="26" name="Google Shape;497;p35">
              <a:extLst>
                <a:ext uri="{FF2B5EF4-FFF2-40B4-BE49-F238E27FC236}">
                  <a16:creationId xmlns:a16="http://schemas.microsoft.com/office/drawing/2014/main" id="{04335DE7-DE0B-8EB6-F3D1-4D40118CA300}"/>
                </a:ext>
              </a:extLst>
            </p:cNvPr>
            <p:cNvGrpSpPr/>
            <p:nvPr/>
          </p:nvGrpSpPr>
          <p:grpSpPr>
            <a:xfrm>
              <a:off x="7103153" y="2977080"/>
              <a:ext cx="132861" cy="96151"/>
              <a:chOff x="7103153" y="2977080"/>
              <a:chExt cx="132861" cy="96151"/>
            </a:xfrm>
            <a:grpFill/>
          </p:grpSpPr>
          <p:sp>
            <p:nvSpPr>
              <p:cNvPr id="30" name="Google Shape;498;p35">
                <a:extLst>
                  <a:ext uri="{FF2B5EF4-FFF2-40B4-BE49-F238E27FC236}">
                    <a16:creationId xmlns:a16="http://schemas.microsoft.com/office/drawing/2014/main" id="{A4B9360E-0608-660B-8259-9EB44CC955D9}"/>
                  </a:ext>
                </a:extLst>
              </p:cNvPr>
              <p:cNvSpPr/>
              <p:nvPr/>
            </p:nvSpPr>
            <p:spPr>
              <a:xfrm>
                <a:off x="7169069" y="2977080"/>
                <a:ext cx="951" cy="58071"/>
              </a:xfrm>
              <a:custGeom>
                <a:avLst/>
                <a:gdLst/>
                <a:ahLst/>
                <a:cxnLst/>
                <a:rect l="l" t="t" r="r" b="b"/>
                <a:pathLst>
                  <a:path w="951" h="58071" extrusionOk="0">
                    <a:moveTo>
                      <a:pt x="476" y="58072"/>
                    </a:moveTo>
                    <a:cubicBezTo>
                      <a:pt x="476" y="58072"/>
                      <a:pt x="0" y="57881"/>
                      <a:pt x="0" y="57596"/>
                    </a:cubicBezTo>
                    <a:lnTo>
                      <a:pt x="0" y="476"/>
                    </a:lnTo>
                    <a:cubicBezTo>
                      <a:pt x="0" y="476"/>
                      <a:pt x="190" y="0"/>
                      <a:pt x="476" y="0"/>
                    </a:cubicBezTo>
                    <a:cubicBezTo>
                      <a:pt x="761" y="0"/>
                      <a:pt x="952" y="190"/>
                      <a:pt x="952" y="476"/>
                    </a:cubicBezTo>
                    <a:lnTo>
                      <a:pt x="952" y="57596"/>
                    </a:lnTo>
                    <a:cubicBezTo>
                      <a:pt x="952" y="57596"/>
                      <a:pt x="761" y="58072"/>
                      <a:pt x="476" y="58072"/>
                    </a:cubicBezTo>
                    <a:close/>
                  </a:path>
                </a:pathLst>
              </a:custGeom>
              <a:grpFill/>
              <a:ln w="28575"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31" name="Google Shape;499;p35">
                <a:extLst>
                  <a:ext uri="{FF2B5EF4-FFF2-40B4-BE49-F238E27FC236}">
                    <a16:creationId xmlns:a16="http://schemas.microsoft.com/office/drawing/2014/main" id="{9A031442-6E7B-37DB-A686-9278F4690DC0}"/>
                  </a:ext>
                </a:extLst>
              </p:cNvPr>
              <p:cNvSpPr/>
              <p:nvPr/>
            </p:nvSpPr>
            <p:spPr>
              <a:xfrm>
                <a:off x="7169145" y="3034257"/>
                <a:ext cx="66869" cy="38973"/>
              </a:xfrm>
              <a:custGeom>
                <a:avLst/>
                <a:gdLst/>
                <a:ahLst/>
                <a:cxnLst/>
                <a:rect l="l" t="t" r="r" b="b"/>
                <a:pathLst>
                  <a:path w="66869" h="38973" extrusionOk="0">
                    <a:moveTo>
                      <a:pt x="66373" y="38974"/>
                    </a:moveTo>
                    <a:cubicBezTo>
                      <a:pt x="66373" y="38974"/>
                      <a:pt x="66183" y="38974"/>
                      <a:pt x="66183" y="38974"/>
                    </a:cubicBezTo>
                    <a:lnTo>
                      <a:pt x="210" y="894"/>
                    </a:lnTo>
                    <a:cubicBezTo>
                      <a:pt x="210" y="894"/>
                      <a:pt x="-76" y="513"/>
                      <a:pt x="19" y="228"/>
                    </a:cubicBezTo>
                    <a:cubicBezTo>
                      <a:pt x="115" y="37"/>
                      <a:pt x="400" y="-58"/>
                      <a:pt x="686" y="37"/>
                    </a:cubicBezTo>
                    <a:lnTo>
                      <a:pt x="66659" y="38117"/>
                    </a:lnTo>
                    <a:cubicBezTo>
                      <a:pt x="66659" y="38117"/>
                      <a:pt x="66945" y="38498"/>
                      <a:pt x="66850" y="38784"/>
                    </a:cubicBezTo>
                    <a:cubicBezTo>
                      <a:pt x="66850" y="38974"/>
                      <a:pt x="66564" y="38974"/>
                      <a:pt x="66469" y="38974"/>
                    </a:cubicBezTo>
                    <a:close/>
                  </a:path>
                </a:pathLst>
              </a:custGeom>
              <a:grpFill/>
              <a:ln w="28575"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32" name="Google Shape;500;p35">
                <a:extLst>
                  <a:ext uri="{FF2B5EF4-FFF2-40B4-BE49-F238E27FC236}">
                    <a16:creationId xmlns:a16="http://schemas.microsoft.com/office/drawing/2014/main" id="{C0F48E60-6801-64FE-1E68-867AEA666A97}"/>
                  </a:ext>
                </a:extLst>
              </p:cNvPr>
              <p:cNvSpPr/>
              <p:nvPr/>
            </p:nvSpPr>
            <p:spPr>
              <a:xfrm>
                <a:off x="7103153" y="3034295"/>
                <a:ext cx="66904" cy="38936"/>
              </a:xfrm>
              <a:custGeom>
                <a:avLst/>
                <a:gdLst/>
                <a:ahLst/>
                <a:cxnLst/>
                <a:rect l="l" t="t" r="r" b="b"/>
                <a:pathLst>
                  <a:path w="66904" h="38936" extrusionOk="0">
                    <a:moveTo>
                      <a:pt x="418" y="38937"/>
                    </a:moveTo>
                    <a:cubicBezTo>
                      <a:pt x="418" y="38937"/>
                      <a:pt x="133" y="38937"/>
                      <a:pt x="37" y="38746"/>
                    </a:cubicBezTo>
                    <a:cubicBezTo>
                      <a:pt x="-58" y="38556"/>
                      <a:pt x="37" y="38270"/>
                      <a:pt x="228" y="38080"/>
                    </a:cubicBezTo>
                    <a:lnTo>
                      <a:pt x="66201" y="0"/>
                    </a:lnTo>
                    <a:cubicBezTo>
                      <a:pt x="66201" y="0"/>
                      <a:pt x="66677" y="0"/>
                      <a:pt x="66867" y="190"/>
                    </a:cubicBezTo>
                    <a:cubicBezTo>
                      <a:pt x="66963" y="381"/>
                      <a:pt x="66867" y="666"/>
                      <a:pt x="66677" y="857"/>
                    </a:cubicBezTo>
                    <a:lnTo>
                      <a:pt x="704" y="38937"/>
                    </a:lnTo>
                    <a:cubicBezTo>
                      <a:pt x="704" y="38937"/>
                      <a:pt x="513" y="38937"/>
                      <a:pt x="513" y="38937"/>
                    </a:cubicBezTo>
                    <a:close/>
                  </a:path>
                </a:pathLst>
              </a:custGeom>
              <a:grpFill/>
              <a:ln w="28575"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grpSp>
          <p:nvGrpSpPr>
            <p:cNvPr id="27" name="Google Shape;501;p35">
              <a:extLst>
                <a:ext uri="{FF2B5EF4-FFF2-40B4-BE49-F238E27FC236}">
                  <a16:creationId xmlns:a16="http://schemas.microsoft.com/office/drawing/2014/main" id="{D469BB5F-AC20-90BA-0550-88A61BA8EDC6}"/>
                </a:ext>
              </a:extLst>
            </p:cNvPr>
            <p:cNvGrpSpPr/>
            <p:nvPr/>
          </p:nvGrpSpPr>
          <p:grpSpPr>
            <a:xfrm>
              <a:off x="7083865" y="2777637"/>
              <a:ext cx="171359" cy="161838"/>
              <a:chOff x="7083865" y="2777637"/>
              <a:chExt cx="171359" cy="161838"/>
            </a:xfrm>
            <a:grpFill/>
          </p:grpSpPr>
          <p:sp>
            <p:nvSpPr>
              <p:cNvPr id="28" name="Google Shape;502;p35">
                <a:extLst>
                  <a:ext uri="{FF2B5EF4-FFF2-40B4-BE49-F238E27FC236}">
                    <a16:creationId xmlns:a16="http://schemas.microsoft.com/office/drawing/2014/main" id="{4302A9CB-2533-9BCA-93A7-FCECD43B5883}"/>
                  </a:ext>
                </a:extLst>
              </p:cNvPr>
              <p:cNvSpPr/>
              <p:nvPr/>
            </p:nvSpPr>
            <p:spPr>
              <a:xfrm>
                <a:off x="7126705" y="2777637"/>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28575"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9" name="Google Shape;503;p35">
                <a:extLst>
                  <a:ext uri="{FF2B5EF4-FFF2-40B4-BE49-F238E27FC236}">
                    <a16:creationId xmlns:a16="http://schemas.microsoft.com/office/drawing/2014/main" id="{6FEF42DA-5BEA-D93C-B15F-84C8E38D55CE}"/>
                  </a:ext>
                </a:extLst>
              </p:cNvPr>
              <p:cNvSpPr/>
              <p:nvPr/>
            </p:nvSpPr>
            <p:spPr>
              <a:xfrm>
                <a:off x="7083865" y="2871884"/>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28575"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grpSp>
      <p:sp>
        <p:nvSpPr>
          <p:cNvPr id="38" name="Rectangle 2">
            <a:extLst>
              <a:ext uri="{FF2B5EF4-FFF2-40B4-BE49-F238E27FC236}">
                <a16:creationId xmlns:a16="http://schemas.microsoft.com/office/drawing/2014/main" id="{801FED2B-B33A-0AF0-3A34-9D1EA6ADC737}"/>
              </a:ext>
            </a:extLst>
          </p:cNvPr>
          <p:cNvSpPr>
            <a:spLocks noGrp="1" noChangeArrowheads="1"/>
          </p:cNvSpPr>
          <p:nvPr>
            <p:ph type="body" idx="3"/>
          </p:nvPr>
        </p:nvSpPr>
        <p:spPr bwMode="auto">
          <a:xfrm>
            <a:off x="2885877" y="4522478"/>
            <a:ext cx="7531554"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r>
              <a:rPr lang="pt-BR" sz="1800" b="1" dirty="0">
                <a:solidFill>
                  <a:schemeClr val="bg1"/>
                </a:solidFill>
              </a:rPr>
              <a:t>Tarefa</a:t>
            </a:r>
            <a:br>
              <a:rPr lang="pt-BR" sz="1600" dirty="0">
                <a:solidFill>
                  <a:schemeClr val="bg1"/>
                </a:solidFill>
              </a:rPr>
            </a:br>
            <a:r>
              <a:rPr lang="pt-BR" sz="1600" dirty="0">
                <a:solidFill>
                  <a:schemeClr val="bg1"/>
                </a:solidFill>
              </a:rPr>
              <a:t>Em duplas, respondam em uma folha:</a:t>
            </a:r>
          </a:p>
          <a:p>
            <a:pPr marL="540000" indent="-342900">
              <a:buClr>
                <a:schemeClr val="bg1"/>
              </a:buClr>
              <a:buFont typeface="+mj-lt"/>
              <a:buAutoNum type="arabicPeriod"/>
            </a:pPr>
            <a:r>
              <a:rPr lang="pt-BR" sz="1600" dirty="0">
                <a:solidFill>
                  <a:schemeClr val="bg1"/>
                </a:solidFill>
              </a:rPr>
              <a:t>Esses três computadores podem se comunicar entre si?</a:t>
            </a:r>
          </a:p>
          <a:p>
            <a:pPr marL="540000" indent="-342900">
              <a:buClr>
                <a:schemeClr val="bg1"/>
              </a:buClr>
              <a:buFont typeface="+mj-lt"/>
              <a:buAutoNum type="arabicPeriod"/>
            </a:pPr>
            <a:r>
              <a:rPr lang="pt-BR" sz="1600" dirty="0">
                <a:solidFill>
                  <a:schemeClr val="bg1"/>
                </a:solidFill>
              </a:rPr>
              <a:t>Se não, quais estão juntos e qual ficou de fora?</a:t>
            </a:r>
          </a:p>
          <a:p>
            <a:pPr marL="540000" indent="-342900">
              <a:buClr>
                <a:schemeClr val="bg1"/>
              </a:buClr>
              <a:buFont typeface="+mj-lt"/>
              <a:buAutoNum type="arabicPeriod"/>
            </a:pPr>
            <a:r>
              <a:rPr lang="pt-BR" sz="1600" dirty="0">
                <a:solidFill>
                  <a:schemeClr val="bg1"/>
                </a:solidFill>
              </a:rPr>
              <a:t>Qual é a classe dessa rede (A, B ou C)?</a:t>
            </a:r>
          </a:p>
        </p:txBody>
      </p:sp>
      <p:sp>
        <p:nvSpPr>
          <p:cNvPr id="37" name="CaixaDeTexto 36">
            <a:extLst>
              <a:ext uri="{FF2B5EF4-FFF2-40B4-BE49-F238E27FC236}">
                <a16:creationId xmlns:a16="http://schemas.microsoft.com/office/drawing/2014/main" id="{EC3F22CD-889A-AD60-6311-DD1DE358FCA9}"/>
              </a:ext>
            </a:extLst>
          </p:cNvPr>
          <p:cNvSpPr txBox="1"/>
          <p:nvPr/>
        </p:nvSpPr>
        <p:spPr>
          <a:xfrm>
            <a:off x="2740269" y="4100004"/>
            <a:ext cx="6093068" cy="261610"/>
          </a:xfrm>
          <a:prstGeom prst="rect">
            <a:avLst/>
          </a:prstGeom>
          <a:noFill/>
          <a:ln>
            <a:noFill/>
          </a:ln>
        </p:spPr>
        <p:txBody>
          <a:bodyPr wrap="square">
            <a:spAutoFit/>
          </a:bodyPr>
          <a:lstStyle/>
          <a:p>
            <a:r>
              <a:rPr lang="pt-BR" sz="1100" dirty="0">
                <a:effectLst/>
                <a:latin typeface="Poppins" panose="00000500000000000000" pitchFamily="2" charset="0"/>
                <a:cs typeface="Poppins" panose="00000500000000000000" pitchFamily="2" charset="0"/>
              </a:rPr>
              <a:t>Situação fictícia produzida pela SEDUC-SP.</a:t>
            </a:r>
            <a:endParaRPr lang="pt-BR" sz="11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5276481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25">
          <a:extLst>
            <a:ext uri="{FF2B5EF4-FFF2-40B4-BE49-F238E27FC236}">
              <a16:creationId xmlns:a16="http://schemas.microsoft.com/office/drawing/2014/main" id="{00F765D8-99DE-2A83-E736-0AFC49BC4DA2}"/>
            </a:ext>
          </a:extLst>
        </p:cNvPr>
        <p:cNvGrpSpPr/>
        <p:nvPr/>
      </p:nvGrpSpPr>
      <p:grpSpPr>
        <a:xfrm>
          <a:off x="0" y="0"/>
          <a:ext cx="0" cy="0"/>
          <a:chOff x="0" y="0"/>
          <a:chExt cx="0" cy="0"/>
        </a:xfrm>
      </p:grpSpPr>
      <p:sp>
        <p:nvSpPr>
          <p:cNvPr id="6" name="Espaço Reservado para Texto 5">
            <a:extLst>
              <a:ext uri="{FF2B5EF4-FFF2-40B4-BE49-F238E27FC236}">
                <a16:creationId xmlns:a16="http://schemas.microsoft.com/office/drawing/2014/main" id="{F961B4F0-12EC-E2F2-C0DD-1EBE393A91A4}"/>
              </a:ext>
            </a:extLst>
          </p:cNvPr>
          <p:cNvSpPr>
            <a:spLocks noGrp="1"/>
          </p:cNvSpPr>
          <p:nvPr>
            <p:ph type="body" idx="2"/>
          </p:nvPr>
        </p:nvSpPr>
        <p:spPr>
          <a:xfrm>
            <a:off x="4867932" y="1795096"/>
            <a:ext cx="6354575" cy="957600"/>
          </a:xfrm>
          <a:noFill/>
          <a:ln>
            <a:noFill/>
          </a:ln>
        </p:spPr>
        <p:txBody>
          <a:bodyPr spcFirstLastPara="1" wrap="square" lIns="91425" tIns="45700" rIns="91425" bIns="45700" anchor="t" anchorCtr="0">
            <a:normAutofit/>
          </a:bodyPr>
          <a:lstStyle/>
          <a:p>
            <a:pPr marL="0" indent="0"/>
            <a:r>
              <a:rPr lang="pt-BR" sz="1800" dirty="0"/>
              <a:t>O endereço IP (Internet Protocol) é como o “endereço digital” de cada dispositivo na rede, essencial para que dados cheguem ao destino correto.</a:t>
            </a:r>
          </a:p>
        </p:txBody>
      </p:sp>
      <p:sp>
        <p:nvSpPr>
          <p:cNvPr id="7" name="Espaço Reservado para Texto 6">
            <a:extLst>
              <a:ext uri="{FF2B5EF4-FFF2-40B4-BE49-F238E27FC236}">
                <a16:creationId xmlns:a16="http://schemas.microsoft.com/office/drawing/2014/main" id="{5C1AB578-B64F-815F-9CC9-04A9D46F2868}"/>
              </a:ext>
            </a:extLst>
          </p:cNvPr>
          <p:cNvSpPr>
            <a:spLocks noGrp="1"/>
          </p:cNvSpPr>
          <p:nvPr>
            <p:ph type="body" idx="3"/>
          </p:nvPr>
        </p:nvSpPr>
        <p:spPr>
          <a:xfrm>
            <a:off x="4867932" y="2941947"/>
            <a:ext cx="6354575" cy="974106"/>
          </a:xfrm>
          <a:noFill/>
          <a:ln>
            <a:noFill/>
          </a:ln>
        </p:spPr>
        <p:txBody>
          <a:bodyPr spcFirstLastPara="1" wrap="square" lIns="91425" tIns="45700" rIns="91425" bIns="45700" anchor="t" anchorCtr="0">
            <a:normAutofit/>
          </a:bodyPr>
          <a:lstStyle/>
          <a:p>
            <a:pPr marL="0" indent="0"/>
            <a:r>
              <a:rPr lang="pt-BR" sz="1800" dirty="0"/>
              <a:t>Existem duas versões: IPv4, mais antigo e limitado, e IPv6, que garante praticamente infinitos endereços para o futuro da internet.</a:t>
            </a:r>
          </a:p>
        </p:txBody>
      </p:sp>
      <p:sp>
        <p:nvSpPr>
          <p:cNvPr id="8" name="Espaço Reservado para Texto 7">
            <a:extLst>
              <a:ext uri="{FF2B5EF4-FFF2-40B4-BE49-F238E27FC236}">
                <a16:creationId xmlns:a16="http://schemas.microsoft.com/office/drawing/2014/main" id="{FE1B0984-4E19-7545-B025-4C4C1638EDB1}"/>
              </a:ext>
            </a:extLst>
          </p:cNvPr>
          <p:cNvSpPr>
            <a:spLocks noGrp="1"/>
          </p:cNvSpPr>
          <p:nvPr>
            <p:ph type="body" idx="4"/>
          </p:nvPr>
        </p:nvSpPr>
        <p:spPr>
          <a:xfrm>
            <a:off x="4867932" y="4105304"/>
            <a:ext cx="6354575" cy="1813047"/>
          </a:xfrm>
          <a:noFill/>
          <a:ln>
            <a:noFill/>
          </a:ln>
        </p:spPr>
        <p:txBody>
          <a:bodyPr spcFirstLastPara="1" wrap="square" lIns="91425" tIns="45700" rIns="91425" bIns="45700" anchor="t" anchorCtr="0">
            <a:normAutofit/>
          </a:bodyPr>
          <a:lstStyle/>
          <a:p>
            <a:pPr marL="0" indent="0"/>
            <a:r>
              <a:rPr lang="pt-BR" sz="1800" dirty="0"/>
              <a:t>As máscaras de sub-rede e as classes de IP ajudam a organizar as redes em grupos de tamanhos diferentes, tornando a comunicação mais eficiente.</a:t>
            </a:r>
          </a:p>
        </p:txBody>
      </p:sp>
      <p:sp>
        <p:nvSpPr>
          <p:cNvPr id="3" name="Google Shape;741;p22">
            <a:extLst>
              <a:ext uri="{FF2B5EF4-FFF2-40B4-BE49-F238E27FC236}">
                <a16:creationId xmlns:a16="http://schemas.microsoft.com/office/drawing/2014/main" id="{99EAAB3A-500F-3303-113F-2DE38B40643E}"/>
              </a:ext>
            </a:extLst>
          </p:cNvPr>
          <p:cNvSpPr txBox="1">
            <a:spLocks/>
          </p:cNvSpPr>
          <p:nvPr/>
        </p:nvSpPr>
        <p:spPr>
          <a:xfrm>
            <a:off x="4676921" y="734021"/>
            <a:ext cx="5440600" cy="561379"/>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04815" indent="-152408">
              <a:spcBef>
                <a:spcPts val="600"/>
              </a:spcBef>
              <a:buClr>
                <a:schemeClr val="dk1"/>
              </a:buClr>
              <a:buSzPts val="4500"/>
            </a:pPr>
            <a:r>
              <a:rPr lang="pt-BR" sz="3200" b="1" dirty="0">
                <a:solidFill>
                  <a:srgbClr val="FF161F"/>
                </a:solidFill>
                <a:latin typeface="Poppins"/>
                <a:ea typeface="Poppins"/>
                <a:cs typeface="Poppins"/>
                <a:sym typeface="Poppins"/>
              </a:rPr>
              <a:t>Então ficamos assim...</a:t>
            </a:r>
          </a:p>
        </p:txBody>
      </p:sp>
    </p:spTree>
    <p:extLst>
      <p:ext uri="{BB962C8B-B14F-4D97-AF65-F5344CB8AC3E}">
        <p14:creationId xmlns:p14="http://schemas.microsoft.com/office/powerpoint/2010/main" val="925201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3" name="Google Shape;721;p53">
            <a:extLst>
              <a:ext uri="{FF2B5EF4-FFF2-40B4-BE49-F238E27FC236}">
                <a16:creationId xmlns:a16="http://schemas.microsoft.com/office/drawing/2014/main" id="{622C50B5-A2EB-20D7-6B76-58DB77432541}"/>
              </a:ext>
            </a:extLst>
          </p:cNvPr>
          <p:cNvSpPr txBox="1">
            <a:spLocks noGrp="1"/>
          </p:cNvSpPr>
          <p:nvPr>
            <p:ph type="body" idx="1"/>
          </p:nvPr>
        </p:nvSpPr>
        <p:spPr>
          <a:xfrm>
            <a:off x="5427474" y="780068"/>
            <a:ext cx="5875526" cy="3087082"/>
          </a:xfrm>
          <a:prstGeom prst="rect">
            <a:avLst/>
          </a:prstGeom>
          <a:noFill/>
          <a:ln>
            <a:noFill/>
          </a:ln>
        </p:spPr>
        <p:txBody>
          <a:bodyPr spcFirstLastPara="1" wrap="square" lIns="60950" tIns="30467" rIns="60950" bIns="30467" anchor="t" anchorCtr="0">
            <a:normAutofit/>
          </a:bodyPr>
          <a:lstStyle/>
          <a:p>
            <a:pPr marL="0" lvl="0" indent="0">
              <a:spcBef>
                <a:spcPts val="0"/>
              </a:spcBef>
              <a:spcAft>
                <a:spcPts val="1200"/>
              </a:spcAft>
              <a:buClr>
                <a:schemeClr val="lt1"/>
              </a:buClr>
            </a:pPr>
            <a:r>
              <a:rPr lang="pt-BR" sz="1800" dirty="0"/>
              <a:t>Quer entender como seu Wi-Fi conecta os colegas de jogo? Desvende o segredo das máscaras de rede e domine a conexão, assistindo a esse vídeo imperdível.</a:t>
            </a:r>
          </a:p>
          <a:p>
            <a:pPr marL="0" lvl="0" indent="0">
              <a:spcBef>
                <a:spcPts val="0"/>
              </a:spcBef>
              <a:spcAft>
                <a:spcPts val="1200"/>
              </a:spcAft>
              <a:buClr>
                <a:schemeClr val="lt1"/>
              </a:buClr>
            </a:pPr>
            <a:r>
              <a:rPr lang="pt-BR" sz="1800" dirty="0"/>
              <a:t>DICIONARIOTEC. O que são a máscara de rede e sub-rede e como afetam o endereço IP!? YouTube, 17 jul. 2023. Disponível em: </a:t>
            </a:r>
            <a:r>
              <a:rPr lang="pt-BR" sz="1800" dirty="0">
                <a:hlinkClick r:id="rId3"/>
              </a:rPr>
              <a:t>https://www.youtube.com/watch?v=Tox1UY29sJU</a:t>
            </a:r>
            <a:r>
              <a:rPr lang="pt-BR" sz="1800" dirty="0"/>
              <a:t>. Acesso em: 14 out. 2025.</a:t>
            </a:r>
            <a:endParaRPr lang="pt-BR" sz="1800" b="1" dirty="0">
              <a:cs typeface="Poppins"/>
            </a:endParaRPr>
          </a:p>
        </p:txBody>
      </p:sp>
      <p:sp>
        <p:nvSpPr>
          <p:cNvPr id="2" name="Google Shape;145;p12">
            <a:extLst>
              <a:ext uri="{FF2B5EF4-FFF2-40B4-BE49-F238E27FC236}">
                <a16:creationId xmlns:a16="http://schemas.microsoft.com/office/drawing/2014/main" id="{8AFD5CF4-520D-C05E-0436-E4E65A8A0785}"/>
              </a:ext>
            </a:extLst>
          </p:cNvPr>
          <p:cNvSpPr txBox="1"/>
          <p:nvPr/>
        </p:nvSpPr>
        <p:spPr>
          <a:xfrm>
            <a:off x="1024125" y="1786467"/>
            <a:ext cx="3183000" cy="615553"/>
          </a:xfrm>
          <a:prstGeom prst="rect">
            <a:avLst/>
          </a:prstGeom>
          <a:noFill/>
          <a:ln>
            <a:noFill/>
          </a:ln>
        </p:spPr>
        <p:txBody>
          <a:bodyPr spcFirstLastPara="1" wrap="square" lIns="0" tIns="0" rIns="0" bIns="0" anchor="t" anchorCtr="0">
            <a:spAutoFit/>
          </a:bodyPr>
          <a:lstStyle/>
          <a:p>
            <a:pPr>
              <a:buSzPts val="6000"/>
            </a:pPr>
            <a:r>
              <a:rPr lang="pt-BR" sz="4000" b="1" dirty="0">
                <a:solidFill>
                  <a:schemeClr val="bg1"/>
                </a:solidFill>
                <a:latin typeface="Poppins"/>
                <a:ea typeface="Poppins"/>
                <a:cs typeface="Poppins"/>
                <a:sym typeface="Poppins"/>
              </a:rPr>
              <a:t>Saiba mais</a:t>
            </a:r>
            <a:endParaRPr lang="pt-BR" sz="4000" dirty="0">
              <a:solidFill>
                <a:schemeClr val="bg1"/>
              </a:solidFill>
              <a:latin typeface="Poppins Light"/>
              <a:ea typeface="Poppins Light"/>
              <a:cs typeface="Poppins Light"/>
              <a:sym typeface="Poppins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Texto 4">
            <a:extLst>
              <a:ext uri="{FF2B5EF4-FFF2-40B4-BE49-F238E27FC236}">
                <a16:creationId xmlns:a16="http://schemas.microsoft.com/office/drawing/2014/main" id="{5FA7FE17-1B51-A703-C60C-82294C88914A}"/>
              </a:ext>
            </a:extLst>
          </p:cNvPr>
          <p:cNvSpPr>
            <a:spLocks noGrp="1"/>
          </p:cNvSpPr>
          <p:nvPr>
            <p:ph type="body" idx="5"/>
          </p:nvPr>
        </p:nvSpPr>
        <p:spPr>
          <a:xfrm>
            <a:off x="1379991" y="1910836"/>
            <a:ext cx="9905331" cy="2861189"/>
          </a:xfrm>
        </p:spPr>
        <p:txBody>
          <a:bodyPr>
            <a:normAutofit lnSpcReduction="10000"/>
          </a:bodyPr>
          <a:lstStyle/>
          <a:p>
            <a:pPr>
              <a:spcBef>
                <a:spcPts val="0"/>
              </a:spcBef>
              <a:spcAft>
                <a:spcPts val="1200"/>
              </a:spcAft>
            </a:pPr>
            <a:r>
              <a:rPr lang="en-US" dirty="0">
                <a:effectLst/>
                <a:latin typeface="Poppins" panose="00000500000000000000" pitchFamily="2" charset="0"/>
                <a:cs typeface="Poppins" panose="00000500000000000000" pitchFamily="2" charset="0"/>
              </a:rPr>
              <a:t>BROOKSHEAR, J. G. </a:t>
            </a:r>
            <a:r>
              <a:rPr lang="en-US" b="1" dirty="0">
                <a:effectLst/>
                <a:latin typeface="Poppins" panose="00000500000000000000" pitchFamily="2" charset="0"/>
                <a:cs typeface="Poppins" panose="00000500000000000000" pitchFamily="2" charset="0"/>
              </a:rPr>
              <a:t>Ciência da </a:t>
            </a:r>
            <a:r>
              <a:rPr lang="en-US" b="1" dirty="0">
                <a:latin typeface="Poppins" panose="00000500000000000000" pitchFamily="2" charset="0"/>
                <a:cs typeface="Poppins" panose="00000500000000000000" pitchFamily="2" charset="0"/>
              </a:rPr>
              <a:t>computação</a:t>
            </a:r>
            <a:r>
              <a:rPr lang="en-US" dirty="0">
                <a:effectLst/>
                <a:latin typeface="Poppins" panose="00000500000000000000" pitchFamily="2" charset="0"/>
                <a:cs typeface="Poppins" panose="00000500000000000000" pitchFamily="2" charset="0"/>
              </a:rPr>
              <a:t>: uma visão abrangente. Porto Alegre: Bookman, 2013.</a:t>
            </a:r>
            <a:r>
              <a:rPr lang="en-US" dirty="0">
                <a:latin typeface="Poppins" panose="00000500000000000000" pitchFamily="2" charset="0"/>
                <a:cs typeface="Poppins" panose="00000500000000000000" pitchFamily="2" charset="0"/>
              </a:rPr>
              <a:t> </a:t>
            </a:r>
            <a:endParaRPr lang="pt-BR" dirty="0">
              <a:latin typeface="Poppins" panose="00000500000000000000" pitchFamily="2" charset="0"/>
              <a:cs typeface="Poppins" panose="00000500000000000000" pitchFamily="2" charset="0"/>
            </a:endParaRPr>
          </a:p>
          <a:p>
            <a:pPr>
              <a:spcBef>
                <a:spcPts val="0"/>
              </a:spcBef>
              <a:spcAft>
                <a:spcPts val="1200"/>
              </a:spcAft>
            </a:pPr>
            <a:r>
              <a:rPr lang="en-US" dirty="0">
                <a:effectLst/>
                <a:latin typeface="Poppins" panose="00000500000000000000" pitchFamily="2" charset="0"/>
                <a:cs typeface="Poppins" panose="00000500000000000000" pitchFamily="2" charset="0"/>
              </a:rPr>
              <a:t>MONTEIRO, M. A. </a:t>
            </a:r>
            <a:r>
              <a:rPr lang="en-US" b="1" dirty="0">
                <a:effectLst/>
                <a:latin typeface="Poppins" panose="00000500000000000000" pitchFamily="2" charset="0"/>
                <a:cs typeface="Poppins" panose="00000500000000000000" pitchFamily="2" charset="0"/>
              </a:rPr>
              <a:t>Introdução à </a:t>
            </a:r>
            <a:r>
              <a:rPr lang="en-US" b="1" dirty="0">
                <a:latin typeface="Poppins" panose="00000500000000000000" pitchFamily="2" charset="0"/>
                <a:cs typeface="Poppins" panose="00000500000000000000" pitchFamily="2" charset="0"/>
              </a:rPr>
              <a:t>organização </a:t>
            </a:r>
            <a:r>
              <a:rPr lang="en-US" b="1" dirty="0">
                <a:effectLst/>
                <a:latin typeface="Poppins" panose="00000500000000000000" pitchFamily="2" charset="0"/>
                <a:cs typeface="Poppins" panose="00000500000000000000" pitchFamily="2" charset="0"/>
              </a:rPr>
              <a:t>de </a:t>
            </a:r>
            <a:r>
              <a:rPr lang="en-US" b="1" dirty="0">
                <a:latin typeface="Poppins" panose="00000500000000000000" pitchFamily="2" charset="0"/>
                <a:cs typeface="Poppins" panose="00000500000000000000" pitchFamily="2" charset="0"/>
              </a:rPr>
              <a:t>computadores</a:t>
            </a:r>
            <a:r>
              <a:rPr lang="en-US" dirty="0">
                <a:effectLst/>
                <a:latin typeface="Poppins" panose="00000500000000000000" pitchFamily="2" charset="0"/>
                <a:cs typeface="Poppins" panose="00000500000000000000" pitchFamily="2" charset="0"/>
              </a:rPr>
              <a:t>. Rio de Janeiro: LTC, </a:t>
            </a:r>
            <a:r>
              <a:rPr lang="en-US" dirty="0">
                <a:latin typeface="Poppins" panose="00000500000000000000" pitchFamily="2" charset="0"/>
                <a:cs typeface="Poppins" panose="00000500000000000000" pitchFamily="2" charset="0"/>
              </a:rPr>
              <a:t>2019</a:t>
            </a:r>
            <a:r>
              <a:rPr lang="en-US" dirty="0">
                <a:effectLst/>
                <a:latin typeface="Poppins" panose="00000500000000000000" pitchFamily="2" charset="0"/>
                <a:cs typeface="Poppins" panose="00000500000000000000" pitchFamily="2" charset="0"/>
              </a:rPr>
              <a:t>.</a:t>
            </a:r>
            <a:r>
              <a:rPr lang="en-US" dirty="0">
                <a:latin typeface="Poppins" panose="00000500000000000000" pitchFamily="2" charset="0"/>
                <a:cs typeface="Poppins" panose="00000500000000000000" pitchFamily="2" charset="0"/>
              </a:rPr>
              <a:t> </a:t>
            </a:r>
            <a:endParaRPr lang="pt-BR" dirty="0">
              <a:latin typeface="Poppins" panose="00000500000000000000" pitchFamily="2" charset="0"/>
              <a:cs typeface="Poppins" panose="00000500000000000000" pitchFamily="2" charset="0"/>
            </a:endParaRPr>
          </a:p>
          <a:p>
            <a:pPr>
              <a:spcBef>
                <a:spcPts val="0"/>
              </a:spcBef>
              <a:spcAft>
                <a:spcPts val="1200"/>
              </a:spcAft>
            </a:pPr>
            <a:r>
              <a:rPr lang="en-US" dirty="0">
                <a:effectLst/>
                <a:latin typeface="Poppins" panose="00000500000000000000" pitchFamily="2" charset="0"/>
                <a:cs typeface="Poppins" panose="00000500000000000000" pitchFamily="2" charset="0"/>
              </a:rPr>
              <a:t>STALLINGS, W. </a:t>
            </a:r>
            <a:r>
              <a:rPr lang="en-US" b="1" dirty="0">
                <a:effectLst/>
                <a:latin typeface="Poppins" panose="00000500000000000000" pitchFamily="2" charset="0"/>
                <a:cs typeface="Poppins" panose="00000500000000000000" pitchFamily="2" charset="0"/>
              </a:rPr>
              <a:t>Arquitetura e </a:t>
            </a:r>
            <a:r>
              <a:rPr lang="en-US" b="1" dirty="0">
                <a:latin typeface="Poppins" panose="00000500000000000000" pitchFamily="2" charset="0"/>
                <a:cs typeface="Poppins" panose="00000500000000000000" pitchFamily="2" charset="0"/>
              </a:rPr>
              <a:t>organização </a:t>
            </a:r>
            <a:r>
              <a:rPr lang="en-US" b="1" dirty="0">
                <a:effectLst/>
                <a:latin typeface="Poppins" panose="00000500000000000000" pitchFamily="2" charset="0"/>
                <a:cs typeface="Poppins" panose="00000500000000000000" pitchFamily="2" charset="0"/>
              </a:rPr>
              <a:t>de </a:t>
            </a:r>
            <a:r>
              <a:rPr lang="en-US" b="1" dirty="0">
                <a:latin typeface="Poppins" panose="00000500000000000000" pitchFamily="2" charset="0"/>
                <a:cs typeface="Poppins" panose="00000500000000000000" pitchFamily="2" charset="0"/>
              </a:rPr>
              <a:t>computadores</a:t>
            </a:r>
            <a:r>
              <a:rPr lang="en-US" dirty="0">
                <a:effectLst/>
                <a:latin typeface="Poppins" panose="00000500000000000000" pitchFamily="2" charset="0"/>
                <a:cs typeface="Poppins" panose="00000500000000000000" pitchFamily="2" charset="0"/>
              </a:rPr>
              <a:t>. São Paulo: Pearson</a:t>
            </a:r>
            <a:r>
              <a:rPr lang="en-US" dirty="0">
                <a:latin typeface="Poppins" panose="00000500000000000000" pitchFamily="2" charset="0"/>
                <a:cs typeface="Poppins" panose="00000500000000000000" pitchFamily="2" charset="0"/>
              </a:rPr>
              <a:t> Education do Brasil</a:t>
            </a:r>
            <a:r>
              <a:rPr lang="en-US" dirty="0">
                <a:effectLst/>
                <a:latin typeface="Poppins" panose="00000500000000000000" pitchFamily="2" charset="0"/>
                <a:cs typeface="Poppins" panose="00000500000000000000" pitchFamily="2" charset="0"/>
              </a:rPr>
              <a:t>, 2017.</a:t>
            </a:r>
            <a:r>
              <a:rPr lang="en-US" dirty="0">
                <a:latin typeface="Poppins" panose="00000500000000000000" pitchFamily="2" charset="0"/>
                <a:cs typeface="Poppins" panose="00000500000000000000" pitchFamily="2" charset="0"/>
              </a:rPr>
              <a:t> </a:t>
            </a:r>
            <a:endParaRPr lang="pt-BR" dirty="0">
              <a:latin typeface="Poppins" panose="00000500000000000000" pitchFamily="2" charset="0"/>
              <a:cs typeface="Poppins" panose="00000500000000000000" pitchFamily="2" charset="0"/>
            </a:endParaRPr>
          </a:p>
          <a:p>
            <a:pPr>
              <a:spcBef>
                <a:spcPts val="0"/>
              </a:spcBef>
              <a:spcAft>
                <a:spcPts val="1200"/>
              </a:spcAft>
            </a:pPr>
            <a:r>
              <a:rPr lang="en-US" dirty="0">
                <a:effectLst/>
                <a:latin typeface="Poppins" panose="00000500000000000000" pitchFamily="2" charset="0"/>
                <a:cs typeface="Poppins" panose="00000500000000000000" pitchFamily="2" charset="0"/>
              </a:rPr>
              <a:t>TANENBAUM, A. S.; AUSTIN, T. </a:t>
            </a:r>
            <a:r>
              <a:rPr lang="en-US" b="1" dirty="0">
                <a:effectLst/>
                <a:latin typeface="Poppins" panose="00000500000000000000" pitchFamily="2" charset="0"/>
                <a:cs typeface="Poppins" panose="00000500000000000000" pitchFamily="2" charset="0"/>
              </a:rPr>
              <a:t>Organização estruturada de computadores</a:t>
            </a:r>
            <a:r>
              <a:rPr lang="en-US" dirty="0">
                <a:effectLst/>
                <a:latin typeface="Poppins" panose="00000500000000000000" pitchFamily="2" charset="0"/>
                <a:cs typeface="Poppins" panose="00000500000000000000" pitchFamily="2" charset="0"/>
              </a:rPr>
              <a:t>. São Paulo: Pearson</a:t>
            </a:r>
            <a:r>
              <a:rPr lang="en-US" dirty="0">
                <a:latin typeface="Poppins" panose="00000500000000000000" pitchFamily="2" charset="0"/>
                <a:cs typeface="Poppins" panose="00000500000000000000" pitchFamily="2" charset="0"/>
              </a:rPr>
              <a:t> Prentice Hall</a:t>
            </a:r>
            <a:r>
              <a:rPr lang="en-US" dirty="0">
                <a:effectLst/>
                <a:latin typeface="Poppins" panose="00000500000000000000" pitchFamily="2" charset="0"/>
                <a:cs typeface="Poppins" panose="00000500000000000000" pitchFamily="2" charset="0"/>
              </a:rPr>
              <a:t>, </a:t>
            </a:r>
            <a:r>
              <a:rPr lang="en-US" dirty="0">
                <a:latin typeface="Poppins" panose="00000500000000000000" pitchFamily="2" charset="0"/>
                <a:cs typeface="Poppins" panose="00000500000000000000" pitchFamily="2" charset="0"/>
              </a:rPr>
              <a:t>2013</a:t>
            </a:r>
            <a:r>
              <a:rPr lang="en-US" dirty="0">
                <a:effectLst/>
                <a:latin typeface="Poppins" panose="00000500000000000000" pitchFamily="2" charset="0"/>
                <a:cs typeface="Poppins" panose="00000500000000000000" pitchFamily="2" charset="0"/>
              </a:rPr>
              <a:t>.</a:t>
            </a:r>
            <a:r>
              <a:rPr lang="en-US" dirty="0">
                <a:latin typeface="Poppins" panose="00000500000000000000" pitchFamily="2" charset="0"/>
                <a:cs typeface="Poppins" panose="00000500000000000000" pitchFamily="2" charset="0"/>
              </a:rPr>
              <a:t> </a:t>
            </a:r>
            <a:endParaRPr lang="pt-BR" dirty="0">
              <a:latin typeface="Poppins" panose="00000500000000000000" pitchFamily="2" charset="0"/>
              <a:cs typeface="Poppins" panose="00000500000000000000" pitchFamily="2" charset="0"/>
            </a:endParaRPr>
          </a:p>
          <a:p>
            <a:pPr>
              <a:spcBef>
                <a:spcPts val="0"/>
              </a:spcBef>
              <a:spcAft>
                <a:spcPts val="1200"/>
              </a:spcAft>
            </a:pPr>
            <a:r>
              <a:rPr lang="en-US" dirty="0">
                <a:effectLst/>
                <a:latin typeface="Poppins" panose="00000500000000000000" pitchFamily="2" charset="0"/>
                <a:cs typeface="Poppins" panose="00000500000000000000" pitchFamily="2" charset="0"/>
              </a:rPr>
              <a:t>Identidade visual: imagens ©</a:t>
            </a:r>
            <a:r>
              <a:rPr lang="en-US" dirty="0">
                <a:latin typeface="Poppins" panose="00000500000000000000" pitchFamily="2" charset="0"/>
                <a:cs typeface="Poppins" panose="00000500000000000000" pitchFamily="2" charset="0"/>
              </a:rPr>
              <a:t> </a:t>
            </a:r>
            <a:r>
              <a:rPr lang="en-US" dirty="0">
                <a:effectLst/>
                <a:latin typeface="Poppins" panose="00000500000000000000" pitchFamily="2" charset="0"/>
                <a:cs typeface="Poppins" panose="00000500000000000000" pitchFamily="2" charset="0"/>
              </a:rPr>
              <a:t>Getty Images</a:t>
            </a:r>
            <a:endParaRPr lang="en-US" sz="1800" dirty="0">
              <a:latin typeface="Arial"/>
              <a:cs typeface="Arial"/>
            </a:endParaRPr>
          </a:p>
          <a:p>
            <a:pPr>
              <a:spcBef>
                <a:spcPts val="0"/>
              </a:spcBef>
              <a:spcAft>
                <a:spcPts val="1200"/>
              </a:spcAft>
            </a:pPr>
            <a:endParaRPr lang="pt-BR" sz="1800" dirty="0">
              <a:latin typeface="Poppins"/>
              <a:cs typeface="Poppins"/>
            </a:endParaRPr>
          </a:p>
        </p:txBody>
      </p:sp>
      <p:sp>
        <p:nvSpPr>
          <p:cNvPr id="2" name="CaixaDeTexto 1">
            <a:extLst>
              <a:ext uri="{FF2B5EF4-FFF2-40B4-BE49-F238E27FC236}">
                <a16:creationId xmlns:a16="http://schemas.microsoft.com/office/drawing/2014/main" id="{7262BEEF-0307-48FF-6E67-C6CA173D0375}"/>
              </a:ext>
            </a:extLst>
          </p:cNvPr>
          <p:cNvSpPr txBox="1"/>
          <p:nvPr/>
        </p:nvSpPr>
        <p:spPr>
          <a:xfrm>
            <a:off x="3245708" y="139219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extLst>
      <p:ext uri="{BB962C8B-B14F-4D97-AF65-F5344CB8AC3E}">
        <p14:creationId xmlns:p14="http://schemas.microsoft.com/office/powerpoint/2010/main" val="221399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4669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FC5E477A-2A5F-1F86-7495-AA29D23969CC}"/>
              </a:ext>
            </a:extLst>
          </p:cNvPr>
          <p:cNvSpPr txBox="1"/>
          <p:nvPr/>
        </p:nvSpPr>
        <p:spPr>
          <a:xfrm>
            <a:off x="941266" y="2558299"/>
            <a:ext cx="10877419" cy="3398366"/>
          </a:xfrm>
          <a:prstGeom prst="rect">
            <a:avLst/>
          </a:prstGeom>
          <a:noFill/>
          <a:ln>
            <a:noFill/>
          </a:ln>
        </p:spPr>
        <p:txBody>
          <a:bodyPr wrap="square" lIns="60960" tIns="30480" rIns="60960" bIns="30480" anchor="t">
            <a:spAutoFit/>
          </a:bodyPr>
          <a:lstStyle/>
          <a:p>
            <a:pPr defTabSz="609630">
              <a:buClrTx/>
              <a:defRPr/>
            </a:pPr>
            <a:r>
              <a:rPr lang="pt-BR" sz="1000" b="1" dirty="0">
                <a:latin typeface="Poppins" panose="00000500000000000000" pitchFamily="2" charset="0"/>
                <a:cs typeface="Poppins" panose="00000500000000000000" pitchFamily="2" charset="0"/>
              </a:rPr>
              <a:t>Orientações: </a:t>
            </a:r>
            <a:r>
              <a:rPr lang="pt-BR" sz="1000" kern="100" dirty="0">
                <a:latin typeface="Poppins" panose="00000500000000000000" pitchFamily="2" charset="0"/>
                <a:ea typeface="Aptos" panose="020B0004020202020204" pitchFamily="34" charset="0"/>
                <a:cs typeface="Poppins" panose="00000500000000000000" pitchFamily="2" charset="0"/>
              </a:rPr>
              <a:t>professor, a seção</a:t>
            </a:r>
            <a:r>
              <a:rPr lang="pt-BR" sz="1000" b="1" kern="100" dirty="0">
                <a:latin typeface="Poppins" panose="00000500000000000000" pitchFamily="2" charset="0"/>
                <a:ea typeface="Aptos" panose="020B0004020202020204" pitchFamily="34" charset="0"/>
                <a:cs typeface="Poppins" panose="00000500000000000000" pitchFamily="2" charset="0"/>
              </a:rPr>
              <a:t> Ponto de partida</a:t>
            </a:r>
            <a:r>
              <a:rPr lang="pt-BR" sz="1000" kern="100" dirty="0">
                <a:latin typeface="Poppins" panose="00000500000000000000" pitchFamily="2" charset="0"/>
                <a:ea typeface="Aptos" panose="020B0004020202020204" pitchFamily="34" charset="0"/>
                <a:cs typeface="Poppins" panose="00000500000000000000" pitchFamily="2" charset="0"/>
              </a:rPr>
              <a:t> tem como objetivos ativar o conhecimento prévio dos estudantes sobre o tema da aula e estimular seu pensamento crítico e suas habilidades comunicativas. Por meio de uma situação-problema ou exemplo próximo da realidade dos estudantes, pretende-se sair da abstração conceitual e promover um diálogo dinâmico para explorar hipóteses, soluções e compartilhar eventuais experiências que eles já possam ter com os tópicos a serem abordados na aula. Também é um momento de engajá-los em relação ao tema da aula.</a:t>
            </a:r>
            <a:endParaRPr lang="pt-BR" sz="1000" dirty="0">
              <a:latin typeface="Poppins" panose="00000500000000000000" pitchFamily="2" charset="0"/>
              <a:cs typeface="Poppins" panose="00000500000000000000" pitchFamily="2" charset="0"/>
            </a:endParaRPr>
          </a:p>
          <a:p>
            <a:pPr rtl="0" fontAlgn="base"/>
            <a:endParaRPr lang="pt-BR" sz="1000" b="1" dirty="0">
              <a:latin typeface="Poppins" panose="00000500000000000000" pitchFamily="2" charset="0"/>
              <a:cs typeface="Poppins" panose="00000500000000000000" pitchFamily="2" charset="0"/>
            </a:endParaRPr>
          </a:p>
          <a:p>
            <a:pPr rtl="0" fontAlgn="base"/>
            <a:r>
              <a:rPr lang="pt-BR" sz="1000" b="1" dirty="0">
                <a:latin typeface="Poppins" panose="00000500000000000000" pitchFamily="2" charset="0"/>
                <a:cs typeface="Poppins" panose="00000500000000000000" pitchFamily="2" charset="0"/>
              </a:rPr>
              <a:t>Tempo previsto: </a:t>
            </a:r>
            <a:r>
              <a:rPr lang="pt-BR" sz="1000" dirty="0">
                <a:latin typeface="Poppins" panose="00000500000000000000" pitchFamily="2" charset="0"/>
                <a:cs typeface="Poppins" panose="00000500000000000000" pitchFamily="2" charset="0"/>
              </a:rPr>
              <a:t>8 minutos.</a:t>
            </a:r>
          </a:p>
          <a:p>
            <a:pPr>
              <a:lnSpc>
                <a:spcPct val="107000"/>
              </a:lnSpc>
              <a:spcAft>
                <a:spcPts val="800"/>
              </a:spcAft>
            </a:pPr>
            <a:endParaRPr lang="pt-BR" sz="1000" b="1" dirty="0">
              <a:latin typeface="Poppins" panose="00000500000000000000" pitchFamily="2" charset="0"/>
              <a:cs typeface="Poppins" panose="00000500000000000000" pitchFamily="2" charset="0"/>
            </a:endParaRPr>
          </a:p>
          <a:p>
            <a:pPr>
              <a:lnSpc>
                <a:spcPct val="107000"/>
              </a:lnSpc>
              <a:spcAft>
                <a:spcPts val="800"/>
              </a:spcAft>
            </a:pPr>
            <a:r>
              <a:rPr lang="pt-BR" sz="1000" b="1" dirty="0">
                <a:latin typeface="Poppins" panose="00000500000000000000" pitchFamily="2" charset="0"/>
                <a:cs typeface="Poppins" panose="00000500000000000000" pitchFamily="2" charset="0"/>
              </a:rPr>
              <a:t>Gestão de sala de aula:</a:t>
            </a:r>
            <a:r>
              <a:rPr lang="pt-BR" sz="1000" dirty="0">
                <a:latin typeface="Poppins" panose="00000500000000000000" pitchFamily="2" charset="0"/>
                <a:cs typeface="Poppins" panose="00000500000000000000" pitchFamily="2" charset="0"/>
              </a:rPr>
              <a:t> </a:t>
            </a:r>
            <a:r>
              <a:rPr lang="pt-BR" sz="1000" kern="100" dirty="0">
                <a:latin typeface="Poppins" panose="00000500000000000000" pitchFamily="2" charset="0"/>
                <a:ea typeface="Aptos" panose="020B0004020202020204" pitchFamily="34" charset="0"/>
                <a:cs typeface="Poppins" panose="00000500000000000000" pitchFamily="2" charset="0"/>
              </a:rPr>
              <a:t>assegure que todos os estudantes tenham a oportunidade de participar. Se necessário, faça rodízio ou direcione perguntas a estudantes que estejam menos ativos, para garantir a participação de todos. Mantenha um ambiente de respeito, no qual todas as opiniões sejam valorizadas, garantindo que todos se sintam confortáveis para expressar seus pontos de vista. Conclua a atividade resumindo as principais ideias discutidas e vinculando-as aos objetivos de aprendizagem da aula. </a:t>
            </a:r>
          </a:p>
          <a:p>
            <a:pPr rtl="0" fontAlgn="base"/>
            <a:r>
              <a:rPr lang="pt-BR" sz="1000" b="1" dirty="0">
                <a:latin typeface="Poppins" panose="00000500000000000000" pitchFamily="2" charset="0"/>
                <a:cs typeface="Poppins" panose="00000500000000000000" pitchFamily="2" charset="0"/>
              </a:rPr>
              <a:t>Condução da dinâmica: </a:t>
            </a:r>
            <a:r>
              <a:rPr lang="pt-BR" sz="1000" dirty="0">
                <a:latin typeface="Poppins" panose="00000500000000000000" pitchFamily="2" charset="0"/>
                <a:cs typeface="Poppins" panose="00000500000000000000" pitchFamily="2" charset="0"/>
              </a:rPr>
              <a:t>apresente o contexto para os alunos: </a:t>
            </a:r>
          </a:p>
          <a:p>
            <a:r>
              <a:rPr lang="pt-BR" sz="1000" b="1" dirty="0">
                <a:latin typeface="Poppins" panose="00000500000000000000" pitchFamily="2" charset="0"/>
                <a:cs typeface="Poppins" panose="00000500000000000000" pitchFamily="2" charset="0"/>
              </a:rPr>
              <a:t>Discussão da pergunta (5 minutos): </a:t>
            </a:r>
            <a:r>
              <a:rPr lang="pt-BR" sz="1000" dirty="0">
                <a:latin typeface="Poppins" panose="00000500000000000000" pitchFamily="2" charset="0"/>
                <a:cs typeface="Poppins" panose="00000500000000000000" pitchFamily="2" charset="0"/>
              </a:rPr>
              <a:t>apresente a questão e dê tempo para os alunos pensarem e discutirem. </a:t>
            </a:r>
          </a:p>
          <a:p>
            <a:r>
              <a:rPr lang="pt-BR" sz="1000" b="1" dirty="0">
                <a:latin typeface="Poppins" panose="00000500000000000000" pitchFamily="2" charset="0"/>
                <a:cs typeface="Poppins" panose="00000500000000000000" pitchFamily="2" charset="0"/>
              </a:rPr>
              <a:t>Apresentação (3 minutos): </a:t>
            </a:r>
            <a:r>
              <a:rPr lang="pt-BR" sz="1000" dirty="0">
                <a:latin typeface="Poppins" panose="00000500000000000000" pitchFamily="2" charset="0"/>
                <a:cs typeface="Poppins" panose="00000500000000000000" pitchFamily="2" charset="0"/>
              </a:rPr>
              <a:t>peça para alguns alunos compartilharem suas ideias com a turma.</a:t>
            </a:r>
          </a:p>
          <a:p>
            <a:endParaRPr lang="pt-BR" sz="1000" b="1"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Expectativas de respostas: </a:t>
            </a:r>
            <a:r>
              <a:rPr lang="pt-BR" sz="1000" dirty="0">
                <a:latin typeface="Poppins" panose="00000500000000000000" pitchFamily="2" charset="0"/>
                <a:cs typeface="Poppins" panose="00000500000000000000" pitchFamily="2" charset="0"/>
              </a:rPr>
              <a:t>não há resposta certa ou errada. Os alunos podem sugerir explicações como:</a:t>
            </a:r>
          </a:p>
          <a:p>
            <a:r>
              <a:rPr lang="pt-BR" sz="1000" dirty="0">
                <a:latin typeface="Poppins" panose="00000500000000000000" pitchFamily="2" charset="0"/>
                <a:cs typeface="Poppins" panose="00000500000000000000" pitchFamily="2" charset="0"/>
              </a:rPr>
              <a:t>“O celular deve ter um número de identificação.”</a:t>
            </a:r>
          </a:p>
          <a:p>
            <a:r>
              <a:rPr lang="pt-BR" sz="1000" dirty="0">
                <a:latin typeface="Poppins" panose="00000500000000000000" pitchFamily="2" charset="0"/>
                <a:cs typeface="Poppins" panose="00000500000000000000" pitchFamily="2" charset="0"/>
              </a:rPr>
              <a:t>“O aplicativo escolhe o caminho automaticamente.”</a:t>
            </a:r>
          </a:p>
          <a:p>
            <a:r>
              <a:rPr lang="pt-BR" sz="1000" dirty="0">
                <a:latin typeface="Poppins" panose="00000500000000000000" pitchFamily="2" charset="0"/>
                <a:cs typeface="Poppins" panose="00000500000000000000" pitchFamily="2" charset="0"/>
              </a:rPr>
              <a:t>“Existe um código que indica o aparelho correto.”</a:t>
            </a:r>
            <a:br>
              <a:rPr lang="pt-BR" sz="1000" dirty="0">
                <a:latin typeface="Poppins" panose="00000500000000000000" pitchFamily="2" charset="0"/>
                <a:cs typeface="Poppins" panose="00000500000000000000" pitchFamily="2" charset="0"/>
              </a:rPr>
            </a:br>
            <a:r>
              <a:rPr lang="pt-BR" sz="1000" dirty="0">
                <a:latin typeface="Poppins" panose="00000500000000000000" pitchFamily="2" charset="0"/>
                <a:cs typeface="Poppins" panose="00000500000000000000" pitchFamily="2" charset="0"/>
              </a:rPr>
              <a:t>O importante é que percebam que deve haver um </a:t>
            </a:r>
            <a:r>
              <a:rPr lang="pt-BR" sz="1000" b="1" dirty="0">
                <a:latin typeface="Poppins" panose="00000500000000000000" pitchFamily="2" charset="0"/>
                <a:cs typeface="Poppins" panose="00000500000000000000" pitchFamily="2" charset="0"/>
              </a:rPr>
              <a:t>endereço único</a:t>
            </a:r>
            <a:r>
              <a:rPr lang="pt-BR" sz="1000" dirty="0">
                <a:latin typeface="Poppins" panose="00000500000000000000" pitchFamily="2" charset="0"/>
                <a:cs typeface="Poppins" panose="00000500000000000000" pitchFamily="2" charset="0"/>
              </a:rPr>
              <a:t> que identifica cada dispositivo conectado à rede.</a:t>
            </a:r>
          </a:p>
        </p:txBody>
      </p:sp>
      <p:sp>
        <p:nvSpPr>
          <p:cNvPr id="15" name="Retângulo 14">
            <a:extLst>
              <a:ext uri="{FF2B5EF4-FFF2-40B4-BE49-F238E27FC236}">
                <a16:creationId xmlns:a16="http://schemas.microsoft.com/office/drawing/2014/main" id="{EFD226EF-7124-3D3B-4BD4-942DA94DCDB5}"/>
              </a:ext>
            </a:extLst>
          </p:cNvPr>
          <p:cNvSpPr/>
          <p:nvPr/>
        </p:nvSpPr>
        <p:spPr>
          <a:xfrm>
            <a:off x="0" y="1958230"/>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endParaRPr lang="pt-BR" dirty="0">
              <a:solidFill>
                <a:srgbClr val="FFFFFF"/>
              </a:solidFill>
              <a:latin typeface="Arial"/>
            </a:endParaRPr>
          </a:p>
        </p:txBody>
      </p:sp>
      <p:sp>
        <p:nvSpPr>
          <p:cNvPr id="20" name="CaixaDeTexto 19">
            <a:extLst>
              <a:ext uri="{FF2B5EF4-FFF2-40B4-BE49-F238E27FC236}">
                <a16:creationId xmlns:a16="http://schemas.microsoft.com/office/drawing/2014/main" id="{4BAEA59D-DF85-23C3-4F29-DB5660C4FFCC}"/>
              </a:ext>
            </a:extLst>
          </p:cNvPr>
          <p:cNvSpPr txBox="1"/>
          <p:nvPr/>
        </p:nvSpPr>
        <p:spPr>
          <a:xfrm>
            <a:off x="985520" y="1968390"/>
            <a:ext cx="5923280" cy="543172"/>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pitchFamily="2" charset="77"/>
                <a:cs typeface="Poppins" pitchFamily="2" charset="77"/>
              </a:rPr>
              <a:t>Slide 6</a:t>
            </a:r>
          </a:p>
        </p:txBody>
      </p:sp>
      <p:cxnSp>
        <p:nvCxnSpPr>
          <p:cNvPr id="21" name="Conector Reto 6">
            <a:extLst>
              <a:ext uri="{FF2B5EF4-FFF2-40B4-BE49-F238E27FC236}">
                <a16:creationId xmlns:a16="http://schemas.microsoft.com/office/drawing/2014/main" id="{BCE0BFCD-A08A-231A-775F-76725EC8275F}"/>
              </a:ext>
            </a:extLst>
          </p:cNvPr>
          <p:cNvCxnSpPr>
            <a:cxnSpLocks/>
          </p:cNvCxnSpPr>
          <p:nvPr/>
        </p:nvCxnSpPr>
        <p:spPr>
          <a:xfrm flipV="1">
            <a:off x="688952" y="2208958"/>
            <a:ext cx="0" cy="3934667"/>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2" name="Oval 8">
            <a:extLst>
              <a:ext uri="{FF2B5EF4-FFF2-40B4-BE49-F238E27FC236}">
                <a16:creationId xmlns:a16="http://schemas.microsoft.com/office/drawing/2014/main" id="{F5F245B4-7802-3925-C674-664CE875B081}"/>
              </a:ext>
            </a:extLst>
          </p:cNvPr>
          <p:cNvSpPr/>
          <p:nvPr/>
        </p:nvSpPr>
        <p:spPr>
          <a:xfrm>
            <a:off x="495913" y="5189805"/>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23" name="Oval 10">
            <a:extLst>
              <a:ext uri="{FF2B5EF4-FFF2-40B4-BE49-F238E27FC236}">
                <a16:creationId xmlns:a16="http://schemas.microsoft.com/office/drawing/2014/main" id="{CC84B630-89E1-2FB4-859F-F21643B55766}"/>
              </a:ext>
            </a:extLst>
          </p:cNvPr>
          <p:cNvSpPr/>
          <p:nvPr/>
        </p:nvSpPr>
        <p:spPr>
          <a:xfrm>
            <a:off x="495913" y="3723050"/>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24" name="Oval 11">
            <a:extLst>
              <a:ext uri="{FF2B5EF4-FFF2-40B4-BE49-F238E27FC236}">
                <a16:creationId xmlns:a16="http://schemas.microsoft.com/office/drawing/2014/main" id="{EC7F6AD3-E820-E455-13E0-ACD8F4CC63A2}"/>
              </a:ext>
            </a:extLst>
          </p:cNvPr>
          <p:cNvSpPr/>
          <p:nvPr/>
        </p:nvSpPr>
        <p:spPr>
          <a:xfrm>
            <a:off x="495913" y="3205841"/>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25" name="Oval 12">
            <a:extLst>
              <a:ext uri="{FF2B5EF4-FFF2-40B4-BE49-F238E27FC236}">
                <a16:creationId xmlns:a16="http://schemas.microsoft.com/office/drawing/2014/main" id="{8ECB0DDA-1E17-7A5A-E633-061DAE8AD6BB}"/>
              </a:ext>
            </a:extLst>
          </p:cNvPr>
          <p:cNvSpPr/>
          <p:nvPr/>
        </p:nvSpPr>
        <p:spPr>
          <a:xfrm>
            <a:off x="495913" y="2511562"/>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26" name="Google Shape;2216;p100">
            <a:extLst>
              <a:ext uri="{FF2B5EF4-FFF2-40B4-BE49-F238E27FC236}">
                <a16:creationId xmlns:a16="http://schemas.microsoft.com/office/drawing/2014/main" id="{F65B9A5C-7612-96BC-804F-7B9C8F83685E}"/>
              </a:ext>
            </a:extLst>
          </p:cNvPr>
          <p:cNvSpPr/>
          <p:nvPr/>
        </p:nvSpPr>
        <p:spPr>
          <a:xfrm>
            <a:off x="570335" y="2610118"/>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pic>
        <p:nvPicPr>
          <p:cNvPr id="27" name="Imagem 26">
            <a:extLst>
              <a:ext uri="{FF2B5EF4-FFF2-40B4-BE49-F238E27FC236}">
                <a16:creationId xmlns:a16="http://schemas.microsoft.com/office/drawing/2014/main" id="{6888448A-0924-D978-90B2-0CA1425A589A}"/>
              </a:ext>
            </a:extLst>
          </p:cNvPr>
          <p:cNvPicPr>
            <a:picLocks noChangeAspect="1"/>
          </p:cNvPicPr>
          <p:nvPr/>
        </p:nvPicPr>
        <p:blipFill>
          <a:blip r:embed="rId3"/>
          <a:srcRect/>
          <a:stretch/>
        </p:blipFill>
        <p:spPr>
          <a:xfrm>
            <a:off x="611730" y="3299547"/>
            <a:ext cx="154445" cy="193056"/>
          </a:xfrm>
          <a:prstGeom prst="rect">
            <a:avLst/>
          </a:prstGeom>
        </p:spPr>
      </p:pic>
      <p:sp>
        <p:nvSpPr>
          <p:cNvPr id="28" name="Google Shape;2223;p100">
            <a:extLst>
              <a:ext uri="{FF2B5EF4-FFF2-40B4-BE49-F238E27FC236}">
                <a16:creationId xmlns:a16="http://schemas.microsoft.com/office/drawing/2014/main" id="{143A7080-7BB9-E495-4CC9-29DC9F82B3E4}"/>
              </a:ext>
            </a:extLst>
          </p:cNvPr>
          <p:cNvSpPr>
            <a:spLocks/>
          </p:cNvSpPr>
          <p:nvPr/>
        </p:nvSpPr>
        <p:spPr>
          <a:xfrm>
            <a:off x="566080" y="3801480"/>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pic>
        <p:nvPicPr>
          <p:cNvPr id="29" name="Gráfico 28">
            <a:extLst>
              <a:ext uri="{FF2B5EF4-FFF2-40B4-BE49-F238E27FC236}">
                <a16:creationId xmlns:a16="http://schemas.microsoft.com/office/drawing/2014/main" id="{D7DDFFD3-3DBF-A5AB-995F-C5918E1557F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4939" y="5243926"/>
            <a:ext cx="208026" cy="266700"/>
          </a:xfrm>
          <a:prstGeom prst="rect">
            <a:avLst/>
          </a:prstGeom>
        </p:spPr>
      </p:pic>
      <p:sp>
        <p:nvSpPr>
          <p:cNvPr id="30" name="Oval 9">
            <a:extLst>
              <a:ext uri="{FF2B5EF4-FFF2-40B4-BE49-F238E27FC236}">
                <a16:creationId xmlns:a16="http://schemas.microsoft.com/office/drawing/2014/main" id="{254BA4DE-09FF-26A7-084F-29C028C53D39}"/>
              </a:ext>
            </a:extLst>
          </p:cNvPr>
          <p:cNvSpPr/>
          <p:nvPr/>
        </p:nvSpPr>
        <p:spPr>
          <a:xfrm>
            <a:off x="495913" y="4455206"/>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pic>
        <p:nvPicPr>
          <p:cNvPr id="31" name="Gráfico 30">
            <a:extLst>
              <a:ext uri="{FF2B5EF4-FFF2-40B4-BE49-F238E27FC236}">
                <a16:creationId xmlns:a16="http://schemas.microsoft.com/office/drawing/2014/main" id="{3897E01C-D4A7-E90A-2625-B7EFF5BBB07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71304" y="4525661"/>
            <a:ext cx="235296" cy="240643"/>
          </a:xfrm>
          <a:prstGeom prst="rect">
            <a:avLst/>
          </a:prstGeom>
        </p:spPr>
      </p:pic>
      <p:sp>
        <p:nvSpPr>
          <p:cNvPr id="32" name="Retângulo 31">
            <a:extLst>
              <a:ext uri="{FF2B5EF4-FFF2-40B4-BE49-F238E27FC236}">
                <a16:creationId xmlns:a16="http://schemas.microsoft.com/office/drawing/2014/main" id="{A16B2C57-9311-17E5-D84F-EE0B7090092F}"/>
              </a:ext>
            </a:extLst>
          </p:cNvPr>
          <p:cNvSpPr/>
          <p:nvPr/>
        </p:nvSpPr>
        <p:spPr>
          <a:xfrm>
            <a:off x="0" y="0"/>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endParaRPr lang="pt-BR" dirty="0">
              <a:solidFill>
                <a:srgbClr val="FFFFFF"/>
              </a:solidFill>
              <a:latin typeface="Arial"/>
            </a:endParaRPr>
          </a:p>
        </p:txBody>
      </p:sp>
      <p:sp>
        <p:nvSpPr>
          <p:cNvPr id="33" name="CaixaDeTexto 32">
            <a:extLst>
              <a:ext uri="{FF2B5EF4-FFF2-40B4-BE49-F238E27FC236}">
                <a16:creationId xmlns:a16="http://schemas.microsoft.com/office/drawing/2014/main" id="{175F6A6C-F5E7-E72C-8F16-D93E9EAB520D}"/>
              </a:ext>
            </a:extLst>
          </p:cNvPr>
          <p:cNvSpPr txBox="1"/>
          <p:nvPr/>
        </p:nvSpPr>
        <p:spPr>
          <a:xfrm>
            <a:off x="985520" y="10160"/>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a:cs typeface="Poppins"/>
              </a:rPr>
              <a:t>Slide 5</a:t>
            </a:r>
          </a:p>
        </p:txBody>
      </p:sp>
      <p:cxnSp>
        <p:nvCxnSpPr>
          <p:cNvPr id="34" name="Conector Reto 7">
            <a:extLst>
              <a:ext uri="{FF2B5EF4-FFF2-40B4-BE49-F238E27FC236}">
                <a16:creationId xmlns:a16="http://schemas.microsoft.com/office/drawing/2014/main" id="{F6962B06-A753-4CF5-70DD-BC8AA2F519D8}"/>
              </a:ext>
            </a:extLst>
          </p:cNvPr>
          <p:cNvCxnSpPr>
            <a:cxnSpLocks/>
          </p:cNvCxnSpPr>
          <p:nvPr/>
        </p:nvCxnSpPr>
        <p:spPr>
          <a:xfrm flipV="1">
            <a:off x="688952" y="287129"/>
            <a:ext cx="0" cy="1553923"/>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36" name="CaixaDeTexto 35">
            <a:extLst>
              <a:ext uri="{FF2B5EF4-FFF2-40B4-BE49-F238E27FC236}">
                <a16:creationId xmlns:a16="http://schemas.microsoft.com/office/drawing/2014/main" id="{9C5350C0-BF29-9DA3-17F2-CEB934CE9A08}"/>
              </a:ext>
            </a:extLst>
          </p:cNvPr>
          <p:cNvSpPr txBox="1"/>
          <p:nvPr/>
        </p:nvSpPr>
        <p:spPr>
          <a:xfrm>
            <a:off x="900687" y="600069"/>
            <a:ext cx="10958576" cy="1138773"/>
          </a:xfrm>
          <a:prstGeom prst="rect">
            <a:avLst/>
          </a:prstGeom>
          <a:noFill/>
          <a:ln>
            <a:noFill/>
          </a:ln>
        </p:spPr>
        <p:txBody>
          <a:bodyPr wrap="square" lIns="60960" tIns="30480" rIns="60960" bIns="30480" anchor="t">
            <a:spAutoFit/>
          </a:bodyPr>
          <a:lstStyle/>
          <a:p>
            <a:pPr fontAlgn="base"/>
            <a:r>
              <a:rPr lang="pt-BR" sz="1000" b="1" dirty="0">
                <a:latin typeface="Poppins" panose="00000500000000000000" pitchFamily="2" charset="0"/>
                <a:cs typeface="Poppins" panose="00000500000000000000" pitchFamily="2" charset="0"/>
              </a:rPr>
              <a:t>Tempo previsto: </a:t>
            </a:r>
          </a:p>
          <a:p>
            <a:pPr fontAlgn="base"/>
            <a:r>
              <a:rPr lang="pt-BR" sz="1000" b="1" dirty="0">
                <a:latin typeface="Poppins" panose="00000500000000000000" pitchFamily="2" charset="0"/>
                <a:cs typeface="Poppins" panose="00000500000000000000" pitchFamily="2" charset="0"/>
              </a:rPr>
              <a:t>Ponto de partida: </a:t>
            </a:r>
            <a:r>
              <a:rPr lang="pt-BR" sz="1000" dirty="0">
                <a:latin typeface="Poppins" panose="00000500000000000000" pitchFamily="2" charset="0"/>
                <a:cs typeface="Poppins" panose="00000500000000000000" pitchFamily="2" charset="0"/>
              </a:rPr>
              <a:t>8 minutos</a:t>
            </a:r>
          </a:p>
          <a:p>
            <a:pPr fontAlgn="base"/>
            <a:r>
              <a:rPr lang="pt-BR" sz="1000" b="1" dirty="0">
                <a:latin typeface="Poppins" panose="00000500000000000000" pitchFamily="2" charset="0"/>
                <a:cs typeface="Poppins" panose="00000500000000000000" pitchFamily="2" charset="0"/>
              </a:rPr>
              <a:t>Construindo o conceito:</a:t>
            </a:r>
            <a:r>
              <a:rPr lang="pt-BR" sz="1000" dirty="0">
                <a:latin typeface="Poppins" panose="00000500000000000000" pitchFamily="2" charset="0"/>
                <a:cs typeface="Poppins" panose="00000500000000000000" pitchFamily="2" charset="0"/>
              </a:rPr>
              <a:t> 20 minutos</a:t>
            </a:r>
            <a:r>
              <a:rPr lang="en-US" sz="1000" dirty="0">
                <a:solidFill>
                  <a:srgbClr val="444444"/>
                </a:solidFill>
                <a:latin typeface="Poppins" panose="00000500000000000000" pitchFamily="2" charset="0"/>
                <a:cs typeface="Poppins" panose="00000500000000000000" pitchFamily="2" charset="0"/>
              </a:rPr>
              <a:t>​</a:t>
            </a:r>
          </a:p>
          <a:p>
            <a:pPr fontAlgn="base"/>
            <a:r>
              <a:rPr lang="pt-BR" sz="1000" b="1" dirty="0">
                <a:latin typeface="Poppins" panose="00000500000000000000" pitchFamily="2" charset="0"/>
                <a:cs typeface="Poppins" panose="00000500000000000000" pitchFamily="2" charset="0"/>
              </a:rPr>
              <a:t>Pause e responda: </a:t>
            </a:r>
            <a:r>
              <a:rPr lang="pt-BR" sz="1000" dirty="0">
                <a:latin typeface="Poppins" panose="00000500000000000000" pitchFamily="2" charset="0"/>
                <a:cs typeface="Poppins" panose="00000500000000000000" pitchFamily="2" charset="0"/>
              </a:rPr>
              <a:t>2 minutos</a:t>
            </a:r>
          </a:p>
          <a:p>
            <a:pPr fontAlgn="base"/>
            <a:r>
              <a:rPr lang="pt-BR" sz="1000" b="1" dirty="0">
                <a:latin typeface="Poppins" panose="00000500000000000000" pitchFamily="2" charset="0"/>
                <a:cs typeface="Poppins" panose="00000500000000000000" pitchFamily="2" charset="0"/>
              </a:rPr>
              <a:t>Colocando em prática: </a:t>
            </a:r>
            <a:r>
              <a:rPr lang="pt-BR" sz="1000" dirty="0">
                <a:latin typeface="Poppins" panose="00000500000000000000" pitchFamily="2" charset="0"/>
                <a:cs typeface="Poppins" panose="00000500000000000000" pitchFamily="2" charset="0"/>
              </a:rPr>
              <a:t>18 minutos</a:t>
            </a:r>
            <a:r>
              <a:rPr lang="en-US" sz="1000" dirty="0">
                <a:solidFill>
                  <a:srgbClr val="444444"/>
                </a:solidFill>
                <a:latin typeface="Poppins" panose="00000500000000000000" pitchFamily="2" charset="0"/>
                <a:cs typeface="Poppins" panose="00000500000000000000" pitchFamily="2" charset="0"/>
              </a:rPr>
              <a:t>​</a:t>
            </a:r>
          </a:p>
          <a:p>
            <a:pPr fontAlgn="base"/>
            <a:r>
              <a:rPr lang="pt-BR" sz="1000" b="1" dirty="0">
                <a:latin typeface="Poppins" panose="00000500000000000000" pitchFamily="2" charset="0"/>
                <a:cs typeface="Poppins" panose="00000500000000000000" pitchFamily="2" charset="0"/>
              </a:rPr>
              <a:t>O que nós aprendemos hoje?: </a:t>
            </a:r>
            <a:r>
              <a:rPr lang="pt-BR" sz="1000" dirty="0">
                <a:latin typeface="Poppins" panose="00000500000000000000" pitchFamily="2" charset="0"/>
                <a:cs typeface="Poppins" panose="00000500000000000000" pitchFamily="2" charset="0"/>
              </a:rPr>
              <a:t>1 minuto</a:t>
            </a:r>
            <a:r>
              <a:rPr lang="en-US" sz="1000" dirty="0">
                <a:solidFill>
                  <a:srgbClr val="444444"/>
                </a:solidFill>
                <a:latin typeface="Poppins" panose="00000500000000000000" pitchFamily="2" charset="0"/>
                <a:cs typeface="Poppins" panose="00000500000000000000" pitchFamily="2" charset="0"/>
              </a:rPr>
              <a:t>​</a:t>
            </a:r>
          </a:p>
          <a:p>
            <a:pPr fontAlgn="base"/>
            <a:r>
              <a:rPr lang="pt-BR" sz="1000" b="1" dirty="0">
                <a:latin typeface="Poppins" panose="00000500000000000000" pitchFamily="2" charset="0"/>
                <a:cs typeface="Poppins" panose="00000500000000000000" pitchFamily="2" charset="0"/>
              </a:rPr>
              <a:t>Saiba mais: </a:t>
            </a:r>
            <a:r>
              <a:rPr lang="pt-BR" sz="1000" dirty="0">
                <a:latin typeface="Poppins" panose="00000500000000000000" pitchFamily="2" charset="0"/>
                <a:cs typeface="Poppins" panose="00000500000000000000" pitchFamily="2" charset="0"/>
              </a:rPr>
              <a:t>1 minuto</a:t>
            </a:r>
          </a:p>
        </p:txBody>
      </p:sp>
      <p:sp>
        <p:nvSpPr>
          <p:cNvPr id="37" name="CaixaDeTexto 36">
            <a:extLst>
              <a:ext uri="{FF2B5EF4-FFF2-40B4-BE49-F238E27FC236}">
                <a16:creationId xmlns:a16="http://schemas.microsoft.com/office/drawing/2014/main" id="{ABE9BEE8-9E10-1259-2248-9D083DC6E59F}"/>
              </a:ext>
            </a:extLst>
          </p:cNvPr>
          <p:cNvSpPr txBox="1"/>
          <p:nvPr/>
        </p:nvSpPr>
        <p:spPr>
          <a:xfrm>
            <a:off x="20320" y="240498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41" name="Oval 20">
            <a:extLst>
              <a:ext uri="{FF2B5EF4-FFF2-40B4-BE49-F238E27FC236}">
                <a16:creationId xmlns:a16="http://schemas.microsoft.com/office/drawing/2014/main" id="{F6350EF6-ED0F-37E2-212B-7A2B1DEF0743}"/>
              </a:ext>
            </a:extLst>
          </p:cNvPr>
          <p:cNvSpPr/>
          <p:nvPr/>
        </p:nvSpPr>
        <p:spPr>
          <a:xfrm>
            <a:off x="495913" y="559358"/>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pic>
        <p:nvPicPr>
          <p:cNvPr id="42" name="Imagem 41">
            <a:extLst>
              <a:ext uri="{FF2B5EF4-FFF2-40B4-BE49-F238E27FC236}">
                <a16:creationId xmlns:a16="http://schemas.microsoft.com/office/drawing/2014/main" id="{03A6A5A4-878B-5D15-370D-C357153C005A}"/>
              </a:ext>
            </a:extLst>
          </p:cNvPr>
          <p:cNvPicPr>
            <a:picLocks noChangeAspect="1"/>
          </p:cNvPicPr>
          <p:nvPr/>
        </p:nvPicPr>
        <p:blipFill>
          <a:blip r:embed="rId3"/>
          <a:srcRect/>
          <a:stretch/>
        </p:blipFill>
        <p:spPr>
          <a:xfrm>
            <a:off x="611730" y="648988"/>
            <a:ext cx="154445" cy="193056"/>
          </a:xfrm>
          <a:prstGeom prst="rect">
            <a:avLst/>
          </a:prstGeom>
        </p:spPr>
      </p:pic>
    </p:spTree>
    <p:extLst>
      <p:ext uri="{BB962C8B-B14F-4D97-AF65-F5344CB8AC3E}">
        <p14:creationId xmlns:p14="http://schemas.microsoft.com/office/powerpoint/2010/main" val="19436678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4935C43-2B94-4A43-1B52-78A2EDE87810}"/>
            </a:ext>
          </a:extLst>
        </p:cNvPr>
        <p:cNvGrpSpPr/>
        <p:nvPr/>
      </p:nvGrpSpPr>
      <p:grpSpPr>
        <a:xfrm>
          <a:off x="0" y="0"/>
          <a:ext cx="0" cy="0"/>
          <a:chOff x="0" y="0"/>
          <a:chExt cx="0" cy="0"/>
        </a:xfrm>
      </p:grpSpPr>
      <p:sp>
        <p:nvSpPr>
          <p:cNvPr id="2" name="Retângulo 1">
            <a:extLst>
              <a:ext uri="{FF2B5EF4-FFF2-40B4-BE49-F238E27FC236}">
                <a16:creationId xmlns:a16="http://schemas.microsoft.com/office/drawing/2014/main" id="{0759893C-E36C-EAB6-FD68-5AE6C5032484}"/>
              </a:ext>
            </a:extLst>
          </p:cNvPr>
          <p:cNvSpPr/>
          <p:nvPr/>
        </p:nvSpPr>
        <p:spPr>
          <a:xfrm>
            <a:off x="0" y="0"/>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endParaRPr lang="pt-BR" dirty="0">
              <a:solidFill>
                <a:srgbClr val="FFFFFF"/>
              </a:solidFill>
              <a:latin typeface="Arial"/>
            </a:endParaRPr>
          </a:p>
        </p:txBody>
      </p:sp>
      <p:cxnSp>
        <p:nvCxnSpPr>
          <p:cNvPr id="5" name="Conector Reto 7">
            <a:extLst>
              <a:ext uri="{FF2B5EF4-FFF2-40B4-BE49-F238E27FC236}">
                <a16:creationId xmlns:a16="http://schemas.microsoft.com/office/drawing/2014/main" id="{2F076232-01A7-FE6A-6248-70530BDFC5F8}"/>
              </a:ext>
            </a:extLst>
          </p:cNvPr>
          <p:cNvCxnSpPr>
            <a:cxnSpLocks/>
          </p:cNvCxnSpPr>
          <p:nvPr/>
        </p:nvCxnSpPr>
        <p:spPr>
          <a:xfrm flipV="1">
            <a:off x="675640" y="220248"/>
            <a:ext cx="0" cy="4982688"/>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8" name="CaixaDeTexto 7">
            <a:extLst>
              <a:ext uri="{FF2B5EF4-FFF2-40B4-BE49-F238E27FC236}">
                <a16:creationId xmlns:a16="http://schemas.microsoft.com/office/drawing/2014/main" id="{A7F69349-D091-8F87-D400-D38A00292E99}"/>
              </a:ext>
            </a:extLst>
          </p:cNvPr>
          <p:cNvSpPr txBox="1"/>
          <p:nvPr/>
        </p:nvSpPr>
        <p:spPr>
          <a:xfrm>
            <a:off x="970280" y="18652"/>
            <a:ext cx="5923280" cy="613374"/>
          </a:xfrm>
          <a:prstGeom prst="rect">
            <a:avLst/>
          </a:prstGeom>
          <a:noFill/>
          <a:ln>
            <a:noFill/>
          </a:ln>
        </p:spPr>
        <p:txBody>
          <a:bodyPr spcFirstLastPara="1" wrap="none" lIns="60950" tIns="30467" rIns="60950" bIns="30467" rtlCol="0" anchor="t" anchorCtr="0">
            <a:noAutofit/>
          </a:bodyPr>
          <a:lstStyle/>
          <a:p>
            <a:r>
              <a:rPr lang="pt-BR" sz="3000" b="1" dirty="0">
                <a:solidFill>
                  <a:schemeClr val="bg1"/>
                </a:solidFill>
                <a:latin typeface="Poppins"/>
                <a:cs typeface="Poppins"/>
              </a:rPr>
              <a:t>Slides 7 a 12</a:t>
            </a:r>
          </a:p>
          <a:p>
            <a:pPr algn="l"/>
            <a:r>
              <a:rPr lang="pt-BR" sz="3200" b="1" dirty="0">
                <a:solidFill>
                  <a:schemeClr val="bg1"/>
                </a:solidFill>
                <a:latin typeface="Poppins" pitchFamily="2" charset="77"/>
                <a:cs typeface="Poppins" pitchFamily="2" charset="77"/>
              </a:rPr>
              <a:t> </a:t>
            </a:r>
          </a:p>
        </p:txBody>
      </p:sp>
      <p:sp>
        <p:nvSpPr>
          <p:cNvPr id="9" name="CaixaDeTexto 8">
            <a:extLst>
              <a:ext uri="{FF2B5EF4-FFF2-40B4-BE49-F238E27FC236}">
                <a16:creationId xmlns:a16="http://schemas.microsoft.com/office/drawing/2014/main" id="{E9779734-EA7B-45F0-7E96-BC060E0D1BFE}"/>
              </a:ext>
            </a:extLst>
          </p:cNvPr>
          <p:cNvSpPr txBox="1"/>
          <p:nvPr/>
        </p:nvSpPr>
        <p:spPr>
          <a:xfrm>
            <a:off x="912918" y="582237"/>
            <a:ext cx="11018519" cy="4370427"/>
          </a:xfrm>
          <a:prstGeom prst="rect">
            <a:avLst/>
          </a:prstGeom>
          <a:noFill/>
          <a:ln>
            <a:noFill/>
          </a:ln>
        </p:spPr>
        <p:txBody>
          <a:bodyPr wrap="square" lIns="60960" tIns="30480" rIns="60960" bIns="30480" anchor="t">
            <a:spAutoFit/>
          </a:bodyPr>
          <a:lstStyle/>
          <a:p>
            <a:pPr defTabSz="609630">
              <a:buClrTx/>
              <a:defRPr/>
            </a:pPr>
            <a:r>
              <a:rPr lang="pt-BR" sz="1000" b="1" dirty="0">
                <a:latin typeface="Poppins" panose="00000500000000000000" pitchFamily="2" charset="0"/>
                <a:cs typeface="Poppins" panose="00000500000000000000" pitchFamily="2" charset="0"/>
              </a:rPr>
              <a:t>Tempo previsto: </a:t>
            </a:r>
            <a:r>
              <a:rPr lang="pt-BR" sz="1000" dirty="0">
                <a:latin typeface="Poppins" panose="00000500000000000000" pitchFamily="2" charset="0"/>
                <a:cs typeface="Poppins" panose="00000500000000000000" pitchFamily="2" charset="0"/>
              </a:rPr>
              <a:t>20 minutos.</a:t>
            </a:r>
          </a:p>
          <a:p>
            <a:pPr defTabSz="609630">
              <a:buClrTx/>
              <a:defRPr/>
            </a:pPr>
            <a:endParaRPr lang="pt-BR" sz="1000" b="1" dirty="0">
              <a:latin typeface="Poppins" panose="00000500000000000000" pitchFamily="2" charset="0"/>
              <a:cs typeface="Poppins" panose="00000500000000000000" pitchFamily="2" charset="0"/>
            </a:endParaRPr>
          </a:p>
          <a:p>
            <a:endParaRPr lang="pt-BR" sz="1000" b="1"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Gestão de sala de aula: </a:t>
            </a:r>
            <a:r>
              <a:rPr lang="pt-BR" sz="1000" dirty="0">
                <a:latin typeface="Poppins" panose="00000500000000000000" pitchFamily="2" charset="0"/>
                <a:cs typeface="Poppins" panose="00000500000000000000" pitchFamily="2" charset="0"/>
              </a:rPr>
              <a:t>professor, inicie a seção </a:t>
            </a:r>
            <a:r>
              <a:rPr lang="pt-BR" sz="1000" b="1" dirty="0">
                <a:latin typeface="Poppins" panose="00000500000000000000" pitchFamily="2" charset="0"/>
                <a:cs typeface="Poppins" panose="00000500000000000000" pitchFamily="2" charset="0"/>
              </a:rPr>
              <a:t>Construindo</a:t>
            </a:r>
            <a:r>
              <a:rPr lang="pt-BR" sz="1000" dirty="0">
                <a:latin typeface="Poppins" panose="00000500000000000000" pitchFamily="2" charset="0"/>
                <a:cs typeface="Poppins" panose="00000500000000000000" pitchFamily="2" charset="0"/>
              </a:rPr>
              <a:t> </a:t>
            </a:r>
            <a:r>
              <a:rPr lang="pt-BR" sz="1000" b="1" dirty="0">
                <a:latin typeface="Poppins" panose="00000500000000000000" pitchFamily="2" charset="0"/>
                <a:cs typeface="Poppins" panose="00000500000000000000" pitchFamily="2" charset="0"/>
              </a:rPr>
              <a:t>o</a:t>
            </a:r>
            <a:r>
              <a:rPr lang="pt-BR" sz="1000" dirty="0">
                <a:latin typeface="Poppins" panose="00000500000000000000" pitchFamily="2" charset="0"/>
                <a:cs typeface="Poppins" panose="00000500000000000000" pitchFamily="2" charset="0"/>
              </a:rPr>
              <a:t> </a:t>
            </a:r>
            <a:r>
              <a:rPr lang="pt-BR" sz="1000" b="1" dirty="0">
                <a:latin typeface="Poppins" panose="00000500000000000000" pitchFamily="2" charset="0"/>
                <a:cs typeface="Poppins" panose="00000500000000000000" pitchFamily="2" charset="0"/>
              </a:rPr>
              <a:t>conceito</a:t>
            </a:r>
            <a:r>
              <a:rPr lang="pt-BR" sz="1000" dirty="0">
                <a:latin typeface="Poppins" panose="00000500000000000000" pitchFamily="2" charset="0"/>
                <a:cs typeface="Poppins" panose="00000500000000000000" pitchFamily="2" charset="0"/>
              </a:rPr>
              <a:t> criando um ambiente relaxado e convidativo para um diálogo aberto. Encoraje a participação de todos os estudantes, garantindo que cada voz possa ser ouvida. Caso surjam respostas longas ou debates paralelos, delicadamente redirecione a conversa para o tópico original.</a:t>
            </a:r>
          </a:p>
          <a:p>
            <a:endParaRPr lang="pt-BR" sz="1000" b="1"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Condução da dinâmica: </a:t>
            </a:r>
            <a:r>
              <a:rPr lang="pt-BR" sz="1000" dirty="0">
                <a:latin typeface="Poppins" panose="00000500000000000000" pitchFamily="2" charset="0"/>
                <a:cs typeface="Poppins" panose="00000500000000000000" pitchFamily="2" charset="0"/>
              </a:rPr>
              <a:t>durante a explicação, lembre-se de que os alunos estão tendo o </a:t>
            </a:r>
            <a:r>
              <a:rPr lang="pt-BR" sz="1000" b="1" dirty="0">
                <a:latin typeface="Poppins" panose="00000500000000000000" pitchFamily="2" charset="0"/>
                <a:cs typeface="Poppins" panose="00000500000000000000" pitchFamily="2" charset="0"/>
              </a:rPr>
              <a:t>primeiro contato com o tema</a:t>
            </a:r>
            <a:r>
              <a:rPr lang="pt-BR" sz="1000" dirty="0">
                <a:latin typeface="Poppins" panose="00000500000000000000" pitchFamily="2" charset="0"/>
                <a:cs typeface="Poppins" panose="00000500000000000000" pitchFamily="2" charset="0"/>
              </a:rPr>
              <a:t>. O objetivo é que eles saiam da aula entendendo </a:t>
            </a:r>
            <a:r>
              <a:rPr lang="pt-BR" sz="1000" b="1" dirty="0">
                <a:latin typeface="Poppins" panose="00000500000000000000" pitchFamily="2" charset="0"/>
                <a:cs typeface="Poppins" panose="00000500000000000000" pitchFamily="2" charset="0"/>
              </a:rPr>
              <a:t>o que é um endereço IP, por que ele existe, quais são as versões principais (IPv4 e IPv6) e como funcionam as máscaras e classes</a:t>
            </a:r>
            <a:r>
              <a:rPr lang="pt-BR" sz="1000" dirty="0">
                <a:latin typeface="Poppins" panose="00000500000000000000" pitchFamily="2" charset="0"/>
                <a:cs typeface="Poppins" panose="00000500000000000000" pitchFamily="2" charset="0"/>
              </a:rPr>
              <a:t>.</a:t>
            </a:r>
          </a:p>
          <a:p>
            <a:endParaRPr lang="pt-BR" sz="1000" dirty="0">
              <a:latin typeface="Poppins" panose="00000500000000000000" pitchFamily="2" charset="0"/>
              <a:cs typeface="Poppins" panose="00000500000000000000" pitchFamily="2" charset="0"/>
            </a:endParaRPr>
          </a:p>
          <a:p>
            <a:r>
              <a:rPr lang="pt-BR" sz="1000" dirty="0">
                <a:latin typeface="Poppins" panose="00000500000000000000" pitchFamily="2" charset="0"/>
                <a:cs typeface="Poppins" panose="00000500000000000000" pitchFamily="2" charset="0"/>
              </a:rPr>
              <a:t>Comece com a ideia de </a:t>
            </a:r>
            <a:r>
              <a:rPr lang="pt-BR" sz="1000" b="1" dirty="0">
                <a:latin typeface="Poppins" panose="00000500000000000000" pitchFamily="2" charset="0"/>
                <a:cs typeface="Poppins" panose="00000500000000000000" pitchFamily="2" charset="0"/>
              </a:rPr>
              <a:t>endereço físico</a:t>
            </a:r>
            <a:r>
              <a:rPr lang="pt-BR" sz="1000" dirty="0">
                <a:latin typeface="Poppins" panose="00000500000000000000" pitchFamily="2" charset="0"/>
                <a:cs typeface="Poppins" panose="00000500000000000000" pitchFamily="2" charset="0"/>
              </a:rPr>
              <a:t>, como o da casa ou da escola, para que os estudantes percebam que, assim como cada pessoa precisa de um endereço para receber cartas ou encomendas, cada </a:t>
            </a:r>
            <a:r>
              <a:rPr lang="pt-BR" sz="1000" b="1" dirty="0">
                <a:latin typeface="Poppins" panose="00000500000000000000" pitchFamily="2" charset="0"/>
                <a:cs typeface="Poppins" panose="00000500000000000000" pitchFamily="2" charset="0"/>
              </a:rPr>
              <a:t>dispositivo na internet precisa de um endereço IP para enviar e receber informações</a:t>
            </a:r>
            <a:r>
              <a:rPr lang="pt-BR" sz="1000" dirty="0">
                <a:latin typeface="Poppins" panose="00000500000000000000" pitchFamily="2" charset="0"/>
                <a:cs typeface="Poppins" panose="00000500000000000000" pitchFamily="2" charset="0"/>
              </a:rPr>
              <a:t>. Isso cria uma ponte entre a vida cotidiana e o conteúdo técnico.</a:t>
            </a:r>
          </a:p>
          <a:p>
            <a:endParaRPr lang="pt-BR" sz="1000" dirty="0">
              <a:latin typeface="Poppins" panose="00000500000000000000" pitchFamily="2" charset="0"/>
              <a:cs typeface="Poppins" panose="00000500000000000000" pitchFamily="2" charset="0"/>
            </a:endParaRPr>
          </a:p>
          <a:p>
            <a:r>
              <a:rPr lang="pt-BR" sz="1000" dirty="0">
                <a:latin typeface="Poppins" panose="00000500000000000000" pitchFamily="2" charset="0"/>
                <a:cs typeface="Poppins" panose="00000500000000000000" pitchFamily="2" charset="0"/>
              </a:rPr>
              <a:t>Explique a diferença entre </a:t>
            </a:r>
            <a:r>
              <a:rPr lang="pt-BR" sz="1000" b="1" dirty="0">
                <a:latin typeface="Poppins" panose="00000500000000000000" pitchFamily="2" charset="0"/>
                <a:cs typeface="Poppins" panose="00000500000000000000" pitchFamily="2" charset="0"/>
              </a:rPr>
              <a:t>IPv4 (Internet Protocol version 4)</a:t>
            </a:r>
            <a:r>
              <a:rPr lang="pt-BR" sz="1000" dirty="0">
                <a:latin typeface="Poppins" panose="00000500000000000000" pitchFamily="2" charset="0"/>
                <a:cs typeface="Poppins" panose="00000500000000000000" pitchFamily="2" charset="0"/>
              </a:rPr>
              <a:t> e </a:t>
            </a:r>
            <a:r>
              <a:rPr lang="pt-BR" sz="1000" b="1" dirty="0">
                <a:latin typeface="Poppins" panose="00000500000000000000" pitchFamily="2" charset="0"/>
                <a:cs typeface="Poppins" panose="00000500000000000000" pitchFamily="2" charset="0"/>
              </a:rPr>
              <a:t>IPv6 (Internet Protocol version 6)</a:t>
            </a:r>
            <a:r>
              <a:rPr lang="pt-BR" sz="1000" dirty="0">
                <a:latin typeface="Poppins" panose="00000500000000000000" pitchFamily="2" charset="0"/>
                <a:cs typeface="Poppins" panose="00000500000000000000" pitchFamily="2" charset="0"/>
              </a:rPr>
              <a:t> usando exemplos visuais: mostre um endereço simples de IPv4 (ex.: 192.168.0.1) e compare com o de IPv6 (ex.: 2001:0db8:85a3::8a2e:0370:7334). Ressalte que o IPv4 já está ficando cheio, e o IPv6 veio para garantir que sempre haja novos endereços disponíveis.</a:t>
            </a:r>
          </a:p>
          <a:p>
            <a:endParaRPr lang="pt-BR" sz="1000" dirty="0">
              <a:latin typeface="Poppins" panose="00000500000000000000" pitchFamily="2" charset="0"/>
              <a:cs typeface="Poppins" panose="00000500000000000000" pitchFamily="2" charset="0"/>
            </a:endParaRPr>
          </a:p>
          <a:p>
            <a:r>
              <a:rPr lang="pt-BR" sz="1000" dirty="0">
                <a:latin typeface="Poppins" panose="00000500000000000000" pitchFamily="2" charset="0"/>
                <a:cs typeface="Poppins" panose="00000500000000000000" pitchFamily="2" charset="0"/>
              </a:rPr>
              <a:t>Na sequência, introduza de forma simples o conceito de </a:t>
            </a:r>
            <a:r>
              <a:rPr lang="pt-BR" sz="1000" b="1" dirty="0">
                <a:latin typeface="Poppins" panose="00000500000000000000" pitchFamily="2" charset="0"/>
                <a:cs typeface="Poppins" panose="00000500000000000000" pitchFamily="2" charset="0"/>
              </a:rPr>
              <a:t>máscara de sub-rede</a:t>
            </a:r>
            <a:r>
              <a:rPr lang="pt-BR" sz="1000" dirty="0">
                <a:latin typeface="Poppins" panose="00000500000000000000" pitchFamily="2" charset="0"/>
                <a:cs typeface="Poppins" panose="00000500000000000000" pitchFamily="2" charset="0"/>
              </a:rPr>
              <a:t>, mostrando que ela serve para separar o que é a </a:t>
            </a:r>
            <a:r>
              <a:rPr lang="pt-BR" sz="1000" b="1" dirty="0">
                <a:latin typeface="Poppins" panose="00000500000000000000" pitchFamily="2" charset="0"/>
                <a:cs typeface="Poppins" panose="00000500000000000000" pitchFamily="2" charset="0"/>
              </a:rPr>
              <a:t>rede (grupo)</a:t>
            </a:r>
            <a:r>
              <a:rPr lang="pt-BR" sz="1000" dirty="0">
                <a:latin typeface="Poppins" panose="00000500000000000000" pitchFamily="2" charset="0"/>
                <a:cs typeface="Poppins" panose="00000500000000000000" pitchFamily="2" charset="0"/>
              </a:rPr>
              <a:t> e o que é o </a:t>
            </a:r>
            <a:r>
              <a:rPr lang="pt-BR" sz="1000" b="1" i="1" dirty="0">
                <a:latin typeface="Poppins" panose="00000500000000000000" pitchFamily="2" charset="0"/>
                <a:cs typeface="Poppins" panose="00000500000000000000" pitchFamily="2" charset="0"/>
              </a:rPr>
              <a:t>host</a:t>
            </a:r>
            <a:r>
              <a:rPr lang="pt-BR" sz="1000" b="1" dirty="0">
                <a:latin typeface="Poppins" panose="00000500000000000000" pitchFamily="2" charset="0"/>
                <a:cs typeface="Poppins" panose="00000500000000000000" pitchFamily="2" charset="0"/>
              </a:rPr>
              <a:t> (o aparelho)</a:t>
            </a:r>
            <a:r>
              <a:rPr lang="pt-BR" sz="1000" dirty="0">
                <a:latin typeface="Poppins" panose="00000500000000000000" pitchFamily="2" charset="0"/>
                <a:cs typeface="Poppins" panose="00000500000000000000" pitchFamily="2" charset="0"/>
              </a:rPr>
              <a:t>. Use o exemplo do </a:t>
            </a:r>
            <a:r>
              <a:rPr lang="pt-BR" sz="1000" b="1" dirty="0">
                <a:latin typeface="Poppins" panose="00000500000000000000" pitchFamily="2" charset="0"/>
                <a:cs typeface="Poppins" panose="00000500000000000000" pitchFamily="2" charset="0"/>
              </a:rPr>
              <a:t>Wi-Fi da escola</a:t>
            </a:r>
            <a:r>
              <a:rPr lang="pt-BR" sz="1000" dirty="0">
                <a:latin typeface="Poppins" panose="00000500000000000000" pitchFamily="2" charset="0"/>
                <a:cs typeface="Poppins" panose="00000500000000000000" pitchFamily="2" charset="0"/>
              </a:rPr>
              <a:t>: todos os alunos estão na mesma rede, mas cada celular tem o seu número de identificação.</a:t>
            </a:r>
          </a:p>
          <a:p>
            <a:endParaRPr lang="pt-BR" sz="1000" dirty="0">
              <a:latin typeface="Poppins" panose="00000500000000000000" pitchFamily="2" charset="0"/>
              <a:cs typeface="Poppins" panose="00000500000000000000" pitchFamily="2" charset="0"/>
            </a:endParaRPr>
          </a:p>
          <a:p>
            <a:r>
              <a:rPr lang="pt-BR" sz="1000" dirty="0">
                <a:latin typeface="Poppins" panose="00000500000000000000" pitchFamily="2" charset="0"/>
                <a:cs typeface="Poppins" panose="00000500000000000000" pitchFamily="2" charset="0"/>
              </a:rPr>
              <a:t>Apresente as </a:t>
            </a:r>
            <a:r>
              <a:rPr lang="pt-BR" sz="1000" b="1" dirty="0">
                <a:latin typeface="Poppins" panose="00000500000000000000" pitchFamily="2" charset="0"/>
                <a:cs typeface="Poppins" panose="00000500000000000000" pitchFamily="2" charset="0"/>
              </a:rPr>
              <a:t>classes de IP</a:t>
            </a:r>
            <a:r>
              <a:rPr lang="pt-BR" sz="1000" dirty="0">
                <a:latin typeface="Poppins" panose="00000500000000000000" pitchFamily="2" charset="0"/>
                <a:cs typeface="Poppins" panose="00000500000000000000" pitchFamily="2" charset="0"/>
              </a:rPr>
              <a:t> de maneira comparativa (A, B e C), destacando que elas indicavam se uma rede era muito grande, média ou pequena. Mostre exemplos próximos: </a:t>
            </a:r>
            <a:r>
              <a:rPr lang="pt-BR" sz="1000" b="1" dirty="0">
                <a:latin typeface="Poppins" panose="00000500000000000000" pitchFamily="2" charset="0"/>
                <a:cs typeface="Poppins" panose="00000500000000000000" pitchFamily="2" charset="0"/>
              </a:rPr>
              <a:t>Classe A</a:t>
            </a:r>
            <a:r>
              <a:rPr lang="pt-BR" sz="1000" dirty="0">
                <a:latin typeface="Poppins" panose="00000500000000000000" pitchFamily="2" charset="0"/>
                <a:cs typeface="Poppins" panose="00000500000000000000" pitchFamily="2" charset="0"/>
              </a:rPr>
              <a:t> poderia ser usada por uma grande empresa, </a:t>
            </a:r>
            <a:r>
              <a:rPr lang="pt-BR" sz="1000" b="1" dirty="0">
                <a:latin typeface="Poppins" panose="00000500000000000000" pitchFamily="2" charset="0"/>
                <a:cs typeface="Poppins" panose="00000500000000000000" pitchFamily="2" charset="0"/>
              </a:rPr>
              <a:t>Classe B</a:t>
            </a:r>
            <a:r>
              <a:rPr lang="pt-BR" sz="1000" dirty="0">
                <a:latin typeface="Poppins" panose="00000500000000000000" pitchFamily="2" charset="0"/>
                <a:cs typeface="Poppins" panose="00000500000000000000" pitchFamily="2" charset="0"/>
              </a:rPr>
              <a:t> por uma universidade, e </a:t>
            </a:r>
            <a:r>
              <a:rPr lang="pt-BR" sz="1000" b="1" dirty="0">
                <a:latin typeface="Poppins" panose="00000500000000000000" pitchFamily="2" charset="0"/>
                <a:cs typeface="Poppins" panose="00000500000000000000" pitchFamily="2" charset="0"/>
              </a:rPr>
              <a:t>Classe C</a:t>
            </a:r>
            <a:r>
              <a:rPr lang="pt-BR" sz="1000" dirty="0">
                <a:latin typeface="Poppins" panose="00000500000000000000" pitchFamily="2" charset="0"/>
                <a:cs typeface="Poppins" panose="00000500000000000000" pitchFamily="2" charset="0"/>
              </a:rPr>
              <a:t> pelo Wi-Fi da escola ou de casa. Inclua também as classes D e E apenas como curiosidade e diga que hoje usamos mais o </a:t>
            </a:r>
            <a:r>
              <a:rPr lang="pt-BR" sz="1000" b="1" dirty="0">
                <a:latin typeface="Poppins" panose="00000500000000000000" pitchFamily="2" charset="0"/>
                <a:cs typeface="Poppins" panose="00000500000000000000" pitchFamily="2" charset="0"/>
              </a:rPr>
              <a:t>CIDR (Classless Inter-Domain Routing)</a:t>
            </a:r>
            <a:r>
              <a:rPr lang="pt-BR" sz="1000" dirty="0">
                <a:latin typeface="Poppins" panose="00000500000000000000" pitchFamily="2" charset="0"/>
                <a:cs typeface="Poppins" panose="00000500000000000000" pitchFamily="2" charset="0"/>
              </a:rPr>
              <a:t>, que aparece em roteadores como “/24”. </a:t>
            </a:r>
          </a:p>
          <a:p>
            <a:endParaRPr lang="pt-BR" sz="1000" dirty="0">
              <a:latin typeface="Poppins" panose="00000500000000000000" pitchFamily="2" charset="0"/>
              <a:cs typeface="Poppins" panose="00000500000000000000" pitchFamily="2" charset="0"/>
            </a:endParaRPr>
          </a:p>
          <a:p>
            <a:r>
              <a:rPr lang="pt-BR" sz="1000" dirty="0">
                <a:latin typeface="Poppins" panose="00000500000000000000" pitchFamily="2" charset="0"/>
                <a:cs typeface="Poppins" panose="00000500000000000000" pitchFamily="2" charset="0"/>
              </a:rPr>
              <a:t>Conclua mostrando aos alunos </a:t>
            </a:r>
            <a:r>
              <a:rPr lang="pt-BR" sz="1000" b="1" dirty="0">
                <a:latin typeface="Poppins" panose="00000500000000000000" pitchFamily="2" charset="0"/>
                <a:cs typeface="Poppins" panose="00000500000000000000" pitchFamily="2" charset="0"/>
              </a:rPr>
              <a:t>como encontrar o próprio IP no celular ou no computador</a:t>
            </a:r>
            <a:r>
              <a:rPr lang="pt-BR" sz="1000" dirty="0">
                <a:latin typeface="Poppins" panose="00000500000000000000" pitchFamily="2" charset="0"/>
                <a:cs typeface="Poppins" panose="00000500000000000000" pitchFamily="2" charset="0"/>
              </a:rPr>
              <a:t> e explique que esse conhecimento é útil não só para resolver problemas de conexão, mas também para quem quer ser </a:t>
            </a:r>
            <a:r>
              <a:rPr lang="pt-BR" sz="1000" b="1" dirty="0">
                <a:latin typeface="Poppins" panose="00000500000000000000" pitchFamily="2" charset="0"/>
                <a:cs typeface="Poppins" panose="00000500000000000000" pitchFamily="2" charset="0"/>
              </a:rPr>
              <a:t>cientista de dados</a:t>
            </a:r>
            <a:r>
              <a:rPr lang="pt-BR" sz="1000" dirty="0">
                <a:latin typeface="Poppins" panose="00000500000000000000" pitchFamily="2" charset="0"/>
                <a:cs typeface="Poppins" panose="00000500000000000000" pitchFamily="2" charset="0"/>
              </a:rPr>
              <a:t>, já que endereços IP aparecem em registros (</a:t>
            </a:r>
            <a:r>
              <a:rPr lang="pt-BR" sz="1000" i="1" dirty="0">
                <a:latin typeface="Poppins" panose="00000500000000000000" pitchFamily="2" charset="0"/>
                <a:cs typeface="Poppins" panose="00000500000000000000" pitchFamily="2" charset="0"/>
              </a:rPr>
              <a:t>logs</a:t>
            </a:r>
            <a:r>
              <a:rPr lang="pt-BR" sz="1000" dirty="0">
                <a:latin typeface="Poppins" panose="00000500000000000000" pitchFamily="2" charset="0"/>
                <a:cs typeface="Poppins" panose="00000500000000000000" pitchFamily="2" charset="0"/>
              </a:rPr>
              <a:t>), análises de tráfego de rede e no tratamento de grandes volumes de dados.</a:t>
            </a:r>
          </a:p>
        </p:txBody>
      </p:sp>
      <p:sp>
        <p:nvSpPr>
          <p:cNvPr id="12" name="Oval 15">
            <a:extLst>
              <a:ext uri="{FF2B5EF4-FFF2-40B4-BE49-F238E27FC236}">
                <a16:creationId xmlns:a16="http://schemas.microsoft.com/office/drawing/2014/main" id="{AB6ECA3A-A82B-6FE1-61B0-62A883A4C4FE}"/>
              </a:ext>
            </a:extLst>
          </p:cNvPr>
          <p:cNvSpPr/>
          <p:nvPr/>
        </p:nvSpPr>
        <p:spPr>
          <a:xfrm>
            <a:off x="491004" y="517722"/>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3" name="Oval 16">
            <a:extLst>
              <a:ext uri="{FF2B5EF4-FFF2-40B4-BE49-F238E27FC236}">
                <a16:creationId xmlns:a16="http://schemas.microsoft.com/office/drawing/2014/main" id="{F45C51A4-67AA-16F8-7C9C-A2914E195E11}"/>
              </a:ext>
            </a:extLst>
          </p:cNvPr>
          <p:cNvSpPr/>
          <p:nvPr/>
        </p:nvSpPr>
        <p:spPr>
          <a:xfrm>
            <a:off x="491004" y="1008536"/>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pic>
        <p:nvPicPr>
          <p:cNvPr id="19" name="Imagem 18">
            <a:extLst>
              <a:ext uri="{FF2B5EF4-FFF2-40B4-BE49-F238E27FC236}">
                <a16:creationId xmlns:a16="http://schemas.microsoft.com/office/drawing/2014/main" id="{466AA080-2188-B6C1-A5A8-67826A819261}"/>
              </a:ext>
            </a:extLst>
          </p:cNvPr>
          <p:cNvPicPr>
            <a:picLocks noChangeAspect="1"/>
          </p:cNvPicPr>
          <p:nvPr/>
        </p:nvPicPr>
        <p:blipFill>
          <a:blip r:embed="rId3"/>
          <a:srcRect/>
          <a:stretch/>
        </p:blipFill>
        <p:spPr>
          <a:xfrm>
            <a:off x="606821" y="605825"/>
            <a:ext cx="154445" cy="193056"/>
          </a:xfrm>
          <a:prstGeom prst="rect">
            <a:avLst/>
          </a:prstGeom>
        </p:spPr>
      </p:pic>
      <p:sp>
        <p:nvSpPr>
          <p:cNvPr id="45" name="Google Shape;2223;p100">
            <a:extLst>
              <a:ext uri="{FF2B5EF4-FFF2-40B4-BE49-F238E27FC236}">
                <a16:creationId xmlns:a16="http://schemas.microsoft.com/office/drawing/2014/main" id="{F8FA2117-4F91-77EA-4F0B-0544F41227C7}"/>
              </a:ext>
            </a:extLst>
          </p:cNvPr>
          <p:cNvSpPr>
            <a:spLocks/>
          </p:cNvSpPr>
          <p:nvPr/>
        </p:nvSpPr>
        <p:spPr>
          <a:xfrm>
            <a:off x="561171" y="1092273"/>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15" name="Oval 9">
            <a:extLst>
              <a:ext uri="{FF2B5EF4-FFF2-40B4-BE49-F238E27FC236}">
                <a16:creationId xmlns:a16="http://schemas.microsoft.com/office/drawing/2014/main" id="{4BAA810C-7963-B27E-D87F-FFB209D9AC8C}"/>
              </a:ext>
            </a:extLst>
          </p:cNvPr>
          <p:cNvSpPr/>
          <p:nvPr/>
        </p:nvSpPr>
        <p:spPr>
          <a:xfrm>
            <a:off x="491004" y="1611248"/>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pic>
        <p:nvPicPr>
          <p:cNvPr id="20" name="Gráfico 19">
            <a:extLst>
              <a:ext uri="{FF2B5EF4-FFF2-40B4-BE49-F238E27FC236}">
                <a16:creationId xmlns:a16="http://schemas.microsoft.com/office/drawing/2014/main" id="{EB6573BB-E909-01C6-5108-E4184905B7B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6395" y="1681703"/>
            <a:ext cx="235296" cy="240643"/>
          </a:xfrm>
          <a:prstGeom prst="rect">
            <a:avLst/>
          </a:prstGeom>
        </p:spPr>
      </p:pic>
    </p:spTree>
    <p:extLst>
      <p:ext uri="{BB962C8B-B14F-4D97-AF65-F5344CB8AC3E}">
        <p14:creationId xmlns:p14="http://schemas.microsoft.com/office/powerpoint/2010/main" val="12149717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20848D6-5D51-488C-7E8A-68103BC4A3E0}"/>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10780B8F-BDC3-69E7-B948-13722864EC6B}"/>
              </a:ext>
            </a:extLst>
          </p:cNvPr>
          <p:cNvSpPr txBox="1"/>
          <p:nvPr/>
        </p:nvSpPr>
        <p:spPr>
          <a:xfrm>
            <a:off x="985520" y="2771371"/>
            <a:ext cx="10251440" cy="3306546"/>
          </a:xfrm>
          <a:prstGeom prst="rect">
            <a:avLst/>
          </a:prstGeom>
          <a:noFill/>
          <a:ln>
            <a:noFill/>
          </a:ln>
        </p:spPr>
        <p:txBody>
          <a:bodyPr wrap="square" lIns="60960" tIns="30480" rIns="60960" bIns="30480" anchor="t">
            <a:spAutoFit/>
          </a:bodyPr>
          <a:lstStyle/>
          <a:p>
            <a:pPr>
              <a:lnSpc>
                <a:spcPct val="107000"/>
              </a:lnSpc>
              <a:spcAft>
                <a:spcPts val="800"/>
              </a:spcAft>
            </a:pPr>
            <a:r>
              <a:rPr lang="pt-BR" sz="1000" b="1" dirty="0">
                <a:latin typeface="Poppins" panose="00000500000000000000" pitchFamily="2" charset="0"/>
                <a:cs typeface="Poppins" panose="00000500000000000000" pitchFamily="2" charset="0"/>
              </a:rPr>
              <a:t>Orientações: </a:t>
            </a:r>
            <a:r>
              <a:rPr lang="pt-BR" sz="1000" kern="100" dirty="0">
                <a:latin typeface="Poppins" panose="00000500000000000000" pitchFamily="2" charset="0"/>
                <a:ea typeface="Aptos" panose="020B0004020202020204" pitchFamily="34" charset="0"/>
                <a:cs typeface="Poppins" panose="00000500000000000000" pitchFamily="2" charset="0"/>
              </a:rPr>
              <a:t>professor, a seção</a:t>
            </a:r>
            <a:r>
              <a:rPr lang="pt-BR" sz="1000" b="1" kern="100" dirty="0">
                <a:latin typeface="Poppins" panose="00000500000000000000" pitchFamily="2" charset="0"/>
                <a:ea typeface="Aptos" panose="020B0004020202020204" pitchFamily="34" charset="0"/>
                <a:cs typeface="Poppins" panose="00000500000000000000" pitchFamily="2" charset="0"/>
              </a:rPr>
              <a:t> Colocando em prática</a:t>
            </a:r>
            <a:r>
              <a:rPr lang="pt-BR" sz="1000" kern="100" dirty="0">
                <a:latin typeface="Poppins" panose="00000500000000000000" pitchFamily="2" charset="0"/>
                <a:ea typeface="Aptos" panose="020B0004020202020204" pitchFamily="34" charset="0"/>
                <a:cs typeface="Poppins" panose="00000500000000000000" pitchFamily="2" charset="0"/>
              </a:rPr>
              <a:t> tem como objetivo aplicar os conhecimentos construídos durante a aula, incentivando os estudantes a pensar criticamente e de forma prática. </a:t>
            </a:r>
          </a:p>
          <a:p>
            <a:pPr rtl="0" fontAlgn="base"/>
            <a:r>
              <a:rPr lang="pt-BR" sz="1000" b="1" dirty="0">
                <a:latin typeface="Poppins" panose="00000500000000000000" pitchFamily="2" charset="0"/>
                <a:cs typeface="Poppins" panose="00000500000000000000" pitchFamily="2" charset="0"/>
              </a:rPr>
              <a:t>Tempo previsto:</a:t>
            </a:r>
            <a:r>
              <a:rPr lang="pt-BR" sz="1000" dirty="0">
                <a:latin typeface="Poppins" panose="00000500000000000000" pitchFamily="2" charset="0"/>
                <a:cs typeface="Poppins" panose="00000500000000000000" pitchFamily="2" charset="0"/>
              </a:rPr>
              <a:t> 18 minutos.</a:t>
            </a:r>
          </a:p>
          <a:p>
            <a:pPr>
              <a:lnSpc>
                <a:spcPct val="107000"/>
              </a:lnSpc>
              <a:spcAft>
                <a:spcPts val="800"/>
              </a:spcAft>
            </a:pPr>
            <a:endParaRPr lang="pt-BR" sz="1000" b="1" dirty="0">
              <a:latin typeface="Poppins" panose="00000500000000000000" pitchFamily="2" charset="0"/>
              <a:cs typeface="Poppins" panose="00000500000000000000" pitchFamily="2" charset="0"/>
            </a:endParaRPr>
          </a:p>
          <a:p>
            <a:pPr>
              <a:lnSpc>
                <a:spcPct val="107000"/>
              </a:lnSpc>
              <a:spcAft>
                <a:spcPts val="800"/>
              </a:spcAft>
            </a:pPr>
            <a:r>
              <a:rPr lang="pt-BR" sz="1000" b="1" dirty="0">
                <a:latin typeface="Poppins" panose="00000500000000000000" pitchFamily="2" charset="0"/>
                <a:cs typeface="Poppins" panose="00000500000000000000" pitchFamily="2" charset="0"/>
              </a:rPr>
              <a:t>Gestão de sala de aula:</a:t>
            </a:r>
            <a:r>
              <a:rPr lang="pt-BR" sz="1000" dirty="0">
                <a:latin typeface="Poppins" panose="00000500000000000000" pitchFamily="2" charset="0"/>
                <a:cs typeface="Poppins" panose="00000500000000000000" pitchFamily="2" charset="0"/>
              </a:rPr>
              <a:t> </a:t>
            </a:r>
            <a:r>
              <a:rPr lang="pt-BR" sz="1000" b="1" dirty="0">
                <a:latin typeface="Poppins" panose="00000500000000000000" pitchFamily="2" charset="0"/>
                <a:cs typeface="Poppins" panose="00000500000000000000" pitchFamily="2" charset="0"/>
              </a:rPr>
              <a:t>Introdução (2 minutos): </a:t>
            </a:r>
            <a:r>
              <a:rPr lang="pt-BR" sz="1000" dirty="0">
                <a:latin typeface="Poppins" panose="00000500000000000000" pitchFamily="2" charset="0"/>
                <a:cs typeface="Poppins" panose="00000500000000000000" pitchFamily="2" charset="0"/>
              </a:rPr>
              <a:t>apresente o contexto como uma situação real de suporte em redes escolares: às vezes, um computador não consegue acessar a rede porque está configurado com IP errado. </a:t>
            </a:r>
          </a:p>
          <a:p>
            <a:pPr>
              <a:lnSpc>
                <a:spcPct val="107000"/>
              </a:lnSpc>
              <a:spcAft>
                <a:spcPts val="800"/>
              </a:spcAft>
            </a:pPr>
            <a:r>
              <a:rPr lang="pt-BR" sz="1000" b="1" dirty="0">
                <a:latin typeface="Poppins" panose="00000500000000000000" pitchFamily="2" charset="0"/>
                <a:cs typeface="Poppins" panose="00000500000000000000" pitchFamily="2" charset="0"/>
              </a:rPr>
              <a:t>Condução da dinâmica: </a:t>
            </a:r>
          </a:p>
          <a:p>
            <a:r>
              <a:rPr lang="pt-BR" sz="1000" b="1" dirty="0">
                <a:latin typeface="Poppins" panose="00000500000000000000" pitchFamily="2" charset="0"/>
                <a:cs typeface="Poppins" panose="00000500000000000000" pitchFamily="2" charset="0"/>
              </a:rPr>
              <a:t>Atividade em duplas (12 minutos):</a:t>
            </a:r>
          </a:p>
          <a:p>
            <a:r>
              <a:rPr lang="pt-BR" sz="1000" dirty="0">
                <a:latin typeface="Poppins" panose="00000500000000000000" pitchFamily="2" charset="0"/>
                <a:cs typeface="Poppins" panose="00000500000000000000" pitchFamily="2" charset="0"/>
              </a:rPr>
              <a:t>Os alunos devem analisar os três endereços e decidir quem está no mesmo grupo de rede.</a:t>
            </a:r>
          </a:p>
          <a:p>
            <a:r>
              <a:rPr lang="pt-BR" sz="1000" dirty="0">
                <a:latin typeface="Poppins" panose="00000500000000000000" pitchFamily="2" charset="0"/>
                <a:cs typeface="Poppins" panose="00000500000000000000" pitchFamily="2" charset="0"/>
              </a:rPr>
              <a:t>Depois, justificar a resposta e indicar a classe correspondente. Os alunos devem anotar as respostas em uma folha.</a:t>
            </a:r>
          </a:p>
          <a:p>
            <a:r>
              <a:rPr lang="pt-BR" sz="1000" dirty="0">
                <a:latin typeface="Poppins" panose="00000500000000000000" pitchFamily="2" charset="0"/>
                <a:cs typeface="Poppins" panose="00000500000000000000" pitchFamily="2" charset="0"/>
              </a:rPr>
              <a:t>Circule pela sala observando o raciocínio e auxiliando quando necessário.</a:t>
            </a:r>
          </a:p>
          <a:p>
            <a:r>
              <a:rPr lang="pt-BR" sz="1000" b="1" dirty="0">
                <a:latin typeface="Poppins" panose="00000500000000000000" pitchFamily="2" charset="0"/>
                <a:cs typeface="Poppins" panose="00000500000000000000" pitchFamily="2" charset="0"/>
              </a:rPr>
              <a:t>Sorteio e apresentação das respostas</a:t>
            </a:r>
            <a:r>
              <a:rPr lang="pt-BR" sz="1000" dirty="0">
                <a:latin typeface="Poppins" panose="00000500000000000000" pitchFamily="2" charset="0"/>
                <a:cs typeface="Poppins" panose="00000500000000000000" pitchFamily="2" charset="0"/>
              </a:rPr>
              <a:t> </a:t>
            </a:r>
            <a:r>
              <a:rPr lang="pt-BR" sz="1000" b="1" dirty="0">
                <a:latin typeface="Poppins" panose="00000500000000000000" pitchFamily="2" charset="0"/>
                <a:cs typeface="Poppins" panose="00000500000000000000" pitchFamily="2" charset="0"/>
              </a:rPr>
              <a:t>(4 minutos):</a:t>
            </a:r>
          </a:p>
          <a:p>
            <a:r>
              <a:rPr lang="pt-BR" sz="1000" dirty="0">
                <a:latin typeface="Poppins" panose="00000500000000000000" pitchFamily="2" charset="0"/>
                <a:cs typeface="Poppins" panose="00000500000000000000" pitchFamily="2" charset="0"/>
              </a:rPr>
              <a:t>Escolha duas ou três duplas para compartilharem suas respostas oralmente. </a:t>
            </a:r>
          </a:p>
          <a:p>
            <a:endParaRPr lang="pt-BR" sz="1000" b="1"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Expectativas de respostas:</a:t>
            </a:r>
            <a:endParaRPr lang="pt-BR" sz="1000" dirty="0">
              <a:latin typeface="Poppins" panose="00000500000000000000" pitchFamily="2" charset="0"/>
              <a:cs typeface="Poppins" panose="00000500000000000000" pitchFamily="2" charset="0"/>
            </a:endParaRPr>
          </a:p>
          <a:p>
            <a:pPr marL="228600" indent="-228600">
              <a:buFont typeface="+mj-lt"/>
              <a:buAutoNum type="arabicPeriod"/>
            </a:pPr>
            <a:r>
              <a:rPr lang="pt-BR" sz="1000" b="1" dirty="0">
                <a:latin typeface="Poppins" panose="00000500000000000000" pitchFamily="2" charset="0"/>
                <a:cs typeface="Poppins" panose="00000500000000000000" pitchFamily="2" charset="0"/>
              </a:rPr>
              <a:t> PC1 e PC2</a:t>
            </a:r>
            <a:r>
              <a:rPr lang="pt-BR" sz="1000" dirty="0">
                <a:latin typeface="Poppins" panose="00000500000000000000" pitchFamily="2" charset="0"/>
                <a:cs typeface="Poppins" panose="00000500000000000000" pitchFamily="2" charset="0"/>
              </a:rPr>
              <a:t> estão no mesmo grupo de rede (</a:t>
            </a:r>
            <a:r>
              <a:rPr lang="pt-BR" sz="1000" b="1" dirty="0">
                <a:latin typeface="Poppins" panose="00000500000000000000" pitchFamily="2" charset="0"/>
                <a:cs typeface="Poppins" panose="00000500000000000000" pitchFamily="2" charset="0"/>
              </a:rPr>
              <a:t>192.168.10.0/24</a:t>
            </a:r>
            <a:r>
              <a:rPr lang="pt-BR" sz="1000" dirty="0">
                <a:latin typeface="Poppins" panose="00000500000000000000" pitchFamily="2" charset="0"/>
                <a:cs typeface="Poppins" panose="00000500000000000000" pitchFamily="2" charset="0"/>
              </a:rPr>
              <a:t>).</a:t>
            </a:r>
          </a:p>
          <a:p>
            <a:pPr marL="228600" indent="-228600">
              <a:buFont typeface="+mj-lt"/>
              <a:buAutoNum type="arabicPeriod"/>
            </a:pPr>
            <a:r>
              <a:rPr lang="pt-BR" sz="1000" b="1" dirty="0">
                <a:latin typeface="Poppins" panose="00000500000000000000" pitchFamily="2" charset="0"/>
                <a:cs typeface="Poppins" panose="00000500000000000000" pitchFamily="2" charset="0"/>
              </a:rPr>
              <a:t> PC3</a:t>
            </a:r>
            <a:r>
              <a:rPr lang="pt-BR" sz="1000" dirty="0">
                <a:latin typeface="Poppins" panose="00000500000000000000" pitchFamily="2" charset="0"/>
                <a:cs typeface="Poppins" panose="00000500000000000000" pitchFamily="2" charset="0"/>
              </a:rPr>
              <a:t> está fora, porque pertence a outra rede (</a:t>
            </a:r>
            <a:r>
              <a:rPr lang="pt-BR" sz="1000" b="1" dirty="0">
                <a:latin typeface="Poppins" panose="00000500000000000000" pitchFamily="2" charset="0"/>
                <a:cs typeface="Poppins" panose="00000500000000000000" pitchFamily="2" charset="0"/>
              </a:rPr>
              <a:t>192.168.11.0/24</a:t>
            </a:r>
            <a:r>
              <a:rPr lang="pt-BR" sz="1000" dirty="0">
                <a:latin typeface="Poppins" panose="00000500000000000000" pitchFamily="2" charset="0"/>
                <a:cs typeface="Poppins" panose="00000500000000000000" pitchFamily="2" charset="0"/>
              </a:rPr>
              <a:t>).</a:t>
            </a:r>
          </a:p>
          <a:p>
            <a:pPr marL="228600" indent="-228600">
              <a:buFont typeface="+mj-lt"/>
              <a:buAutoNum type="arabicPeriod"/>
            </a:pPr>
            <a:r>
              <a:rPr lang="pt-BR" sz="1000" b="1" dirty="0">
                <a:latin typeface="Poppins" panose="00000500000000000000" pitchFamily="2" charset="0"/>
                <a:cs typeface="Poppins" panose="00000500000000000000" pitchFamily="2" charset="0"/>
              </a:rPr>
              <a:t> </a:t>
            </a:r>
            <a:r>
              <a:rPr lang="pt-BR" sz="1000" dirty="0">
                <a:latin typeface="Poppins" panose="00000500000000000000" pitchFamily="2" charset="0"/>
                <a:cs typeface="Poppins" panose="00000500000000000000" pitchFamily="2" charset="0"/>
              </a:rPr>
              <a:t>Essa rede é da </a:t>
            </a:r>
            <a:r>
              <a:rPr lang="pt-BR" sz="1000" b="1" dirty="0">
                <a:latin typeface="Poppins" panose="00000500000000000000" pitchFamily="2" charset="0"/>
                <a:cs typeface="Poppins" panose="00000500000000000000" pitchFamily="2" charset="0"/>
              </a:rPr>
              <a:t>Classe C</a:t>
            </a:r>
            <a:r>
              <a:rPr lang="pt-BR" sz="1000" dirty="0">
                <a:latin typeface="Poppins" panose="00000500000000000000" pitchFamily="2" charset="0"/>
                <a:cs typeface="Poppins" panose="00000500000000000000" pitchFamily="2" charset="0"/>
              </a:rPr>
              <a:t>, usada em ambientes pequenos, como escolas e residências.</a:t>
            </a:r>
          </a:p>
        </p:txBody>
      </p:sp>
      <p:sp>
        <p:nvSpPr>
          <p:cNvPr id="5" name="Retângulo 4">
            <a:extLst>
              <a:ext uri="{FF2B5EF4-FFF2-40B4-BE49-F238E27FC236}">
                <a16:creationId xmlns:a16="http://schemas.microsoft.com/office/drawing/2014/main" id="{5AA17CA5-37A4-0621-5511-66389DB90CBF}"/>
              </a:ext>
            </a:extLst>
          </p:cNvPr>
          <p:cNvSpPr/>
          <p:nvPr/>
        </p:nvSpPr>
        <p:spPr>
          <a:xfrm>
            <a:off x="0" y="2166128"/>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endParaRPr lang="pt-BR" dirty="0">
              <a:solidFill>
                <a:srgbClr val="FFFFFF"/>
              </a:solidFill>
              <a:latin typeface="Arial"/>
            </a:endParaRPr>
          </a:p>
        </p:txBody>
      </p:sp>
      <p:sp>
        <p:nvSpPr>
          <p:cNvPr id="6" name="CaixaDeTexto 5">
            <a:extLst>
              <a:ext uri="{FF2B5EF4-FFF2-40B4-BE49-F238E27FC236}">
                <a16:creationId xmlns:a16="http://schemas.microsoft.com/office/drawing/2014/main" id="{2D6297B2-BF0C-FE8E-7266-DBAC35AC8DB0}"/>
              </a:ext>
            </a:extLst>
          </p:cNvPr>
          <p:cNvSpPr txBox="1"/>
          <p:nvPr/>
        </p:nvSpPr>
        <p:spPr>
          <a:xfrm>
            <a:off x="985520" y="2176288"/>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a:cs typeface="Poppins"/>
              </a:rPr>
              <a:t>Slide 15</a:t>
            </a:r>
            <a:endParaRPr lang="pt-BR" sz="3000" b="1" dirty="0">
              <a:solidFill>
                <a:schemeClr val="bg1"/>
              </a:solidFill>
              <a:latin typeface="Poppins" pitchFamily="2" charset="77"/>
              <a:cs typeface="Poppins" pitchFamily="2" charset="77"/>
            </a:endParaRPr>
          </a:p>
        </p:txBody>
      </p:sp>
      <p:cxnSp>
        <p:nvCxnSpPr>
          <p:cNvPr id="7" name="Conector Reto 6">
            <a:extLst>
              <a:ext uri="{FF2B5EF4-FFF2-40B4-BE49-F238E27FC236}">
                <a16:creationId xmlns:a16="http://schemas.microsoft.com/office/drawing/2014/main" id="{84333E5B-A31C-5B37-D929-53A573BAB4AD}"/>
              </a:ext>
            </a:extLst>
          </p:cNvPr>
          <p:cNvCxnSpPr>
            <a:cxnSpLocks/>
          </p:cNvCxnSpPr>
          <p:nvPr/>
        </p:nvCxnSpPr>
        <p:spPr>
          <a:xfrm flipV="1">
            <a:off x="690880" y="2416856"/>
            <a:ext cx="0" cy="398481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9" name="Oval 8">
            <a:extLst>
              <a:ext uri="{FF2B5EF4-FFF2-40B4-BE49-F238E27FC236}">
                <a16:creationId xmlns:a16="http://schemas.microsoft.com/office/drawing/2014/main" id="{522610A0-0E69-4B41-71CB-9DE733112200}"/>
              </a:ext>
            </a:extLst>
          </p:cNvPr>
          <p:cNvSpPr/>
          <p:nvPr/>
        </p:nvSpPr>
        <p:spPr>
          <a:xfrm>
            <a:off x="495329" y="5405056"/>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1" name="Oval 10">
            <a:extLst>
              <a:ext uri="{FF2B5EF4-FFF2-40B4-BE49-F238E27FC236}">
                <a16:creationId xmlns:a16="http://schemas.microsoft.com/office/drawing/2014/main" id="{F378FA0B-8E20-F768-FFCB-8D8C74D06674}"/>
              </a:ext>
            </a:extLst>
          </p:cNvPr>
          <p:cNvSpPr/>
          <p:nvPr/>
        </p:nvSpPr>
        <p:spPr>
          <a:xfrm>
            <a:off x="497840" y="3605888"/>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2" name="Oval 11">
            <a:extLst>
              <a:ext uri="{FF2B5EF4-FFF2-40B4-BE49-F238E27FC236}">
                <a16:creationId xmlns:a16="http://schemas.microsoft.com/office/drawing/2014/main" id="{50269717-B047-977C-485C-514D33F0BA44}"/>
              </a:ext>
            </a:extLst>
          </p:cNvPr>
          <p:cNvSpPr/>
          <p:nvPr/>
        </p:nvSpPr>
        <p:spPr>
          <a:xfrm>
            <a:off x="504239" y="3152969"/>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3" name="Oval 12">
            <a:extLst>
              <a:ext uri="{FF2B5EF4-FFF2-40B4-BE49-F238E27FC236}">
                <a16:creationId xmlns:a16="http://schemas.microsoft.com/office/drawing/2014/main" id="{5BEE4078-9DAA-9468-6B81-D3B863822C08}"/>
              </a:ext>
            </a:extLst>
          </p:cNvPr>
          <p:cNvSpPr/>
          <p:nvPr/>
        </p:nvSpPr>
        <p:spPr>
          <a:xfrm>
            <a:off x="497841" y="2719460"/>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4" name="Google Shape;2216;p100">
            <a:extLst>
              <a:ext uri="{FF2B5EF4-FFF2-40B4-BE49-F238E27FC236}">
                <a16:creationId xmlns:a16="http://schemas.microsoft.com/office/drawing/2014/main" id="{E905287E-3CF5-2BB9-0907-25BA9CDC3250}"/>
              </a:ext>
            </a:extLst>
          </p:cNvPr>
          <p:cNvSpPr/>
          <p:nvPr/>
        </p:nvSpPr>
        <p:spPr>
          <a:xfrm>
            <a:off x="577126" y="2834917"/>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pic>
        <p:nvPicPr>
          <p:cNvPr id="15" name="Imagem 14">
            <a:extLst>
              <a:ext uri="{FF2B5EF4-FFF2-40B4-BE49-F238E27FC236}">
                <a16:creationId xmlns:a16="http://schemas.microsoft.com/office/drawing/2014/main" id="{E7D721C0-ED55-2F11-21DD-021FDF08F2AB}"/>
              </a:ext>
            </a:extLst>
          </p:cNvPr>
          <p:cNvPicPr>
            <a:picLocks noChangeAspect="1"/>
          </p:cNvPicPr>
          <p:nvPr/>
        </p:nvPicPr>
        <p:blipFill>
          <a:blip r:embed="rId3"/>
          <a:srcRect/>
          <a:stretch/>
        </p:blipFill>
        <p:spPr>
          <a:xfrm>
            <a:off x="622470" y="3246675"/>
            <a:ext cx="154445" cy="193056"/>
          </a:xfrm>
          <a:prstGeom prst="rect">
            <a:avLst/>
          </a:prstGeom>
        </p:spPr>
      </p:pic>
      <p:sp>
        <p:nvSpPr>
          <p:cNvPr id="16" name="Google Shape;2223;p100">
            <a:extLst>
              <a:ext uri="{FF2B5EF4-FFF2-40B4-BE49-F238E27FC236}">
                <a16:creationId xmlns:a16="http://schemas.microsoft.com/office/drawing/2014/main" id="{DC5F9EEF-94C5-8D9E-629E-F3B8D53525FF}"/>
              </a:ext>
            </a:extLst>
          </p:cNvPr>
          <p:cNvSpPr>
            <a:spLocks/>
          </p:cNvSpPr>
          <p:nvPr/>
        </p:nvSpPr>
        <p:spPr>
          <a:xfrm>
            <a:off x="566851" y="3684318"/>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pic>
        <p:nvPicPr>
          <p:cNvPr id="18" name="Gráfico 17">
            <a:extLst>
              <a:ext uri="{FF2B5EF4-FFF2-40B4-BE49-F238E27FC236}">
                <a16:creationId xmlns:a16="http://schemas.microsoft.com/office/drawing/2014/main" id="{1616EF3D-3957-EA04-7C04-DBA5D6C454C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9270" y="5459177"/>
            <a:ext cx="208026" cy="266700"/>
          </a:xfrm>
          <a:prstGeom prst="rect">
            <a:avLst/>
          </a:prstGeom>
        </p:spPr>
      </p:pic>
      <p:sp>
        <p:nvSpPr>
          <p:cNvPr id="2" name="Oval 9">
            <a:extLst>
              <a:ext uri="{FF2B5EF4-FFF2-40B4-BE49-F238E27FC236}">
                <a16:creationId xmlns:a16="http://schemas.microsoft.com/office/drawing/2014/main" id="{54E23A86-5FDB-929B-BC8B-EBCC021FB891}"/>
              </a:ext>
            </a:extLst>
          </p:cNvPr>
          <p:cNvSpPr/>
          <p:nvPr/>
        </p:nvSpPr>
        <p:spPr>
          <a:xfrm>
            <a:off x="497840" y="4069894"/>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pic>
        <p:nvPicPr>
          <p:cNvPr id="3" name="Gráfico 2">
            <a:extLst>
              <a:ext uri="{FF2B5EF4-FFF2-40B4-BE49-F238E27FC236}">
                <a16:creationId xmlns:a16="http://schemas.microsoft.com/office/drawing/2014/main" id="{04E6CC21-DB1B-E5AA-0406-9DA6E9E74E8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5905" y="4140349"/>
            <a:ext cx="235296" cy="240643"/>
          </a:xfrm>
          <a:prstGeom prst="rect">
            <a:avLst/>
          </a:prstGeom>
        </p:spPr>
      </p:pic>
      <p:sp>
        <p:nvSpPr>
          <p:cNvPr id="8" name="Retângulo 7">
            <a:extLst>
              <a:ext uri="{FF2B5EF4-FFF2-40B4-BE49-F238E27FC236}">
                <a16:creationId xmlns:a16="http://schemas.microsoft.com/office/drawing/2014/main" id="{0928039C-4D3D-A89C-8CEC-EF26210FD1A4}"/>
              </a:ext>
            </a:extLst>
          </p:cNvPr>
          <p:cNvSpPr/>
          <p:nvPr/>
        </p:nvSpPr>
        <p:spPr>
          <a:xfrm>
            <a:off x="0" y="0"/>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endParaRPr lang="pt-BR" dirty="0">
              <a:solidFill>
                <a:srgbClr val="FFFFFF"/>
              </a:solidFill>
              <a:latin typeface="Arial"/>
            </a:endParaRPr>
          </a:p>
        </p:txBody>
      </p:sp>
      <p:sp>
        <p:nvSpPr>
          <p:cNvPr id="10" name="CaixaDeTexto 9">
            <a:extLst>
              <a:ext uri="{FF2B5EF4-FFF2-40B4-BE49-F238E27FC236}">
                <a16:creationId xmlns:a16="http://schemas.microsoft.com/office/drawing/2014/main" id="{4CFC795E-E15B-C779-4FDD-D688832DE2D8}"/>
              </a:ext>
            </a:extLst>
          </p:cNvPr>
          <p:cNvSpPr txBox="1"/>
          <p:nvPr/>
        </p:nvSpPr>
        <p:spPr>
          <a:xfrm>
            <a:off x="957706" y="607393"/>
            <a:ext cx="11005551" cy="1446550"/>
          </a:xfrm>
          <a:prstGeom prst="rect">
            <a:avLst/>
          </a:prstGeom>
          <a:noFill/>
          <a:ln>
            <a:noFill/>
          </a:ln>
        </p:spPr>
        <p:txBody>
          <a:bodyPr wrap="square" lIns="60960" tIns="30480" rIns="60960" bIns="30480" anchor="t">
            <a:spAutoFit/>
          </a:bodyPr>
          <a:lstStyle/>
          <a:p>
            <a:r>
              <a:rPr lang="pt-BR" sz="1000" b="1" dirty="0">
                <a:latin typeface="Poppins" panose="00000500000000000000" pitchFamily="2" charset="0"/>
                <a:cs typeface="Poppins" panose="00000500000000000000" pitchFamily="2" charset="0"/>
              </a:rPr>
              <a:t>Orientações: </a:t>
            </a:r>
            <a:r>
              <a:rPr lang="pt-BR" sz="1000" dirty="0">
                <a:latin typeface="Poppins" panose="00000500000000000000" pitchFamily="2" charset="0"/>
                <a:cs typeface="Poppins" panose="00000500000000000000" pitchFamily="2" charset="0"/>
              </a:rPr>
              <a:t>responder ao quiz. Há apenas uma alternativa correta.</a:t>
            </a:r>
          </a:p>
          <a:p>
            <a:endParaRPr lang="pt-BR" sz="1000" dirty="0">
              <a:latin typeface="Poppins" panose="00000500000000000000" pitchFamily="2" charset="0"/>
              <a:cs typeface="Poppins" panose="00000500000000000000" pitchFamily="2" charset="0"/>
            </a:endParaRPr>
          </a:p>
          <a:p>
            <a:pPr defTabSz="609630">
              <a:buClrTx/>
              <a:defRPr/>
            </a:pPr>
            <a:r>
              <a:rPr lang="pt-BR" sz="1000" b="1" dirty="0">
                <a:latin typeface="Poppins" panose="00000500000000000000" pitchFamily="2" charset="0"/>
                <a:cs typeface="Poppins" panose="00000500000000000000" pitchFamily="2" charset="0"/>
              </a:rPr>
              <a:t>Tempo previsto</a:t>
            </a:r>
            <a:r>
              <a:rPr lang="pt-BR" sz="1000" dirty="0">
                <a:latin typeface="Poppins" panose="00000500000000000000" pitchFamily="2" charset="0"/>
                <a:cs typeface="Poppins" panose="00000500000000000000" pitchFamily="2" charset="0"/>
              </a:rPr>
              <a:t>: 2 minutos.</a:t>
            </a:r>
          </a:p>
          <a:p>
            <a:pPr defTabSz="609630">
              <a:buClrTx/>
              <a:defRPr/>
            </a:pPr>
            <a:endParaRPr lang="pt-BR" sz="1000" dirty="0">
              <a:latin typeface="Poppins" panose="00000500000000000000" pitchFamily="2" charset="0"/>
              <a:cs typeface="Poppins" panose="00000500000000000000" pitchFamily="2" charset="0"/>
            </a:endParaRPr>
          </a:p>
          <a:p>
            <a:pPr defTabSz="609630">
              <a:buClrTx/>
              <a:defRPr/>
            </a:pPr>
            <a:endParaRPr lang="pt-BR" sz="1000" b="1" dirty="0">
              <a:solidFill>
                <a:schemeClr val="tx1"/>
              </a:solidFill>
              <a:latin typeface="Poppins" panose="00000500000000000000" pitchFamily="2" charset="0"/>
              <a:cs typeface="Poppins" panose="00000500000000000000" pitchFamily="2" charset="0"/>
            </a:endParaRPr>
          </a:p>
          <a:p>
            <a:pPr defTabSz="609630">
              <a:buClrTx/>
              <a:defRPr/>
            </a:pPr>
            <a:r>
              <a:rPr lang="pt-BR" sz="1000" b="1" dirty="0">
                <a:solidFill>
                  <a:schemeClr val="tx1"/>
                </a:solidFill>
                <a:latin typeface="Poppins" panose="00000500000000000000" pitchFamily="2" charset="0"/>
                <a:cs typeface="Poppins" panose="00000500000000000000" pitchFamily="2" charset="0"/>
              </a:rPr>
              <a:t>Pergunta: </a:t>
            </a:r>
            <a:r>
              <a:rPr lang="pt-BR" sz="1000" dirty="0">
                <a:solidFill>
                  <a:schemeClr val="tx1"/>
                </a:solidFill>
                <a:latin typeface="Poppins" panose="00000500000000000000" pitchFamily="2" charset="0"/>
                <a:cs typeface="Poppins" panose="00000500000000000000" pitchFamily="2" charset="0"/>
              </a:rPr>
              <a:t>Qual é a principal função de um endereço IP (Internet Protocol) em uma rede de computadores?</a:t>
            </a:r>
          </a:p>
          <a:p>
            <a:pPr defTabSz="609630">
              <a:buClrTx/>
              <a:defRPr/>
            </a:pPr>
            <a:r>
              <a:rPr lang="pt-BR" sz="1000" b="1" dirty="0">
                <a:solidFill>
                  <a:schemeClr val="tx1"/>
                </a:solidFill>
                <a:latin typeface="Poppins" panose="00000500000000000000" pitchFamily="2" charset="0"/>
                <a:cs typeface="Poppins" panose="00000500000000000000" pitchFamily="2" charset="0"/>
              </a:rPr>
              <a:t>Resposta correta: </a:t>
            </a:r>
            <a:r>
              <a:rPr lang="pt-BR" sz="1000" dirty="0">
                <a:solidFill>
                  <a:schemeClr val="tx1"/>
                </a:solidFill>
                <a:latin typeface="Poppins" panose="00000500000000000000" pitchFamily="2" charset="0"/>
                <a:cs typeface="Poppins" panose="00000500000000000000" pitchFamily="2" charset="0"/>
              </a:rPr>
              <a:t>Identificar o dispositivo.</a:t>
            </a:r>
            <a:endParaRPr lang="pt-BR" sz="1000" b="1" dirty="0">
              <a:solidFill>
                <a:schemeClr val="tx1"/>
              </a:solidFill>
              <a:latin typeface="Poppins" panose="00000500000000000000" pitchFamily="2" charset="0"/>
              <a:cs typeface="Poppins" panose="00000500000000000000" pitchFamily="2" charset="0"/>
            </a:endParaRPr>
          </a:p>
          <a:p>
            <a:pPr defTabSz="609630">
              <a:buClrTx/>
              <a:defRPr/>
            </a:pPr>
            <a:r>
              <a:rPr lang="pt-BR" sz="1000" b="1" dirty="0">
                <a:solidFill>
                  <a:schemeClr val="tx1"/>
                </a:solidFill>
                <a:latin typeface="Poppins" panose="00000500000000000000" pitchFamily="2" charset="0"/>
                <a:cs typeface="Poppins" panose="00000500000000000000" pitchFamily="2" charset="0"/>
              </a:rPr>
              <a:t>Feedback: </a:t>
            </a:r>
            <a:r>
              <a:rPr lang="pt-BR" sz="1000" dirty="0">
                <a:latin typeface="Poppins" panose="00000500000000000000" pitchFamily="2" charset="0"/>
                <a:cs typeface="Poppins" panose="00000500000000000000" pitchFamily="2" charset="0"/>
              </a:rPr>
              <a:t>o IP identifica cada dispositivo na rede, garantindo que os dados cheguem ao destino correto. As outras funções (velocidade, senhas e distribuição) pertencem a outros recursos da rede.</a:t>
            </a:r>
          </a:p>
        </p:txBody>
      </p:sp>
      <p:sp>
        <p:nvSpPr>
          <p:cNvPr id="17" name="CaixaDeTexto 16">
            <a:extLst>
              <a:ext uri="{FF2B5EF4-FFF2-40B4-BE49-F238E27FC236}">
                <a16:creationId xmlns:a16="http://schemas.microsoft.com/office/drawing/2014/main" id="{38529A5F-A40F-74BC-74A4-A3479328DAB2}"/>
              </a:ext>
            </a:extLst>
          </p:cNvPr>
          <p:cNvSpPr txBox="1"/>
          <p:nvPr/>
        </p:nvSpPr>
        <p:spPr>
          <a:xfrm>
            <a:off x="970280" y="13400"/>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a:cs typeface="Poppins"/>
              </a:rPr>
              <a:t>Slides 13 e 14</a:t>
            </a:r>
          </a:p>
        </p:txBody>
      </p:sp>
      <p:cxnSp>
        <p:nvCxnSpPr>
          <p:cNvPr id="19" name="Conector Reto 18">
            <a:extLst>
              <a:ext uri="{FF2B5EF4-FFF2-40B4-BE49-F238E27FC236}">
                <a16:creationId xmlns:a16="http://schemas.microsoft.com/office/drawing/2014/main" id="{1B0CE6F1-F709-BA4D-4D22-33575AEB14A8}"/>
              </a:ext>
            </a:extLst>
          </p:cNvPr>
          <p:cNvCxnSpPr>
            <a:cxnSpLocks/>
          </p:cNvCxnSpPr>
          <p:nvPr/>
        </p:nvCxnSpPr>
        <p:spPr>
          <a:xfrm flipV="1">
            <a:off x="675640" y="271048"/>
            <a:ext cx="0" cy="17308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0" name="Oval 19">
            <a:extLst>
              <a:ext uri="{FF2B5EF4-FFF2-40B4-BE49-F238E27FC236}">
                <a16:creationId xmlns:a16="http://schemas.microsoft.com/office/drawing/2014/main" id="{632B085D-CE50-2970-F7A6-AFB239E0375B}"/>
              </a:ext>
            </a:extLst>
          </p:cNvPr>
          <p:cNvSpPr/>
          <p:nvPr/>
        </p:nvSpPr>
        <p:spPr>
          <a:xfrm>
            <a:off x="487686" y="541760"/>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21" name="Oval 20">
            <a:extLst>
              <a:ext uri="{FF2B5EF4-FFF2-40B4-BE49-F238E27FC236}">
                <a16:creationId xmlns:a16="http://schemas.microsoft.com/office/drawing/2014/main" id="{32492C76-DD31-7B9E-744D-3C02A7139282}"/>
              </a:ext>
            </a:extLst>
          </p:cNvPr>
          <p:cNvSpPr/>
          <p:nvPr/>
        </p:nvSpPr>
        <p:spPr>
          <a:xfrm>
            <a:off x="484948" y="960722"/>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40" name="Google Shape;2216;p100">
            <a:extLst>
              <a:ext uri="{FF2B5EF4-FFF2-40B4-BE49-F238E27FC236}">
                <a16:creationId xmlns:a16="http://schemas.microsoft.com/office/drawing/2014/main" id="{595C7BD0-AC15-AE83-1C53-863AF362BA5B}"/>
              </a:ext>
            </a:extLst>
          </p:cNvPr>
          <p:cNvSpPr/>
          <p:nvPr/>
        </p:nvSpPr>
        <p:spPr>
          <a:xfrm>
            <a:off x="564822" y="638853"/>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pic>
        <p:nvPicPr>
          <p:cNvPr id="46" name="Imagem 45">
            <a:extLst>
              <a:ext uri="{FF2B5EF4-FFF2-40B4-BE49-F238E27FC236}">
                <a16:creationId xmlns:a16="http://schemas.microsoft.com/office/drawing/2014/main" id="{921CEB11-2AAB-FAC7-4C11-0CEC31F269D2}"/>
              </a:ext>
            </a:extLst>
          </p:cNvPr>
          <p:cNvPicPr>
            <a:picLocks noChangeAspect="1"/>
          </p:cNvPicPr>
          <p:nvPr/>
        </p:nvPicPr>
        <p:blipFill>
          <a:blip r:embed="rId3"/>
          <a:srcRect/>
          <a:stretch/>
        </p:blipFill>
        <p:spPr>
          <a:xfrm>
            <a:off x="606331" y="1050352"/>
            <a:ext cx="154445" cy="193056"/>
          </a:xfrm>
          <a:prstGeom prst="rect">
            <a:avLst/>
          </a:prstGeom>
        </p:spPr>
      </p:pic>
      <p:sp>
        <p:nvSpPr>
          <p:cNvPr id="24" name="Oval 8">
            <a:extLst>
              <a:ext uri="{FF2B5EF4-FFF2-40B4-BE49-F238E27FC236}">
                <a16:creationId xmlns:a16="http://schemas.microsoft.com/office/drawing/2014/main" id="{34379833-DCBD-ABC4-FBD7-335E9542F283}"/>
              </a:ext>
            </a:extLst>
          </p:cNvPr>
          <p:cNvSpPr/>
          <p:nvPr/>
        </p:nvSpPr>
        <p:spPr>
          <a:xfrm>
            <a:off x="484948" y="1398823"/>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pic>
        <p:nvPicPr>
          <p:cNvPr id="25" name="Gráfico 24">
            <a:extLst>
              <a:ext uri="{FF2B5EF4-FFF2-40B4-BE49-F238E27FC236}">
                <a16:creationId xmlns:a16="http://schemas.microsoft.com/office/drawing/2014/main" id="{509E20C5-F039-3D7E-552C-309799F3DCA8}"/>
              </a:ext>
            </a:extLst>
          </p:cNvPr>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68889" y="1452944"/>
            <a:ext cx="208026" cy="266700"/>
          </a:xfrm>
          <a:prstGeom prst="rect">
            <a:avLst/>
          </a:prstGeom>
        </p:spPr>
      </p:pic>
    </p:spTree>
    <p:extLst>
      <p:ext uri="{BB962C8B-B14F-4D97-AF65-F5344CB8AC3E}">
        <p14:creationId xmlns:p14="http://schemas.microsoft.com/office/powerpoint/2010/main" val="13960975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4F0AFEA1-9119-C042-CFE7-7B540E598DA4}"/>
              </a:ext>
            </a:extLst>
          </p:cNvPr>
          <p:cNvSpPr txBox="1"/>
          <p:nvPr/>
        </p:nvSpPr>
        <p:spPr>
          <a:xfrm>
            <a:off x="985261" y="1408331"/>
            <a:ext cx="10788727" cy="4062651"/>
          </a:xfrm>
          <a:prstGeom prst="rect">
            <a:avLst/>
          </a:prstGeom>
          <a:noFill/>
          <a:ln>
            <a:noFill/>
          </a:ln>
        </p:spPr>
        <p:txBody>
          <a:bodyPr wrap="square" lIns="60960" tIns="30480" rIns="60960" bIns="30480" anchor="t">
            <a:spAutoFit/>
          </a:bodyPr>
          <a:lstStyle/>
          <a:p>
            <a:pPr defTabSz="609630">
              <a:buClrTx/>
              <a:defRPr/>
            </a:pPr>
            <a:r>
              <a:rPr lang="pt-BR" sz="1000" b="1" dirty="0">
                <a:latin typeface="Poppins" panose="00000500000000000000" pitchFamily="2" charset="0"/>
                <a:cs typeface="Poppins" panose="00000500000000000000" pitchFamily="2" charset="0"/>
              </a:rPr>
              <a:t>Orientações: </a:t>
            </a:r>
            <a:r>
              <a:rPr lang="pt-BR" sz="1000" kern="100" dirty="0">
                <a:latin typeface="Poppins" panose="00000500000000000000" pitchFamily="2" charset="0"/>
                <a:ea typeface="Aptos" panose="020B0004020202020204" pitchFamily="34" charset="0"/>
                <a:cs typeface="Poppins" panose="00000500000000000000" pitchFamily="2" charset="0"/>
              </a:rPr>
              <a:t>professor, a seção</a:t>
            </a:r>
            <a:r>
              <a:rPr lang="pt-BR" sz="1000" b="1" kern="100" dirty="0">
                <a:latin typeface="Poppins" panose="00000500000000000000" pitchFamily="2" charset="0"/>
                <a:ea typeface="Aptos" panose="020B0004020202020204" pitchFamily="34" charset="0"/>
                <a:cs typeface="Poppins" panose="00000500000000000000" pitchFamily="2" charset="0"/>
              </a:rPr>
              <a:t> O que nós aprendemos hoje?</a:t>
            </a:r>
            <a:r>
              <a:rPr lang="pt-BR" sz="1000" kern="100" dirty="0">
                <a:latin typeface="Poppins" panose="00000500000000000000" pitchFamily="2" charset="0"/>
                <a:ea typeface="Aptos" panose="020B0004020202020204" pitchFamily="34" charset="0"/>
                <a:cs typeface="Poppins" panose="00000500000000000000" pitchFamily="2" charset="0"/>
              </a:rPr>
              <a:t> tem como objetivos reforçar e esclarecer os conceitos principais discutidos na aula. Essa revisão pode ser uma ferramenta de avaliação informal do aprendizado dos estudantes, identificando áreas que possam precisar de mais atenção em aulas futuras. </a:t>
            </a:r>
            <a:endParaRPr lang="pt-BR" sz="1000" dirty="0">
              <a:latin typeface="Poppins" panose="00000500000000000000" pitchFamily="2" charset="0"/>
              <a:cs typeface="Poppins" panose="00000500000000000000" pitchFamily="2" charset="0"/>
            </a:endParaRPr>
          </a:p>
          <a:p>
            <a:pPr>
              <a:buClrTx/>
              <a:buFontTx/>
            </a:pPr>
            <a:endParaRPr lang="pt-BR" sz="1000" b="1" dirty="0">
              <a:latin typeface="Poppins" panose="00000500000000000000" pitchFamily="2" charset="0"/>
              <a:cs typeface="Poppins" panose="00000500000000000000" pitchFamily="2" charset="0"/>
            </a:endParaRPr>
          </a:p>
          <a:p>
            <a:pPr rtl="0" fontAlgn="base"/>
            <a:r>
              <a:rPr lang="pt-BR" sz="1000" b="1" dirty="0">
                <a:latin typeface="Poppins" panose="00000500000000000000" pitchFamily="2" charset="0"/>
                <a:cs typeface="Poppins" panose="00000500000000000000" pitchFamily="2" charset="0"/>
              </a:rPr>
              <a:t>Tempo previsto: </a:t>
            </a:r>
            <a:r>
              <a:rPr lang="pt-BR" sz="1000" dirty="0">
                <a:latin typeface="Poppins" panose="00000500000000000000" pitchFamily="2" charset="0"/>
                <a:cs typeface="Poppins" panose="00000500000000000000" pitchFamily="2" charset="0"/>
              </a:rPr>
              <a:t>1 minuto.</a:t>
            </a:r>
          </a:p>
          <a:p>
            <a:pPr marL="153254" fontAlgn="base"/>
            <a:endParaRPr lang="pt-BR" sz="1000"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Gestão de sala de aula:</a:t>
            </a:r>
            <a:r>
              <a:rPr lang="pt-BR" sz="1000" dirty="0">
                <a:latin typeface="Poppins" panose="00000500000000000000" pitchFamily="2" charset="0"/>
                <a:cs typeface="Poppins" panose="00000500000000000000" pitchFamily="2" charset="0"/>
              </a:rPr>
              <a:t> </a:t>
            </a:r>
          </a:p>
          <a:p>
            <a:r>
              <a:rPr lang="pt-BR" sz="1000" kern="100" dirty="0">
                <a:latin typeface="Poppins" panose="00000500000000000000" pitchFamily="2" charset="0"/>
                <a:ea typeface="Aptos" panose="020B0004020202020204" pitchFamily="34" charset="0"/>
                <a:cs typeface="Poppins" panose="00000500000000000000" pitchFamily="2" charset="0"/>
              </a:rPr>
              <a:t>Mantenha um tom positivo e construtivo, reforçando o aprendizado em vez de focar correções. </a:t>
            </a:r>
          </a:p>
          <a:p>
            <a:r>
              <a:rPr lang="pt-BR" sz="1000" kern="100" dirty="0">
                <a:latin typeface="Poppins" panose="00000500000000000000" pitchFamily="2" charset="0"/>
                <a:ea typeface="Aptos" panose="020B0004020202020204" pitchFamily="34" charset="0"/>
                <a:cs typeface="Poppins" panose="00000500000000000000" pitchFamily="2" charset="0"/>
              </a:rPr>
              <a:t>Seja direto e objetivo nas explicações, para manter a atividade dentro do tempo estipulado. </a:t>
            </a:r>
          </a:p>
          <a:p>
            <a:r>
              <a:rPr lang="pt-BR" sz="1000" kern="100" dirty="0">
                <a:latin typeface="Poppins" panose="00000500000000000000" pitchFamily="2" charset="0"/>
                <a:ea typeface="Aptos" panose="020B0004020202020204" pitchFamily="34" charset="0"/>
                <a:cs typeface="Poppins" panose="00000500000000000000" pitchFamily="2" charset="0"/>
              </a:rPr>
              <a:t>Engaje os estudantes rapidamente, pedindo confirmações ou reações breves às definições apresentadas. </a:t>
            </a:r>
          </a:p>
          <a:p>
            <a:endParaRPr lang="pt-BR" sz="1000"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Condução da dinâmica: </a:t>
            </a:r>
          </a:p>
          <a:p>
            <a:r>
              <a:rPr lang="pt-BR" sz="1000" kern="100" dirty="0">
                <a:latin typeface="Poppins" panose="00000500000000000000" pitchFamily="2" charset="0"/>
                <a:ea typeface="Aptos" panose="020B0004020202020204" pitchFamily="34" charset="0"/>
                <a:cs typeface="Poppins" panose="00000500000000000000" pitchFamily="2" charset="0"/>
              </a:rPr>
              <a:t>Explique que esta parte da seção, “Então ficamos assim...”, é um momento de reflexão e de esclarecimento sobre os conceitos abordados na aula. </a:t>
            </a:r>
          </a:p>
          <a:p>
            <a:r>
              <a:rPr lang="pt-BR" sz="1000" kern="100" dirty="0">
                <a:latin typeface="Poppins" panose="00000500000000000000" pitchFamily="2" charset="0"/>
                <a:ea typeface="Aptos" panose="020B0004020202020204" pitchFamily="34" charset="0"/>
                <a:cs typeface="Poppins" panose="00000500000000000000" pitchFamily="2" charset="0"/>
              </a:rPr>
              <a:t>Informe que será uma rápida revisão para assegurar que os entendimentos dos estudantes estejam alinhados com as definições corretas dos conceitos. </a:t>
            </a:r>
          </a:p>
          <a:p>
            <a:r>
              <a:rPr lang="pt-BR" sz="1000" kern="100" dirty="0">
                <a:latin typeface="Poppins" panose="00000500000000000000" pitchFamily="2" charset="0"/>
                <a:ea typeface="Aptos" panose="020B0004020202020204" pitchFamily="34" charset="0"/>
                <a:cs typeface="Poppins" panose="00000500000000000000" pitchFamily="2" charset="0"/>
              </a:rPr>
              <a:t>Apresente o slide com a definição sintética de cada conceito principal discutido na aula, ampliando-o em forma de frases completas. </a:t>
            </a:r>
          </a:p>
          <a:p>
            <a:r>
              <a:rPr lang="pt-BR" sz="1000" kern="100" dirty="0">
                <a:latin typeface="Poppins" panose="00000500000000000000" pitchFamily="2" charset="0"/>
                <a:ea typeface="Aptos" panose="020B0004020202020204" pitchFamily="34" charset="0"/>
                <a:cs typeface="Poppins" panose="00000500000000000000" pitchFamily="2" charset="0"/>
              </a:rPr>
              <a:t>Destaque se as contribuições dos estudantes estavam alinhadas com os conceitos e ofereça esclarecimentos rápidos caso haja discrepâncias ou mal-entendidos. </a:t>
            </a:r>
          </a:p>
          <a:p>
            <a:r>
              <a:rPr lang="pt-BR" sz="1000" kern="100" dirty="0">
                <a:latin typeface="Poppins" panose="00000500000000000000" pitchFamily="2" charset="0"/>
                <a:ea typeface="Aptos" panose="020B0004020202020204" pitchFamily="34" charset="0"/>
                <a:cs typeface="Poppins" panose="00000500000000000000" pitchFamily="2" charset="0"/>
              </a:rPr>
              <a:t>Finalize resumindo os pontos principais e reiterando a importância de cada conceito e como ele se encaixa no contexto maior da aula. </a:t>
            </a:r>
          </a:p>
          <a:p>
            <a:r>
              <a:rPr lang="pt-BR" sz="1000" kern="100" dirty="0">
                <a:latin typeface="Poppins" panose="00000500000000000000" pitchFamily="2" charset="0"/>
                <a:ea typeface="Aptos" panose="020B0004020202020204" pitchFamily="34" charset="0"/>
                <a:cs typeface="Poppins" panose="00000500000000000000" pitchFamily="2" charset="0"/>
              </a:rPr>
              <a:t>Reforce a ideia de que essa revisão ajuda a solidificar o entendimento dos estudantes e a prepará-los para aplicar esses conceitos em situações práticas.</a:t>
            </a:r>
          </a:p>
          <a:p>
            <a:r>
              <a:rPr lang="pt-BR" sz="1000" kern="100" dirty="0">
                <a:latin typeface="Poppins" panose="00000500000000000000" pitchFamily="2" charset="0"/>
                <a:ea typeface="Aptos" panose="020B0004020202020204" pitchFamily="34" charset="0"/>
                <a:cs typeface="Poppins" panose="00000500000000000000" pitchFamily="2" charset="0"/>
              </a:rPr>
              <a:t> </a:t>
            </a:r>
            <a:endParaRPr lang="pt-BR" sz="1000" b="1"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Expectativas da atividade: </a:t>
            </a:r>
            <a:endParaRPr lang="pt-BR" sz="1000" dirty="0">
              <a:latin typeface="Poppins" panose="00000500000000000000" pitchFamily="2" charset="0"/>
              <a:cs typeface="Poppins" panose="00000500000000000000" pitchFamily="2" charset="0"/>
            </a:endParaRPr>
          </a:p>
          <a:p>
            <a:r>
              <a:rPr lang="pt-BR" sz="1000" kern="100" dirty="0">
                <a:latin typeface="Poppins" panose="00000500000000000000" pitchFamily="2" charset="0"/>
                <a:ea typeface="Aptos" panose="020B0004020202020204" pitchFamily="34" charset="0"/>
                <a:cs typeface="Poppins" panose="00000500000000000000" pitchFamily="2" charset="0"/>
              </a:rPr>
              <a:t>Os estudantes devem sair da aula com um entendimento claro e preciso dos conceitos principais. </a:t>
            </a:r>
          </a:p>
          <a:p>
            <a:r>
              <a:rPr lang="pt-BR" sz="1000" kern="100" dirty="0">
                <a:latin typeface="Poppins" panose="00000500000000000000" pitchFamily="2" charset="0"/>
                <a:ea typeface="Aptos" panose="020B0004020202020204" pitchFamily="34" charset="0"/>
                <a:cs typeface="Poppins" panose="00000500000000000000" pitchFamily="2" charset="0"/>
              </a:rPr>
              <a:t>A atividade serve como uma verificação rápida do entendimento dos estudantes e uma oportunidade para corrigir quaisquer mal-entendidos.</a:t>
            </a:r>
          </a:p>
          <a:p>
            <a:endParaRPr lang="pt-BR" sz="1000" b="1" dirty="0">
              <a:latin typeface="Poppins" panose="00000500000000000000" pitchFamily="2" charset="0"/>
              <a:cs typeface="Poppins" panose="00000500000000000000" pitchFamily="2" charset="0"/>
            </a:endParaRPr>
          </a:p>
          <a:p>
            <a:endParaRPr lang="pt-BR" sz="1000" b="1" dirty="0">
              <a:latin typeface="Poppins" panose="00000500000000000000" pitchFamily="2" charset="0"/>
              <a:cs typeface="Poppins" panose="00000500000000000000" pitchFamily="2" charset="0"/>
            </a:endParaRPr>
          </a:p>
          <a:p>
            <a:endParaRPr lang="pt-BR" sz="1000" b="1" dirty="0">
              <a:latin typeface="Poppins" panose="00000500000000000000" pitchFamily="2" charset="0"/>
              <a:cs typeface="Poppins" panose="00000500000000000000" pitchFamily="2" charset="0"/>
            </a:endParaRPr>
          </a:p>
          <a:p>
            <a:endParaRPr lang="pt-BR" sz="1000" b="1" dirty="0">
              <a:latin typeface="Poppins" panose="00000500000000000000" pitchFamily="2" charset="0"/>
              <a:cs typeface="Poppins" panose="00000500000000000000" pitchFamily="2" charset="0"/>
            </a:endParaRPr>
          </a:p>
          <a:p>
            <a:pPr algn="l" rtl="0" fontAlgn="base"/>
            <a:endParaRPr lang="pt-BR" sz="1000" b="1" dirty="0">
              <a:latin typeface="Poppins" panose="00000500000000000000" pitchFamily="2" charset="0"/>
              <a:cs typeface="Poppins" panose="00000500000000000000" pitchFamily="2" charset="0"/>
            </a:endParaRPr>
          </a:p>
        </p:txBody>
      </p:sp>
      <p:sp>
        <p:nvSpPr>
          <p:cNvPr id="5" name="Retângulo 4">
            <a:extLst>
              <a:ext uri="{FF2B5EF4-FFF2-40B4-BE49-F238E27FC236}">
                <a16:creationId xmlns:a16="http://schemas.microsoft.com/office/drawing/2014/main" id="{EAED0FCA-E30E-FCCE-6375-4A0D838E30DB}"/>
              </a:ext>
            </a:extLst>
          </p:cNvPr>
          <p:cNvSpPr/>
          <p:nvPr/>
        </p:nvSpPr>
        <p:spPr>
          <a:xfrm>
            <a:off x="0" y="785592"/>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endParaRPr lang="pt-BR" dirty="0">
              <a:solidFill>
                <a:srgbClr val="FFFFFF"/>
              </a:solidFill>
              <a:latin typeface="Arial"/>
            </a:endParaRPr>
          </a:p>
        </p:txBody>
      </p:sp>
      <p:sp>
        <p:nvSpPr>
          <p:cNvPr id="6" name="CaixaDeTexto 5">
            <a:extLst>
              <a:ext uri="{FF2B5EF4-FFF2-40B4-BE49-F238E27FC236}">
                <a16:creationId xmlns:a16="http://schemas.microsoft.com/office/drawing/2014/main" id="{E7D3BC7C-28C1-7DC2-665A-68D709ECA042}"/>
              </a:ext>
            </a:extLst>
          </p:cNvPr>
          <p:cNvSpPr txBox="1"/>
          <p:nvPr/>
        </p:nvSpPr>
        <p:spPr>
          <a:xfrm>
            <a:off x="985520" y="795752"/>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a:cs typeface="Poppins"/>
              </a:rPr>
              <a:t>Slide 16</a:t>
            </a:r>
            <a:endParaRPr lang="pt-BR" sz="3000" b="1" dirty="0">
              <a:solidFill>
                <a:schemeClr val="bg1"/>
              </a:solidFill>
              <a:latin typeface="Poppins" pitchFamily="2" charset="77"/>
              <a:cs typeface="Poppins" pitchFamily="2" charset="77"/>
            </a:endParaRPr>
          </a:p>
        </p:txBody>
      </p:sp>
      <p:cxnSp>
        <p:nvCxnSpPr>
          <p:cNvPr id="7" name="Conector Reto 6">
            <a:extLst>
              <a:ext uri="{FF2B5EF4-FFF2-40B4-BE49-F238E27FC236}">
                <a16:creationId xmlns:a16="http://schemas.microsoft.com/office/drawing/2014/main" id="{E962D4EB-CE73-1CB2-755F-817B788BC60D}"/>
              </a:ext>
            </a:extLst>
          </p:cNvPr>
          <p:cNvCxnSpPr>
            <a:cxnSpLocks/>
          </p:cNvCxnSpPr>
          <p:nvPr/>
        </p:nvCxnSpPr>
        <p:spPr>
          <a:xfrm flipV="1">
            <a:off x="685795" y="1036321"/>
            <a:ext cx="5085" cy="3966732"/>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9" name="Oval 8">
            <a:extLst>
              <a:ext uri="{FF2B5EF4-FFF2-40B4-BE49-F238E27FC236}">
                <a16:creationId xmlns:a16="http://schemas.microsoft.com/office/drawing/2014/main" id="{A04DBA7C-940F-C042-3626-460C69069086}"/>
              </a:ext>
            </a:extLst>
          </p:cNvPr>
          <p:cNvSpPr/>
          <p:nvPr/>
        </p:nvSpPr>
        <p:spPr>
          <a:xfrm>
            <a:off x="497841" y="4162891"/>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0" name="Oval 9">
            <a:extLst>
              <a:ext uri="{FF2B5EF4-FFF2-40B4-BE49-F238E27FC236}">
                <a16:creationId xmlns:a16="http://schemas.microsoft.com/office/drawing/2014/main" id="{D1E66996-F575-2D9B-FB10-9D63ABDB8BE3}"/>
              </a:ext>
            </a:extLst>
          </p:cNvPr>
          <p:cNvSpPr/>
          <p:nvPr/>
        </p:nvSpPr>
        <p:spPr>
          <a:xfrm>
            <a:off x="497841" y="2908053"/>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1" name="Oval 10">
            <a:extLst>
              <a:ext uri="{FF2B5EF4-FFF2-40B4-BE49-F238E27FC236}">
                <a16:creationId xmlns:a16="http://schemas.microsoft.com/office/drawing/2014/main" id="{1A397EF8-7A9D-91D4-6673-39CEDC2E1885}"/>
              </a:ext>
            </a:extLst>
          </p:cNvPr>
          <p:cNvSpPr/>
          <p:nvPr/>
        </p:nvSpPr>
        <p:spPr>
          <a:xfrm>
            <a:off x="497841" y="2234839"/>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2" name="Oval 11">
            <a:extLst>
              <a:ext uri="{FF2B5EF4-FFF2-40B4-BE49-F238E27FC236}">
                <a16:creationId xmlns:a16="http://schemas.microsoft.com/office/drawing/2014/main" id="{FEAC075A-B8C8-E930-4E60-044E1150CB99}"/>
              </a:ext>
            </a:extLst>
          </p:cNvPr>
          <p:cNvSpPr/>
          <p:nvPr/>
        </p:nvSpPr>
        <p:spPr>
          <a:xfrm>
            <a:off x="490341" y="1738984"/>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3" name="Oval 12">
            <a:extLst>
              <a:ext uri="{FF2B5EF4-FFF2-40B4-BE49-F238E27FC236}">
                <a16:creationId xmlns:a16="http://schemas.microsoft.com/office/drawing/2014/main" id="{4465B433-3024-07D5-6E5E-A9C3D0A661E4}"/>
              </a:ext>
            </a:extLst>
          </p:cNvPr>
          <p:cNvSpPr/>
          <p:nvPr/>
        </p:nvSpPr>
        <p:spPr>
          <a:xfrm>
            <a:off x="497841" y="1338924"/>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4" name="Google Shape;2216;p100">
            <a:extLst>
              <a:ext uri="{FF2B5EF4-FFF2-40B4-BE49-F238E27FC236}">
                <a16:creationId xmlns:a16="http://schemas.microsoft.com/office/drawing/2014/main" id="{FACBE87E-C3E9-093A-15DD-CF102B48BBFA}"/>
              </a:ext>
            </a:extLst>
          </p:cNvPr>
          <p:cNvSpPr/>
          <p:nvPr/>
        </p:nvSpPr>
        <p:spPr>
          <a:xfrm>
            <a:off x="569897" y="1437480"/>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pic>
        <p:nvPicPr>
          <p:cNvPr id="15" name="Imagem 14">
            <a:extLst>
              <a:ext uri="{FF2B5EF4-FFF2-40B4-BE49-F238E27FC236}">
                <a16:creationId xmlns:a16="http://schemas.microsoft.com/office/drawing/2014/main" id="{B95306FF-08A1-054B-09E2-33A5D393CBF5}"/>
              </a:ext>
            </a:extLst>
          </p:cNvPr>
          <p:cNvPicPr>
            <a:picLocks noChangeAspect="1"/>
          </p:cNvPicPr>
          <p:nvPr/>
        </p:nvPicPr>
        <p:blipFill>
          <a:blip r:embed="rId3"/>
          <a:srcRect/>
          <a:stretch/>
        </p:blipFill>
        <p:spPr>
          <a:xfrm>
            <a:off x="608572" y="1832690"/>
            <a:ext cx="154445" cy="193056"/>
          </a:xfrm>
          <a:prstGeom prst="rect">
            <a:avLst/>
          </a:prstGeom>
        </p:spPr>
      </p:pic>
      <p:sp>
        <p:nvSpPr>
          <p:cNvPr id="16" name="Google Shape;2223;p100">
            <a:extLst>
              <a:ext uri="{FF2B5EF4-FFF2-40B4-BE49-F238E27FC236}">
                <a16:creationId xmlns:a16="http://schemas.microsoft.com/office/drawing/2014/main" id="{C7770A96-F87E-0498-2BA2-D02000C11890}"/>
              </a:ext>
            </a:extLst>
          </p:cNvPr>
          <p:cNvSpPr>
            <a:spLocks/>
          </p:cNvSpPr>
          <p:nvPr/>
        </p:nvSpPr>
        <p:spPr>
          <a:xfrm>
            <a:off x="566852" y="2313269"/>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pic>
        <p:nvPicPr>
          <p:cNvPr id="17" name="Gráfico 16">
            <a:extLst>
              <a:ext uri="{FF2B5EF4-FFF2-40B4-BE49-F238E27FC236}">
                <a16:creationId xmlns:a16="http://schemas.microsoft.com/office/drawing/2014/main" id="{3E502561-9DB9-2437-2E6E-EF32977DD61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5906" y="2978508"/>
            <a:ext cx="235296" cy="240643"/>
          </a:xfrm>
          <a:prstGeom prst="rect">
            <a:avLst/>
          </a:prstGeom>
        </p:spPr>
      </p:pic>
      <p:pic>
        <p:nvPicPr>
          <p:cNvPr id="18" name="Gráfico 17">
            <a:extLst>
              <a:ext uri="{FF2B5EF4-FFF2-40B4-BE49-F238E27FC236}">
                <a16:creationId xmlns:a16="http://schemas.microsoft.com/office/drawing/2014/main" id="{EA88AAEC-DD86-FF7B-F21F-28ED7E431D5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1782" y="4217012"/>
            <a:ext cx="208026" cy="266700"/>
          </a:xfrm>
          <a:prstGeom prst="rect">
            <a:avLst/>
          </a:prstGeom>
        </p:spPr>
      </p:pic>
    </p:spTree>
    <p:extLst>
      <p:ext uri="{BB962C8B-B14F-4D97-AF65-F5344CB8AC3E}">
        <p14:creationId xmlns:p14="http://schemas.microsoft.com/office/powerpoint/2010/main" val="37232506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358559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rmAutofit/>
      </a:bodyPr>
      <a:lstStyle>
        <a:defPPr algn="l">
          <a:defRPr sz="2400" dirty="0"/>
        </a:defPPr>
      </a:lstStyle>
    </a:txDef>
  </a:objectDefaults>
  <a:extraClrSchemeLst/>
</a:theme>
</file>

<file path=ppt/theme/theme2.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acb3b2f-5927-4b98-82b1-fea2b4072a87">
      <Terms xmlns="http://schemas.microsoft.com/office/infopath/2007/PartnerControls"/>
    </lcf76f155ced4ddcb4097134ff3c332f>
    <Curso xmlns="aacb3b2f-5927-4b98-82b1-fea2b4072a87" xsi:nil="true"/>
    <Semana xmlns="aacb3b2f-5927-4b98-82b1-fea2b4072a87" xsi:nil="true"/>
    <Ano xmlns="aacb3b2f-5927-4b98-82b1-fea2b4072a8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B81252851F28942875D89D2C39F1241" ma:contentTypeVersion="19" ma:contentTypeDescription="Create a new document." ma:contentTypeScope="" ma:versionID="1bf68d50405d7ac8e7a341beaf8d3685">
  <xsd:schema xmlns:xsd="http://www.w3.org/2001/XMLSchema" xmlns:xs="http://www.w3.org/2001/XMLSchema" xmlns:p="http://schemas.microsoft.com/office/2006/metadata/properties" xmlns:ns2="aacb3b2f-5927-4b98-82b1-fea2b4072a87" xmlns:ns3="a45d3e5f-3e31-4187-b998-c44ee850df36" targetNamespace="http://schemas.microsoft.com/office/2006/metadata/properties" ma:root="true" ma:fieldsID="d3d2dbf1d52f40b25fbf955356123121" ns2:_="" ns3:_="">
    <xsd:import namespace="aacb3b2f-5927-4b98-82b1-fea2b4072a87"/>
    <xsd:import namespace="a45d3e5f-3e31-4187-b998-c44ee850df3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Location" minOccurs="0"/>
                <xsd:element ref="ns2:Curso" minOccurs="0"/>
                <xsd:element ref="ns2:Semana" minOccurs="0"/>
                <xsd:element ref="ns2:Ano"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cb3b2f-5927-4b98-82b1-fea2b4072a8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85b3961-dbc6-48b8-bc39-d3804789286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Location" ma:index="21" nillable="true" ma:displayName="Location" ma:description="" ma:indexed="true" ma:internalName="MediaServiceLocation" ma:readOnly="true">
      <xsd:simpleType>
        <xsd:restriction base="dms:Text"/>
      </xsd:simpleType>
    </xsd:element>
    <xsd:element name="Curso" ma:index="22" nillable="true" ma:displayName="Curso" ma:format="Dropdown" ma:internalName="Curso">
      <xsd:simpleType>
        <xsd:restriction base="dms:Text">
          <xsd:maxLength value="255"/>
        </xsd:restriction>
      </xsd:simpleType>
    </xsd:element>
    <xsd:element name="Semana" ma:index="23" nillable="true" ma:displayName="Semana" ma:format="Dropdown" ma:internalName="Semana">
      <xsd:simpleType>
        <xsd:restriction base="dms:Text">
          <xsd:maxLength value="255"/>
        </xsd:restriction>
      </xsd:simpleType>
    </xsd:element>
    <xsd:element name="Ano" ma:index="24" nillable="true" ma:displayName="Ano" ma:format="Dropdown" ma:internalName="Ano">
      <xsd:simpleType>
        <xsd:restriction base="dms:Text">
          <xsd:maxLength value="255"/>
        </xsd:restriction>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45d3e5f-3e31-4187-b998-c44ee850df36"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C661F7A-1649-4A39-91A5-A3893F5678E5}">
  <ds:schemaRefs>
    <ds:schemaRef ds:uri="aacb3b2f-5927-4b98-82b1-fea2b4072a87"/>
    <ds:schemaRef ds:uri="http://purl.org/dc/dcmitype/"/>
    <ds:schemaRef ds:uri="http://purl.org/dc/elements/1.1/"/>
    <ds:schemaRef ds:uri="http://www.w3.org/XML/1998/namespace"/>
    <ds:schemaRef ds:uri="http://schemas.openxmlformats.org/package/2006/metadata/core-properties"/>
    <ds:schemaRef ds:uri="http://schemas.microsoft.com/office/2006/documentManagement/types"/>
    <ds:schemaRef ds:uri="http://schemas.microsoft.com/office/2006/metadata/properties"/>
    <ds:schemaRef ds:uri="http://schemas.microsoft.com/office/infopath/2007/PartnerControls"/>
    <ds:schemaRef ds:uri="a45d3e5f-3e31-4187-b998-c44ee850df36"/>
    <ds:schemaRef ds:uri="http://purl.org/dc/terms/"/>
  </ds:schemaRefs>
</ds:datastoreItem>
</file>

<file path=customXml/itemProps2.xml><?xml version="1.0" encoding="utf-8"?>
<ds:datastoreItem xmlns:ds="http://schemas.openxmlformats.org/officeDocument/2006/customXml" ds:itemID="{827590F2-902A-4FFC-B993-9715B30E05AB}">
  <ds:schemaRefs>
    <ds:schemaRef ds:uri="http://schemas.microsoft.com/sharepoint/v3/contenttype/forms"/>
  </ds:schemaRefs>
</ds:datastoreItem>
</file>

<file path=customXml/itemProps3.xml><?xml version="1.0" encoding="utf-8"?>
<ds:datastoreItem xmlns:ds="http://schemas.openxmlformats.org/officeDocument/2006/customXml" ds:itemID="{AC07DF19-A254-460B-9F0E-0FE36DDCB7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cb3b2f-5927-4b98-82b1-fea2b4072a87"/>
    <ds:schemaRef ds:uri="a45d3e5f-3e31-4187-b998-c44ee850df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4764</TotalTime>
  <Words>2595</Words>
  <Application>Microsoft Office PowerPoint</Application>
  <PresentationFormat>Widescreen</PresentationFormat>
  <Paragraphs>237</Paragraphs>
  <Slides>24</Slides>
  <Notes>20</Notes>
  <HiddenSlides>6</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24</vt:i4>
      </vt:variant>
    </vt:vector>
  </HeadingPairs>
  <TitlesOfParts>
    <vt:vector size="31" baseType="lpstr">
      <vt:lpstr>Poppins Medium</vt:lpstr>
      <vt:lpstr>Poppins</vt:lpstr>
      <vt:lpstr>Poppins Light</vt:lpstr>
      <vt:lpstr>Calibri</vt:lpstr>
      <vt:lpstr>Poppins Bold</vt:lpstr>
      <vt:lpstr>Arial</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Caco Bressane Ilustração e Design</dc:creator>
  <cp:lastModifiedBy>Alessandra Reis de Souza</cp:lastModifiedBy>
  <cp:revision>178</cp:revision>
  <dcterms:modified xsi:type="dcterms:W3CDTF">2026-01-28T13:01:20Z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0x0101004B81252851F28942875D89D2C39F1241</vt:lpwstr>
  </property>
  <property fmtid="{D5CDD505-2E9C-101B-9397-08002B2CF9AE}" pid="3" name="MediaServiceImageTags">
    <vt:lpwstr/>
  </property>
  <property fmtid="{D5CDD505-2E9C-101B-9397-08002B2CF9AE}" pid="4" name="Order">
    <vt:lpwstr>378100.000000000</vt:lpwstr>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ies>
</file>