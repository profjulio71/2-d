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4"/>
  </p:sldMasterIdLst>
  <p:notesMasterIdLst>
    <p:notesMasterId r:id="rId29"/>
  </p:notesMasterIdLst>
  <p:handoutMasterIdLst>
    <p:handoutMasterId r:id="rId30"/>
  </p:handoutMasterIdLst>
  <p:sldIdLst>
    <p:sldId id="1240" r:id="rId5"/>
    <p:sldId id="1390" r:id="rId6"/>
    <p:sldId id="1391" r:id="rId7"/>
    <p:sldId id="1392" r:id="rId8"/>
    <p:sldId id="1393" r:id="rId9"/>
    <p:sldId id="580" r:id="rId10"/>
    <p:sldId id="1325" r:id="rId11"/>
    <p:sldId id="558" r:id="rId12"/>
    <p:sldId id="540" r:id="rId13"/>
    <p:sldId id="1386" r:id="rId14"/>
    <p:sldId id="1373" r:id="rId15"/>
    <p:sldId id="272" r:id="rId16"/>
    <p:sldId id="1256" r:id="rId17"/>
    <p:sldId id="1257" r:id="rId18"/>
    <p:sldId id="1339" r:id="rId19"/>
    <p:sldId id="1259" r:id="rId20"/>
    <p:sldId id="1260" r:id="rId21"/>
    <p:sldId id="1261" r:id="rId22"/>
    <p:sldId id="1262" r:id="rId23"/>
    <p:sldId id="680" r:id="rId24"/>
    <p:sldId id="717" r:id="rId25"/>
    <p:sldId id="678" r:id="rId26"/>
    <p:sldId id="1327" r:id="rId27"/>
    <p:sldId id="1268" r:id="rId28"/>
  </p:sldIdLst>
  <p:sldSz cx="12192000" cy="6858000"/>
  <p:notesSz cx="6858000" cy="9144000"/>
  <p:embeddedFontLst>
    <p:embeddedFont>
      <p:font typeface="Poppins" panose="00000500000000000000" pitchFamily="2" charset="0"/>
      <p:regular r:id="rId31"/>
      <p:bold r:id="rId32"/>
      <p:italic r:id="rId33"/>
      <p:boldItalic r:id="rId34"/>
    </p:embeddedFont>
    <p:embeddedFont>
      <p:font typeface="Poppins Bold" panose="00000800000000000000" pitchFamily="2" charset="0"/>
      <p:regular r:id="rId35"/>
      <p:bold r:id="rId36"/>
      <p:italic r:id="rId37"/>
      <p:boldItalic r:id="rId38"/>
    </p:embeddedFont>
    <p:embeddedFont>
      <p:font typeface="Poppins Light" panose="00000400000000000000" pitchFamily="2" charset="0"/>
      <p:regular r:id="rId39"/>
      <p:bold r:id="rId40"/>
      <p:italic r:id="rId41"/>
      <p:boldItalic r:id="rId42"/>
    </p:embeddedFont>
    <p:embeddedFont>
      <p:font typeface="Poppins Medium" panose="000006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A610C16-66F6-B1A4-9D90-062FE2F1FDF0}" name="Marcos Gimenes" initials="MG" userId="c32f034e2807843d" providerId="Windows Live"/>
  <p188:author id="{5D93F123-A5E2-A62B-D9E3-D9303D1BB86B}" name="Gustavo Cruz dos Reis" initials="GC" userId="S::greis@vanzolini-ead.org.br::837664e1-438f-44d7-9e01-7f6012fe004f" providerId="AD"/>
  <p188:author id="{C6975768-E079-2129-EF66-8C7D8D20589C}" name="Usuário Convidado" initials="UC" userId="S::urn:spo:anon#9c1a6640c4cf430e37b8e52984f4ed92aa1896e2c9d3b1637fd5ce4c8fd5c9d5::" providerId="AD"/>
  <p188:author id="{A42D7C86-2999-ABEF-315C-7093285DA929}" name="Usuário Convidado" initials="UC" userId="S::urn:spo:tenantanon#4a187474-b69b-445f-9d2d-b39f721fca7f::" providerId="AD"/>
  <p188:author id="{BFFA9486-43ED-CA1A-8701-A106D5798246}" name="Mainã Greeb Vicente" initials="MV" userId="S::mgreeb@vanzolini-ead.org.br::fd9f705a-0a89-4b5e-afba-2e796769ec11" providerId="AD"/>
  <p188:author id="{8DD8E787-7B43-E508-6891-C6122D24A71C}" name="Douglas José Mendonça" initials="DM" userId="4153c5f748151241" providerId="Windows Live"/>
  <p188:author id="{377AEB95-F34C-FEB2-A03E-D3DA85656470}" name="Izabella Saadi Cerutti" initials="IS" userId="4295702eb40843b9" providerId="Windows Live"/>
  <p188:author id="{EA7E6897-FBE9-9C70-C068-FD298403604C}" name="JOSE AVELINO PLACCA" initials="JP" userId="S::jose.placca@fatec.sp.gov.br::5607103a-18bc-4249-a88b-cf9b68ce5d63" providerId="AD"/>
  <p188:author id="{B74062B8-8947-A910-EE1E-8786B94DA4B0}" name="Douglas José Mendonça" initials="DM" userId="S::douglas_mendonca@vanzolini-ead.org.br::5072134e-9038-4068-846d-3ccb0206f133" providerId="AD"/>
  <p188:author id="{9D095BDE-F5FA-7BD7-1A64-22CC9666D052}" name="Victor Frohlich" initials="VF" userId="1cc2284370bbaaa1" providerId="Windows Live"/>
  <p188:author id="{E0388DF7-5B9F-86E5-E6C5-3F344187204B}" name="Eloisa Dalbem" initials="ED" userId="S::eldalbem@vanzolini-ead.org.br::9ae0c03a-8642-493e-97df-c9fd93e6c39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30A0"/>
    <a:srgbClr val="FF0000"/>
    <a:srgbClr val="AAA6D3"/>
    <a:srgbClr val="FFFFFF"/>
    <a:srgbClr val="EE0000"/>
    <a:srgbClr val="3E3593"/>
    <a:srgbClr val="312F67"/>
    <a:srgbClr val="EC4E58"/>
    <a:srgbClr val="E83D68"/>
    <a:srgbClr val="FB93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8B62AC2-CBFF-4FEF-A790-FB120B6FE34D}">
  <a:tblStyle styleId="{58B62AC2-CBFF-4FEF-A790-FB120B6FE34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97" autoAdjust="0"/>
    <p:restoredTop sz="92636" autoAdjust="0"/>
  </p:normalViewPr>
  <p:slideViewPr>
    <p:cSldViewPr snapToGrid="0">
      <p:cViewPr varScale="1">
        <p:scale>
          <a:sx n="82" d="100"/>
          <a:sy n="82" d="100"/>
        </p:scale>
        <p:origin x="456" y="6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9.fntdata"/><Relationship Id="rId21" Type="http://schemas.openxmlformats.org/officeDocument/2006/relationships/slide" Target="slides/slide17.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notesMaster" Target="notesMasters/notesMaster1.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6.fntdata"/><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viewProps" Target="viewProps.xml"/><Relationship Id="rId8" Type="http://schemas.openxmlformats.org/officeDocument/2006/relationships/slide" Target="slides/slide4.xml"/><Relationship Id="rId51"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6.xml"/><Relationship Id="rId41" Type="http://schemas.openxmlformats.org/officeDocument/2006/relationships/font" Target="fonts/font11.fntdata"/><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0820016A-23B3-8332-53D6-57FE04C281E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dirty="0"/>
          </a:p>
        </p:txBody>
      </p:sp>
      <p:sp>
        <p:nvSpPr>
          <p:cNvPr id="3" name="Espaço Reservado para Data 2">
            <a:extLst>
              <a:ext uri="{FF2B5EF4-FFF2-40B4-BE49-F238E27FC236}">
                <a16:creationId xmlns:a16="http://schemas.microsoft.com/office/drawing/2014/main" id="{378ABBCA-ED84-8C3A-7D17-F6393BAD02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BE6816-8789-481E-B2F2-61889E0E8584}" type="datetimeFigureOut">
              <a:rPr lang="pt-BR" smtClean="0"/>
              <a:t>28/01/2026</a:t>
            </a:fld>
            <a:endParaRPr lang="pt-BR" dirty="0"/>
          </a:p>
        </p:txBody>
      </p:sp>
      <p:sp>
        <p:nvSpPr>
          <p:cNvPr id="4" name="Espaço Reservado para Rodapé 3">
            <a:extLst>
              <a:ext uri="{FF2B5EF4-FFF2-40B4-BE49-F238E27FC236}">
                <a16:creationId xmlns:a16="http://schemas.microsoft.com/office/drawing/2014/main" id="{E140203C-C3C0-C509-C3D9-F91275DBAE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dirty="0"/>
          </a:p>
        </p:txBody>
      </p:sp>
      <p:sp>
        <p:nvSpPr>
          <p:cNvPr id="5" name="Espaço Reservado para Número de Slide 4">
            <a:extLst>
              <a:ext uri="{FF2B5EF4-FFF2-40B4-BE49-F238E27FC236}">
                <a16:creationId xmlns:a16="http://schemas.microsoft.com/office/drawing/2014/main" id="{A7A17361-C8A0-CABB-2146-B5B19E39C2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44F6E5-A54A-42CC-B250-9D06C7C52CD8}" type="slidenum">
              <a:rPr lang="pt-BR" smtClean="0"/>
              <a:t>‹nº›</a:t>
            </a:fld>
            <a:endParaRPr lang="pt-BR" dirty="0"/>
          </a:p>
        </p:txBody>
      </p:sp>
    </p:spTree>
    <p:extLst>
      <p:ext uri="{BB962C8B-B14F-4D97-AF65-F5344CB8AC3E}">
        <p14:creationId xmlns:p14="http://schemas.microsoft.com/office/powerpoint/2010/main" val="28184384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55387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a:extLst>
            <a:ext uri="{FF2B5EF4-FFF2-40B4-BE49-F238E27FC236}">
              <a16:creationId xmlns:a16="http://schemas.microsoft.com/office/drawing/2014/main" id="{77E6D0E1-8E67-85B2-1241-48C032DDD936}"/>
            </a:ext>
          </a:extLst>
        </p:cNvPr>
        <p:cNvGrpSpPr/>
        <p:nvPr/>
      </p:nvGrpSpPr>
      <p:grpSpPr>
        <a:xfrm>
          <a:off x="0" y="0"/>
          <a:ext cx="0" cy="0"/>
          <a:chOff x="0" y="0"/>
          <a:chExt cx="0" cy="0"/>
        </a:xfrm>
      </p:grpSpPr>
      <p:sp>
        <p:nvSpPr>
          <p:cNvPr id="640" name="Google Shape;640;p1:notes">
            <a:extLst>
              <a:ext uri="{FF2B5EF4-FFF2-40B4-BE49-F238E27FC236}">
                <a16:creationId xmlns:a16="http://schemas.microsoft.com/office/drawing/2014/main" id="{93B48885-1CC3-E1F3-C1DE-195185E586A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i="1" dirty="0"/>
          </a:p>
        </p:txBody>
      </p:sp>
      <p:sp>
        <p:nvSpPr>
          <p:cNvPr id="641" name="Google Shape;641;p1:notes">
            <a:extLst>
              <a:ext uri="{FF2B5EF4-FFF2-40B4-BE49-F238E27FC236}">
                <a16:creationId xmlns:a16="http://schemas.microsoft.com/office/drawing/2014/main" id="{67EEEE31-709E-37F5-0A80-5DAF1AEDA99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536442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1F766-6F31-6C5F-68B4-749DAA79B52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096389E-3E2B-71CD-C9BC-2E14ACC810F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C8AC3B9-0E62-9F51-0B30-8CC3F241565E}"/>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0AE959B1-D10F-1C1F-A3A3-187C62D04525}"/>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46423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a:extLst>
            <a:ext uri="{FF2B5EF4-FFF2-40B4-BE49-F238E27FC236}">
              <a16:creationId xmlns:a16="http://schemas.microsoft.com/office/drawing/2014/main" id="{60768335-5C8A-7507-C51C-98BFA0A58E4C}"/>
            </a:ext>
          </a:extLst>
        </p:cNvPr>
        <p:cNvGrpSpPr/>
        <p:nvPr/>
      </p:nvGrpSpPr>
      <p:grpSpPr>
        <a:xfrm>
          <a:off x="0" y="0"/>
          <a:ext cx="0" cy="0"/>
          <a:chOff x="0" y="0"/>
          <a:chExt cx="0" cy="0"/>
        </a:xfrm>
      </p:grpSpPr>
      <p:sp>
        <p:nvSpPr>
          <p:cNvPr id="651" name="Google Shape;651;p3:notes">
            <a:extLst>
              <a:ext uri="{FF2B5EF4-FFF2-40B4-BE49-F238E27FC236}">
                <a16:creationId xmlns:a16="http://schemas.microsoft.com/office/drawing/2014/main" id="{D57736FD-68FD-3261-E2B5-E76065CC6E0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52" name="Google Shape;652;p3:notes">
            <a:extLst>
              <a:ext uri="{FF2B5EF4-FFF2-40B4-BE49-F238E27FC236}">
                <a16:creationId xmlns:a16="http://schemas.microsoft.com/office/drawing/2014/main" id="{5E3A6D19-6E59-8147-3B8C-50C278673AE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4639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72" name="Google Shape;67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9668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10</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545202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92" name="Google Shape;79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7B7453D5-FE37-90F7-0117-6A1069A41852}"/>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E55E856E-71F6-FFFC-27FF-C20FE327B80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a:extLst>
              <a:ext uri="{FF2B5EF4-FFF2-40B4-BE49-F238E27FC236}">
                <a16:creationId xmlns:a16="http://schemas.microsoft.com/office/drawing/2014/main" id="{C790690E-A198-1BF4-E669-670C98910B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942546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AB76F30A-5EFE-3CCD-F11E-167422ADB714}"/>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2E6B615F-FD7A-6DF5-7BA7-7B18B061F1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a:extLst>
              <a:ext uri="{FF2B5EF4-FFF2-40B4-BE49-F238E27FC236}">
                <a16:creationId xmlns:a16="http://schemas.microsoft.com/office/drawing/2014/main" id="{FC96FF24-BA94-5CD9-FF44-DCBA09F8214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3200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F21B6-3410-E6A4-AEFF-DA667FA9B90C}"/>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6B70AAB-BE42-1490-E334-3522A21A7F29}"/>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4BE1133-3DA2-DF57-7F2F-23DC45A9C7F5}"/>
              </a:ext>
            </a:extLst>
          </p:cNvPr>
          <p:cNvSpPr>
            <a:spLocks noGrp="1"/>
          </p:cNvSpPr>
          <p:nvPr>
            <p:ph type="body" idx="1"/>
          </p:nvPr>
        </p:nvSpPr>
        <p:spPr/>
        <p:txBody>
          <a:bodyPr/>
          <a:lstStyle/>
          <a:p>
            <a:pPr marL="230400">
              <a:lnSpc>
                <a:spcPct val="107000"/>
              </a:lnSpc>
              <a:spcAft>
                <a:spcPts val="800"/>
              </a:spcAft>
            </a:pPr>
            <a:r>
              <a:rPr lang="pt-BR" sz="1800" kern="100" dirty="0">
                <a:effectLst/>
                <a:latin typeface="Poppins" pitchFamily="2" charset="77"/>
                <a:ea typeface="Aptos" panose="020B0004020202020204" pitchFamily="34" charset="0"/>
                <a:cs typeface="Times New Roman" panose="02020603050405020304" pitchFamily="18" charset="0"/>
              </a:rPr>
              <a:t>	</a:t>
            </a:r>
            <a:endParaRPr lang="pt-BR" dirty="0"/>
          </a:p>
        </p:txBody>
      </p:sp>
      <p:sp>
        <p:nvSpPr>
          <p:cNvPr id="4" name="Espaço Reservado para Número de Slide 3">
            <a:extLst>
              <a:ext uri="{FF2B5EF4-FFF2-40B4-BE49-F238E27FC236}">
                <a16:creationId xmlns:a16="http://schemas.microsoft.com/office/drawing/2014/main" id="{A875E589-B4CD-03D9-BF00-F11917A4AE6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15</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13398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a:extLst>
            <a:ext uri="{FF2B5EF4-FFF2-40B4-BE49-F238E27FC236}">
              <a16:creationId xmlns:a16="http://schemas.microsoft.com/office/drawing/2014/main" id="{65F4DAEE-9901-3731-8F08-D283C21594AC}"/>
            </a:ext>
          </a:extLst>
        </p:cNvPr>
        <p:cNvGrpSpPr/>
        <p:nvPr/>
      </p:nvGrpSpPr>
      <p:grpSpPr>
        <a:xfrm>
          <a:off x="0" y="0"/>
          <a:ext cx="0" cy="0"/>
          <a:chOff x="0" y="0"/>
          <a:chExt cx="0" cy="0"/>
        </a:xfrm>
      </p:grpSpPr>
      <p:sp>
        <p:nvSpPr>
          <p:cNvPr id="723" name="Google Shape;723;g1e5198b4dfb_0_1:notes">
            <a:extLst>
              <a:ext uri="{FF2B5EF4-FFF2-40B4-BE49-F238E27FC236}">
                <a16:creationId xmlns:a16="http://schemas.microsoft.com/office/drawing/2014/main" id="{74B7CBA6-3C74-A542-6503-85E3ED027EE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pt-BR" dirty="0"/>
          </a:p>
        </p:txBody>
      </p:sp>
      <p:sp>
        <p:nvSpPr>
          <p:cNvPr id="724" name="Google Shape;724;g1e5198b4dfb_0_1:notes">
            <a:extLst>
              <a:ext uri="{FF2B5EF4-FFF2-40B4-BE49-F238E27FC236}">
                <a16:creationId xmlns:a16="http://schemas.microsoft.com/office/drawing/2014/main" id="{D3DB5D40-7473-12E9-B92C-1A646EAD81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169871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19" name="Google Shape;71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117150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19</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709147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4462A-37CD-216B-27A1-6670702A5BE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851BF4F-D1D0-FB23-688C-405D5694575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8D7D734-28CA-581D-5CCF-E7CF7FACE478}"/>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67F7E4E5-F630-70E0-E565-E4920D06895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20</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309472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E8672-89A7-C32E-CE63-640E013FE86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0486D4D-337A-436A-2184-B4183D1E35A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D5DD54D-CA5A-A608-6375-3BAC13B107D6}"/>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7109D0E3-D7CE-2484-6970-859D2F61719F}"/>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21</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546692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3BA1E-9BED-F6E9-F39E-B6B42F14D85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81EE0CC-3D67-F626-7E41-7E78BF00DA4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49E2161-545A-975F-0B2B-2F5D30BEF201}"/>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6A946C80-A164-D883-005E-AA528DD9C18C}"/>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22</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22665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6D18E-DAD8-D7D8-889B-4B179FE1158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8D185B6-12C3-4C43-8070-BAEB216BA31C}"/>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E54A7D3-79CB-07E8-99B5-B78ABBC0A2DA}"/>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B36A481D-2819-4A96-A3DD-81C41BD47691}"/>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23</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132427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24</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356579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0F2ED3E9-3B0B-E370-C738-4D436A14D453}"/>
              </a:ext>
            </a:extLst>
          </p:cNvPr>
          <p:cNvSpPr/>
          <p:nvPr userDrawn="1"/>
        </p:nvSpPr>
        <p:spPr>
          <a:xfrm>
            <a:off x="0" y="0"/>
            <a:ext cx="12192000" cy="6858000"/>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dirty="0"/>
          </a:p>
        </p:txBody>
      </p:sp>
      <p:sp>
        <p:nvSpPr>
          <p:cNvPr id="2" name="Retângulo: Cantos Arredondados 3">
            <a:extLst>
              <a:ext uri="{FF2B5EF4-FFF2-40B4-BE49-F238E27FC236}">
                <a16:creationId xmlns:a16="http://schemas.microsoft.com/office/drawing/2014/main" id="{DDCD724B-38DC-9D8A-A481-60128E3B934C}"/>
              </a:ext>
            </a:extLst>
          </p:cNvPr>
          <p:cNvSpPr/>
          <p:nvPr userDrawn="1"/>
        </p:nvSpPr>
        <p:spPr>
          <a:xfrm>
            <a:off x="5802699" y="1543035"/>
            <a:ext cx="4205858" cy="3044205"/>
          </a:xfrm>
          <a:prstGeom prst="roundRect">
            <a:avLst/>
          </a:prstGeom>
          <a:solidFill>
            <a:srgbClr val="FF1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4" name="Imagem 3" descr="Logotipo&#10;&#10;O conteúdo gerado por IA pode estar incorreto.">
            <a:extLst>
              <a:ext uri="{FF2B5EF4-FFF2-40B4-BE49-F238E27FC236}">
                <a16:creationId xmlns:a16="http://schemas.microsoft.com/office/drawing/2014/main" id="{57B28FEA-C089-0C9E-9D78-E7D25653A2C5}"/>
              </a:ext>
            </a:extLst>
          </p:cNvPr>
          <p:cNvPicPr>
            <a:picLocks noChangeAspect="1"/>
          </p:cNvPicPr>
          <p:nvPr userDrawn="1"/>
        </p:nvPicPr>
        <p:blipFill>
          <a:blip r:embed="rId2"/>
          <a:srcRect l="12566" t="26436" r="13369" b="26176"/>
          <a:stretch>
            <a:fillRect/>
          </a:stretch>
        </p:blipFill>
        <p:spPr>
          <a:xfrm>
            <a:off x="4828111" y="5385674"/>
            <a:ext cx="2535779" cy="1147457"/>
          </a:xfrm>
          <a:prstGeom prst="rect">
            <a:avLst/>
          </a:prstGeom>
        </p:spPr>
      </p:pic>
      <p:sp>
        <p:nvSpPr>
          <p:cNvPr id="7" name="TextBox 4">
            <a:extLst>
              <a:ext uri="{FF2B5EF4-FFF2-40B4-BE49-F238E27FC236}">
                <a16:creationId xmlns:a16="http://schemas.microsoft.com/office/drawing/2014/main" id="{CF524BA5-8A5B-145B-7D69-2189A7ECA0A4}"/>
              </a:ext>
            </a:extLst>
          </p:cNvPr>
          <p:cNvSpPr txBox="1"/>
          <p:nvPr userDrawn="1"/>
        </p:nvSpPr>
        <p:spPr>
          <a:xfrm>
            <a:off x="2149362" y="2398780"/>
            <a:ext cx="3401671" cy="1574726"/>
          </a:xfrm>
          <a:prstGeom prst="rect">
            <a:avLst/>
          </a:prstGeom>
        </p:spPr>
        <p:txBody>
          <a:bodyPr lIns="0" tIns="0" rIns="0" bIns="0" rtlCol="0" anchor="t">
            <a:spAutoFit/>
          </a:bodyPr>
          <a:lstStyle/>
          <a:p>
            <a:pPr algn="r">
              <a:lnSpc>
                <a:spcPts val="4010"/>
              </a:lnSpc>
            </a:pPr>
            <a:r>
              <a:rPr lang="pt-BR" sz="4266" noProof="0" dirty="0">
                <a:solidFill>
                  <a:srgbClr val="000000"/>
                </a:solidFill>
                <a:latin typeface="Poppins Bold"/>
              </a:rPr>
              <a:t>Educação Profissional Paulista</a:t>
            </a:r>
          </a:p>
        </p:txBody>
      </p:sp>
      <p:sp>
        <p:nvSpPr>
          <p:cNvPr id="11" name="TextBox 5">
            <a:extLst>
              <a:ext uri="{FF2B5EF4-FFF2-40B4-BE49-F238E27FC236}">
                <a16:creationId xmlns:a16="http://schemas.microsoft.com/office/drawing/2014/main" id="{98280850-023D-A739-FC0C-EF20B5B8E50C}"/>
              </a:ext>
            </a:extLst>
          </p:cNvPr>
          <p:cNvSpPr txBox="1"/>
          <p:nvPr userDrawn="1"/>
        </p:nvSpPr>
        <p:spPr>
          <a:xfrm>
            <a:off x="6069602" y="2317274"/>
            <a:ext cx="3578455" cy="570669"/>
          </a:xfrm>
          <a:prstGeom prst="rect">
            <a:avLst/>
          </a:prstGeom>
        </p:spPr>
        <p:txBody>
          <a:bodyPr lIns="0" tIns="0" rIns="0" bIns="0" rtlCol="0" anchor="t">
            <a:spAutoFit/>
          </a:bodyPr>
          <a:lstStyle/>
          <a:p>
            <a:pPr>
              <a:lnSpc>
                <a:spcPts val="4564"/>
              </a:lnSpc>
            </a:pPr>
            <a:r>
              <a:rPr lang="pt-BR" sz="3334" noProof="0" dirty="0">
                <a:solidFill>
                  <a:srgbClr val="FFFFFF"/>
                </a:solidFill>
                <a:latin typeface="Poppins Light"/>
              </a:rPr>
              <a:t>Técnico em </a:t>
            </a:r>
          </a:p>
        </p:txBody>
      </p:sp>
      <p:sp>
        <p:nvSpPr>
          <p:cNvPr id="12" name="TextBox 6">
            <a:extLst>
              <a:ext uri="{FF2B5EF4-FFF2-40B4-BE49-F238E27FC236}">
                <a16:creationId xmlns:a16="http://schemas.microsoft.com/office/drawing/2014/main" id="{BD347C05-9ADD-70B2-6601-E4FADB3DAC99}"/>
              </a:ext>
            </a:extLst>
          </p:cNvPr>
          <p:cNvSpPr txBox="1"/>
          <p:nvPr userDrawn="1"/>
        </p:nvSpPr>
        <p:spPr>
          <a:xfrm>
            <a:off x="6116401" y="2879829"/>
            <a:ext cx="3578455" cy="1026178"/>
          </a:xfrm>
          <a:prstGeom prst="rect">
            <a:avLst/>
          </a:prstGeom>
        </p:spPr>
        <p:txBody>
          <a:bodyPr lIns="0" tIns="0" rIns="0" bIns="0" rtlCol="0" anchor="t">
            <a:spAutoFit/>
          </a:bodyPr>
          <a:lstStyle/>
          <a:p>
            <a:pPr>
              <a:lnSpc>
                <a:spcPct val="100000"/>
              </a:lnSpc>
            </a:pPr>
            <a:r>
              <a:rPr lang="pt-BR" sz="3334" noProof="0" dirty="0">
                <a:solidFill>
                  <a:srgbClr val="FFFFFF"/>
                </a:solidFill>
                <a:latin typeface="Poppins Bold"/>
              </a:rPr>
              <a:t>Ciência de</a:t>
            </a:r>
          </a:p>
          <a:p>
            <a:pPr>
              <a:lnSpc>
                <a:spcPct val="100000"/>
              </a:lnSpc>
            </a:pPr>
            <a:r>
              <a:rPr lang="pt-BR" sz="3334" noProof="0" dirty="0">
                <a:solidFill>
                  <a:srgbClr val="FFFFFF"/>
                </a:solidFill>
                <a:latin typeface="Poppins Bold"/>
              </a:rPr>
              <a:t>Dados</a:t>
            </a:r>
          </a:p>
        </p:txBody>
      </p:sp>
    </p:spTree>
    <p:extLst>
      <p:ext uri="{BB962C8B-B14F-4D97-AF65-F5344CB8AC3E}">
        <p14:creationId xmlns:p14="http://schemas.microsoft.com/office/powerpoint/2010/main" val="1774967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Personalizado" userDrawn="1">
  <p:cSld name="Layout Personalizado">
    <p:spTree>
      <p:nvGrpSpPr>
        <p:cNvPr id="1" name="Shape 10"/>
        <p:cNvGrpSpPr/>
        <p:nvPr/>
      </p:nvGrpSpPr>
      <p:grpSpPr>
        <a:xfrm>
          <a:off x="0" y="0"/>
          <a:ext cx="0" cy="0"/>
          <a:chOff x="0" y="0"/>
          <a:chExt cx="0" cy="0"/>
        </a:xfrm>
      </p:grpSpPr>
      <p:pic>
        <p:nvPicPr>
          <p:cNvPr id="3" name="Google Shape;11;p2">
            <a:extLst>
              <a:ext uri="{FF2B5EF4-FFF2-40B4-BE49-F238E27FC236}">
                <a16:creationId xmlns:a16="http://schemas.microsoft.com/office/drawing/2014/main" id="{ECCB835E-A92E-1E72-1AFA-B8363F23E5A9}"/>
              </a:ext>
            </a:extLst>
          </p:cNvPr>
          <p:cNvPicPr preferRelativeResize="0"/>
          <p:nvPr userDrawn="1"/>
        </p:nvPicPr>
        <p:blipFill rotWithShape="1">
          <a:blip r:embed="rId2">
            <a:alphaModFix/>
          </a:blip>
          <a:srcRect/>
          <a:stretch/>
        </p:blipFill>
        <p:spPr>
          <a:xfrm>
            <a:off x="0" y="12"/>
            <a:ext cx="12192000" cy="6857988"/>
          </a:xfrm>
          <a:prstGeom prst="rect">
            <a:avLst/>
          </a:prstGeom>
          <a:noFill/>
          <a:ln>
            <a:noFill/>
          </a:ln>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3050982" y="194887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grpSp>
        <p:nvGrpSpPr>
          <p:cNvPr id="6" name="Agrupar 5">
            <a:extLst>
              <a:ext uri="{FF2B5EF4-FFF2-40B4-BE49-F238E27FC236}">
                <a16:creationId xmlns:a16="http://schemas.microsoft.com/office/drawing/2014/main" id="{0A17F409-967F-491B-0F36-8198A339969B}"/>
              </a:ext>
            </a:extLst>
          </p:cNvPr>
          <p:cNvGrpSpPr/>
          <p:nvPr userDrawn="1"/>
        </p:nvGrpSpPr>
        <p:grpSpPr>
          <a:xfrm>
            <a:off x="10400796" y="6090630"/>
            <a:ext cx="1791203" cy="767370"/>
            <a:chOff x="10400796" y="6090630"/>
            <a:chExt cx="1791203" cy="767370"/>
          </a:xfrm>
        </p:grpSpPr>
        <p:sp>
          <p:nvSpPr>
            <p:cNvPr id="10" name="Retângulo: Cantos Superiores Arredondados 9">
              <a:extLst>
                <a:ext uri="{FF2B5EF4-FFF2-40B4-BE49-F238E27FC236}">
                  <a16:creationId xmlns:a16="http://schemas.microsoft.com/office/drawing/2014/main" id="{F4463D1E-BEF5-0784-C78A-182745371DDA}"/>
                </a:ext>
              </a:extLst>
            </p:cNvPr>
            <p:cNvSpPr/>
            <p:nvPr userDrawn="1"/>
          </p:nvSpPr>
          <p:spPr>
            <a:xfrm>
              <a:off x="10400796" y="6090630"/>
              <a:ext cx="1791203" cy="767370"/>
            </a:xfrm>
            <a:prstGeom prst="round2SameRect">
              <a:avLst>
                <a:gd name="adj1" fmla="val 15454"/>
                <a:gd name="adj2" fmla="val 0"/>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4F95A130-04A0-B247-719C-B2AB13B8658E}"/>
                </a:ext>
              </a:extLst>
            </p:cNvPr>
            <p:cNvSpPr/>
            <p:nvPr userDrawn="1"/>
          </p:nvSpPr>
          <p:spPr>
            <a:xfrm>
              <a:off x="11842890" y="6090630"/>
              <a:ext cx="349109" cy="306142"/>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12" name="Imagem 11" descr="Logotipo&#10;&#10;O conteúdo gerado por IA pode estar incorreto.">
            <a:extLst>
              <a:ext uri="{FF2B5EF4-FFF2-40B4-BE49-F238E27FC236}">
                <a16:creationId xmlns:a16="http://schemas.microsoft.com/office/drawing/2014/main" id="{297BBE3A-D274-DB43-47A5-DAD716FCA940}"/>
              </a:ext>
            </a:extLst>
          </p:cNvPr>
          <p:cNvPicPr>
            <a:picLocks noChangeAspect="1"/>
          </p:cNvPicPr>
          <p:nvPr userDrawn="1"/>
        </p:nvPicPr>
        <p:blipFill>
          <a:blip r:embed="rId3"/>
          <a:srcRect l="12566" t="26436" r="13369" b="26176"/>
          <a:stretch>
            <a:fillRect/>
          </a:stretch>
        </p:blipFill>
        <p:spPr>
          <a:xfrm>
            <a:off x="10534930" y="6126882"/>
            <a:ext cx="1539046" cy="696429"/>
          </a:xfrm>
          <a:prstGeom prst="rect">
            <a:avLst/>
          </a:prstGeom>
        </p:spPr>
      </p:pic>
      <p:grpSp>
        <p:nvGrpSpPr>
          <p:cNvPr id="14" name="Agrupar 13">
            <a:extLst>
              <a:ext uri="{FF2B5EF4-FFF2-40B4-BE49-F238E27FC236}">
                <a16:creationId xmlns:a16="http://schemas.microsoft.com/office/drawing/2014/main" id="{13BAE5BD-0752-2D7E-A933-33B02B0BB3C9}"/>
              </a:ext>
            </a:extLst>
          </p:cNvPr>
          <p:cNvGrpSpPr/>
          <p:nvPr userDrawn="1"/>
        </p:nvGrpSpPr>
        <p:grpSpPr>
          <a:xfrm>
            <a:off x="0" y="1"/>
            <a:ext cx="8566485" cy="5380264"/>
            <a:chOff x="0" y="0"/>
            <a:chExt cx="8566485" cy="5808133"/>
          </a:xfrm>
        </p:grpSpPr>
        <p:sp>
          <p:nvSpPr>
            <p:cNvPr id="15" name="Retângulo 14">
              <a:extLst>
                <a:ext uri="{FF2B5EF4-FFF2-40B4-BE49-F238E27FC236}">
                  <a16:creationId xmlns:a16="http://schemas.microsoft.com/office/drawing/2014/main" id="{54EE0624-6050-1CF1-A49A-5884F39313D3}"/>
                </a:ext>
              </a:extLst>
            </p:cNvPr>
            <p:cNvSpPr/>
            <p:nvPr userDrawn="1"/>
          </p:nvSpPr>
          <p:spPr>
            <a:xfrm>
              <a:off x="0" y="0"/>
              <a:ext cx="8566485" cy="4656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Retângulo: Cantos Arredondados 15">
              <a:extLst>
                <a:ext uri="{FF2B5EF4-FFF2-40B4-BE49-F238E27FC236}">
                  <a16:creationId xmlns:a16="http://schemas.microsoft.com/office/drawing/2014/main" id="{033F6F85-92EF-3351-405C-A0EBDA84F893}"/>
                </a:ext>
              </a:extLst>
            </p:cNvPr>
            <p:cNvSpPr/>
            <p:nvPr userDrawn="1"/>
          </p:nvSpPr>
          <p:spPr>
            <a:xfrm>
              <a:off x="0" y="0"/>
              <a:ext cx="8566485" cy="5808133"/>
            </a:xfrm>
            <a:prstGeom prst="roundRect">
              <a:avLst>
                <a:gd name="adj" fmla="val 125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tângulo 16">
              <a:extLst>
                <a:ext uri="{FF2B5EF4-FFF2-40B4-BE49-F238E27FC236}">
                  <a16:creationId xmlns:a16="http://schemas.microsoft.com/office/drawing/2014/main" id="{F359DC53-FCFD-9F4D-4130-6D21C0299A79}"/>
                </a:ext>
              </a:extLst>
            </p:cNvPr>
            <p:cNvSpPr/>
            <p:nvPr userDrawn="1"/>
          </p:nvSpPr>
          <p:spPr>
            <a:xfrm>
              <a:off x="0" y="3890433"/>
              <a:ext cx="1109133" cy="1917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Personalizado" preserve="1" userDrawn="1">
  <p:cSld name="2_Layout Personalizado">
    <p:spTree>
      <p:nvGrpSpPr>
        <p:cNvPr id="1" name="Shape 10"/>
        <p:cNvGrpSpPr/>
        <p:nvPr/>
      </p:nvGrpSpPr>
      <p:grpSpPr>
        <a:xfrm>
          <a:off x="0" y="0"/>
          <a:ext cx="0" cy="0"/>
          <a:chOff x="0" y="0"/>
          <a:chExt cx="0" cy="0"/>
        </a:xfrm>
      </p:grpSpPr>
      <p:pic>
        <p:nvPicPr>
          <p:cNvPr id="6" name="Google Shape;11;p2">
            <a:extLst>
              <a:ext uri="{FF2B5EF4-FFF2-40B4-BE49-F238E27FC236}">
                <a16:creationId xmlns:a16="http://schemas.microsoft.com/office/drawing/2014/main" id="{B1FADC0B-1941-A0A5-16A0-A6F876CF44EF}"/>
              </a:ext>
            </a:extLst>
          </p:cNvPr>
          <p:cNvPicPr preferRelativeResize="0"/>
          <p:nvPr userDrawn="1"/>
        </p:nvPicPr>
        <p:blipFill rotWithShape="1">
          <a:blip r:embed="rId2">
            <a:alphaModFix/>
          </a:blip>
          <a:srcRect/>
          <a:stretch/>
        </p:blipFill>
        <p:spPr>
          <a:xfrm>
            <a:off x="4" y="0"/>
            <a:ext cx="12192000" cy="6857989"/>
          </a:xfrm>
          <a:prstGeom prst="rect">
            <a:avLst/>
          </a:prstGeom>
          <a:noFill/>
          <a:ln>
            <a:noFill/>
          </a:ln>
        </p:spPr>
      </p:pic>
      <p:grpSp>
        <p:nvGrpSpPr>
          <p:cNvPr id="3" name="Agrupar 2">
            <a:extLst>
              <a:ext uri="{FF2B5EF4-FFF2-40B4-BE49-F238E27FC236}">
                <a16:creationId xmlns:a16="http://schemas.microsoft.com/office/drawing/2014/main" id="{3B57ED5C-28C5-3F0E-A5D1-F55ED45054A2}"/>
              </a:ext>
            </a:extLst>
          </p:cNvPr>
          <p:cNvGrpSpPr/>
          <p:nvPr userDrawn="1"/>
        </p:nvGrpSpPr>
        <p:grpSpPr>
          <a:xfrm>
            <a:off x="0" y="1"/>
            <a:ext cx="8566485" cy="5380264"/>
            <a:chOff x="0" y="0"/>
            <a:chExt cx="8566485" cy="5808133"/>
          </a:xfrm>
        </p:grpSpPr>
        <p:sp>
          <p:nvSpPr>
            <p:cNvPr id="9" name="Retângulo 8">
              <a:extLst>
                <a:ext uri="{FF2B5EF4-FFF2-40B4-BE49-F238E27FC236}">
                  <a16:creationId xmlns:a16="http://schemas.microsoft.com/office/drawing/2014/main" id="{DC0CFC81-7444-B85C-1F9D-BA04F9854BB7}"/>
                </a:ext>
              </a:extLst>
            </p:cNvPr>
            <p:cNvSpPr/>
            <p:nvPr userDrawn="1"/>
          </p:nvSpPr>
          <p:spPr>
            <a:xfrm>
              <a:off x="0" y="0"/>
              <a:ext cx="8566485" cy="4656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Cantos Arredondados 9">
              <a:extLst>
                <a:ext uri="{FF2B5EF4-FFF2-40B4-BE49-F238E27FC236}">
                  <a16:creationId xmlns:a16="http://schemas.microsoft.com/office/drawing/2014/main" id="{24597D3F-4222-23D1-A960-45BCCE34DA13}"/>
                </a:ext>
              </a:extLst>
            </p:cNvPr>
            <p:cNvSpPr/>
            <p:nvPr userDrawn="1"/>
          </p:nvSpPr>
          <p:spPr>
            <a:xfrm>
              <a:off x="0" y="0"/>
              <a:ext cx="8566485" cy="5808133"/>
            </a:xfrm>
            <a:prstGeom prst="roundRect">
              <a:avLst>
                <a:gd name="adj" fmla="val 125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2517968A-49B9-D917-92B1-7006CA0EE573}"/>
                </a:ext>
              </a:extLst>
            </p:cNvPr>
            <p:cNvSpPr/>
            <p:nvPr userDrawn="1"/>
          </p:nvSpPr>
          <p:spPr>
            <a:xfrm>
              <a:off x="0" y="3890433"/>
              <a:ext cx="1109133" cy="1917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5" name="CaixaDeTexto 4">
            <a:extLst>
              <a:ext uri="{FF2B5EF4-FFF2-40B4-BE49-F238E27FC236}">
                <a16:creationId xmlns:a16="http://schemas.microsoft.com/office/drawing/2014/main" id="{8F753BE2-99F0-4892-173B-5CB027D775FC}"/>
              </a:ext>
            </a:extLst>
          </p:cNvPr>
          <p:cNvSpPr txBox="1"/>
          <p:nvPr userDrawn="1"/>
        </p:nvSpPr>
        <p:spPr>
          <a:xfrm>
            <a:off x="13050982" y="194887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2" name="Google Shape;643;p43">
            <a:extLst>
              <a:ext uri="{FF2B5EF4-FFF2-40B4-BE49-F238E27FC236}">
                <a16:creationId xmlns:a16="http://schemas.microsoft.com/office/drawing/2014/main" id="{C48BB9E0-E4E1-D9BE-BCF0-CCC4171FA07E}"/>
              </a:ext>
            </a:extLst>
          </p:cNvPr>
          <p:cNvSpPr txBox="1">
            <a:spLocks/>
          </p:cNvSpPr>
          <p:nvPr userDrawn="1"/>
        </p:nvSpPr>
        <p:spPr>
          <a:xfrm>
            <a:off x="625132" y="2553290"/>
            <a:ext cx="6814747" cy="535430"/>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sz="3000" dirty="0">
                <a:solidFill>
                  <a:srgbClr val="FF161F"/>
                </a:solidFill>
              </a:rPr>
              <a:t>Orientações ao professor</a:t>
            </a:r>
          </a:p>
        </p:txBody>
      </p:sp>
    </p:spTree>
    <p:extLst>
      <p:ext uri="{BB962C8B-B14F-4D97-AF65-F5344CB8AC3E}">
        <p14:creationId xmlns:p14="http://schemas.microsoft.com/office/powerpoint/2010/main" val="4191410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1. Conteudo" preserve="1" userDrawn="1">
  <p:cSld name="2_1. Conteudo">
    <p:spTree>
      <p:nvGrpSpPr>
        <p:cNvPr id="1" name="Shape 21"/>
        <p:cNvGrpSpPr/>
        <p:nvPr/>
      </p:nvGrpSpPr>
      <p:grpSpPr>
        <a:xfrm>
          <a:off x="0" y="0"/>
          <a:ext cx="0" cy="0"/>
          <a:chOff x="0" y="0"/>
          <a:chExt cx="0" cy="0"/>
        </a:xfrm>
      </p:grpSpPr>
      <p:pic>
        <p:nvPicPr>
          <p:cNvPr id="18" name="Google Shape;22;p4">
            <a:extLst>
              <a:ext uri="{FF2B5EF4-FFF2-40B4-BE49-F238E27FC236}">
                <a16:creationId xmlns:a16="http://schemas.microsoft.com/office/drawing/2014/main" id="{0441BF1F-C7EE-076D-0E64-5ADFC9612C2D}"/>
              </a:ext>
            </a:extLst>
          </p:cNvPr>
          <p:cNvPicPr preferRelativeResize="0"/>
          <p:nvPr userDrawn="1"/>
        </p:nvPicPr>
        <p:blipFill rotWithShape="1">
          <a:blip r:embed="rId2">
            <a:alphaModFix/>
          </a:blip>
          <a:srcRect b="91713"/>
          <a:stretch/>
        </p:blipFill>
        <p:spPr>
          <a:xfrm>
            <a:off x="0" y="0"/>
            <a:ext cx="12192000" cy="568301"/>
          </a:xfrm>
          <a:prstGeom prst="rect">
            <a:avLst/>
          </a:prstGeom>
          <a:noFill/>
          <a:ln>
            <a:noFill/>
          </a:ln>
        </p:spPr>
      </p:pic>
      <p:pic>
        <p:nvPicPr>
          <p:cNvPr id="19" name="Google Shape;23;p4">
            <a:extLst>
              <a:ext uri="{FF2B5EF4-FFF2-40B4-BE49-F238E27FC236}">
                <a16:creationId xmlns:a16="http://schemas.microsoft.com/office/drawing/2014/main" id="{9951514B-0229-7045-2962-7AE28BD6721E}"/>
              </a:ext>
            </a:extLst>
          </p:cNvPr>
          <p:cNvPicPr preferRelativeResize="0"/>
          <p:nvPr userDrawn="1"/>
        </p:nvPicPr>
        <p:blipFill rotWithShape="1">
          <a:blip r:embed="rId2">
            <a:alphaModFix/>
          </a:blip>
          <a:srcRect t="69153" b="22164"/>
          <a:stretch/>
        </p:blipFill>
        <p:spPr>
          <a:xfrm>
            <a:off x="0" y="6262650"/>
            <a:ext cx="12192000" cy="595350"/>
          </a:xfrm>
          <a:prstGeom prst="rect">
            <a:avLst/>
          </a:prstGeom>
          <a:noFill/>
          <a:ln>
            <a:noFill/>
          </a:ln>
        </p:spPr>
      </p:pic>
      <p:cxnSp>
        <p:nvCxnSpPr>
          <p:cNvPr id="16" name="Conector reto 136">
            <a:extLst>
              <a:ext uri="{FF2B5EF4-FFF2-40B4-BE49-F238E27FC236}">
                <a16:creationId xmlns:a16="http://schemas.microsoft.com/office/drawing/2014/main" id="{28ED8E59-867A-4118-491D-688DDC058D38}"/>
              </a:ext>
            </a:extLst>
          </p:cNvPr>
          <p:cNvCxnSpPr/>
          <p:nvPr userDrawn="1"/>
        </p:nvCxnSpPr>
        <p:spPr>
          <a:xfrm>
            <a:off x="6090044" y="840916"/>
            <a:ext cx="0" cy="5101049"/>
          </a:xfrm>
          <a:prstGeom prst="line">
            <a:avLst/>
          </a:prstGeom>
          <a:ln w="38100">
            <a:solidFill>
              <a:srgbClr val="BFBFBF"/>
            </a:solidFill>
          </a:ln>
        </p:spPr>
        <p:style>
          <a:lnRef idx="1">
            <a:schemeClr val="accent1"/>
          </a:lnRef>
          <a:fillRef idx="0">
            <a:schemeClr val="accent1"/>
          </a:fillRef>
          <a:effectRef idx="0">
            <a:schemeClr val="accent1"/>
          </a:effectRef>
          <a:fontRef idx="minor">
            <a:schemeClr val="tx1"/>
          </a:fontRef>
        </p:style>
      </p:cxnSp>
      <p:sp>
        <p:nvSpPr>
          <p:cNvPr id="30" name="Google Shape;30;p31">
            <a:extLst>
              <a:ext uri="{FF2B5EF4-FFF2-40B4-BE49-F238E27FC236}">
                <a16:creationId xmlns:a16="http://schemas.microsoft.com/office/drawing/2014/main" id="{FB7070B6-E757-A6E0-8016-A32842AE691E}"/>
              </a:ext>
            </a:extLst>
          </p:cNvPr>
          <p:cNvSpPr txBox="1"/>
          <p:nvPr userDrawn="1"/>
        </p:nvSpPr>
        <p:spPr>
          <a:xfrm>
            <a:off x="1467545" y="885957"/>
            <a:ext cx="4045354"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51" name="Google Shape;29;p31">
            <a:extLst>
              <a:ext uri="{FF2B5EF4-FFF2-40B4-BE49-F238E27FC236}">
                <a16:creationId xmlns:a16="http://schemas.microsoft.com/office/drawing/2014/main" id="{741C94F6-1F01-E259-385F-4E743D12E89E}"/>
              </a:ext>
            </a:extLst>
          </p:cNvPr>
          <p:cNvSpPr txBox="1"/>
          <p:nvPr userDrawn="1"/>
        </p:nvSpPr>
        <p:spPr>
          <a:xfrm>
            <a:off x="7467011" y="885654"/>
            <a:ext cx="4301563"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lang="pt-BR" sz="2000" b="0" i="0" u="none" strike="noStrike" cap="none" dirty="0">
              <a:solidFill>
                <a:srgbClr val="000000"/>
              </a:solidFill>
              <a:latin typeface="Poppins"/>
              <a:ea typeface="Poppins"/>
              <a:cs typeface="Poppins"/>
              <a:sym typeface="Poppins"/>
            </a:endParaRPr>
          </a:p>
        </p:txBody>
      </p:sp>
      <p:sp>
        <p:nvSpPr>
          <p:cNvPr id="52" name="Google Shape;27;p31">
            <a:extLst>
              <a:ext uri="{FF2B5EF4-FFF2-40B4-BE49-F238E27FC236}">
                <a16:creationId xmlns:a16="http://schemas.microsoft.com/office/drawing/2014/main" id="{D3A1B340-B3C1-6E5A-098C-780E2B17C68B}"/>
              </a:ext>
            </a:extLst>
          </p:cNvPr>
          <p:cNvSpPr txBox="1"/>
          <p:nvPr userDrawn="1"/>
        </p:nvSpPr>
        <p:spPr>
          <a:xfrm>
            <a:off x="1433188" y="2476054"/>
            <a:ext cx="3369028"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53" name="Google Shape;28;p31">
            <a:extLst>
              <a:ext uri="{FF2B5EF4-FFF2-40B4-BE49-F238E27FC236}">
                <a16:creationId xmlns:a16="http://schemas.microsoft.com/office/drawing/2014/main" id="{5B559A0E-AD04-115A-BF39-7DBA374B9335}"/>
              </a:ext>
            </a:extLst>
          </p:cNvPr>
          <p:cNvSpPr txBox="1"/>
          <p:nvPr userDrawn="1"/>
        </p:nvSpPr>
        <p:spPr>
          <a:xfrm>
            <a:off x="1445466" y="4649652"/>
            <a:ext cx="3267249"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54" name="Google Shape;29;p31">
            <a:extLst>
              <a:ext uri="{FF2B5EF4-FFF2-40B4-BE49-F238E27FC236}">
                <a16:creationId xmlns:a16="http://schemas.microsoft.com/office/drawing/2014/main" id="{EE47DDFB-5B6D-7333-B980-89821CD5C453}"/>
              </a:ext>
            </a:extLst>
          </p:cNvPr>
          <p:cNvSpPr txBox="1"/>
          <p:nvPr userDrawn="1"/>
        </p:nvSpPr>
        <p:spPr>
          <a:xfrm>
            <a:off x="7467011" y="3115942"/>
            <a:ext cx="4381080"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lang="pt-BR" sz="2000" b="0" i="0" u="none" strike="noStrike" cap="none" dirty="0">
              <a:solidFill>
                <a:srgbClr val="000000"/>
              </a:solidFill>
              <a:latin typeface="Poppins"/>
              <a:ea typeface="Poppins"/>
              <a:cs typeface="Poppins"/>
              <a:sym typeface="Poppins"/>
            </a:endParaRPr>
          </a:p>
        </p:txBody>
      </p:sp>
      <p:sp>
        <p:nvSpPr>
          <p:cNvPr id="55" name="CaixaDeTexto 54">
            <a:extLst>
              <a:ext uri="{FF2B5EF4-FFF2-40B4-BE49-F238E27FC236}">
                <a16:creationId xmlns:a16="http://schemas.microsoft.com/office/drawing/2014/main" id="{40945717-DA64-748C-A1D1-9DD06F304E75}"/>
              </a:ext>
            </a:extLst>
          </p:cNvPr>
          <p:cNvSpPr txBox="1"/>
          <p:nvPr userDrawn="1"/>
        </p:nvSpPr>
        <p:spPr>
          <a:xfrm>
            <a:off x="4717774" y="224403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56" name="Google Shape;359;p5">
            <a:extLst>
              <a:ext uri="{FF2B5EF4-FFF2-40B4-BE49-F238E27FC236}">
                <a16:creationId xmlns:a16="http://schemas.microsoft.com/office/drawing/2014/main" id="{0B37A977-D54F-7CA4-065E-4F5646195719}"/>
              </a:ext>
            </a:extLst>
          </p:cNvPr>
          <p:cNvSpPr txBox="1"/>
          <p:nvPr userDrawn="1"/>
        </p:nvSpPr>
        <p:spPr>
          <a:xfrm>
            <a:off x="1395562" y="5079496"/>
            <a:ext cx="1723806" cy="292361"/>
          </a:xfrm>
          <a:prstGeom prst="rect">
            <a:avLst/>
          </a:prstGeom>
          <a:solidFill>
            <a:schemeClr val="lt1"/>
          </a:solid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panose="00000500000000000000" pitchFamily="2" charset="0"/>
                <a:ea typeface="Arial"/>
                <a:cs typeface="Poppins" panose="00000500000000000000" pitchFamily="2" charset="0"/>
                <a:sym typeface="Arial"/>
              </a:rPr>
              <a:t>50 minutos.</a:t>
            </a:r>
          </a:p>
        </p:txBody>
      </p:sp>
      <p:sp>
        <p:nvSpPr>
          <p:cNvPr id="57" name="Espaço Reservado para Texto 7">
            <a:extLst>
              <a:ext uri="{FF2B5EF4-FFF2-40B4-BE49-F238E27FC236}">
                <a16:creationId xmlns:a16="http://schemas.microsoft.com/office/drawing/2014/main" id="{9D3B3D7B-3AB2-D2E0-42C8-BEE1A273FFA1}"/>
              </a:ext>
            </a:extLst>
          </p:cNvPr>
          <p:cNvSpPr>
            <a:spLocks noGrp="1"/>
          </p:cNvSpPr>
          <p:nvPr>
            <p:ph type="body" sz="quarter" idx="10"/>
          </p:nvPr>
        </p:nvSpPr>
        <p:spPr>
          <a:xfrm>
            <a:off x="1467909" y="1390650"/>
            <a:ext cx="4044985" cy="1397696"/>
          </a:xfrm>
          <a:prstGeom prst="rect">
            <a:avLst/>
          </a:prstGeom>
        </p:spPr>
        <p:txBody>
          <a:bodyPr/>
          <a:lstStyle>
            <a:lvl1pPr marL="228611" indent="-228611">
              <a:buClr>
                <a:schemeClr val="tx1"/>
              </a:buClr>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58" name="Espaço Reservado para Texto 7">
            <a:extLst>
              <a:ext uri="{FF2B5EF4-FFF2-40B4-BE49-F238E27FC236}">
                <a16:creationId xmlns:a16="http://schemas.microsoft.com/office/drawing/2014/main" id="{2B4474D7-F7C1-8A04-F7F3-06AE90E020C9}"/>
              </a:ext>
            </a:extLst>
          </p:cNvPr>
          <p:cNvSpPr>
            <a:spLocks noGrp="1"/>
          </p:cNvSpPr>
          <p:nvPr>
            <p:ph type="body" sz="quarter" idx="11"/>
          </p:nvPr>
        </p:nvSpPr>
        <p:spPr>
          <a:xfrm>
            <a:off x="7467375" y="1355465"/>
            <a:ext cx="4044985" cy="1555292"/>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59" name="Espaço Reservado para Texto 7">
            <a:extLst>
              <a:ext uri="{FF2B5EF4-FFF2-40B4-BE49-F238E27FC236}">
                <a16:creationId xmlns:a16="http://schemas.microsoft.com/office/drawing/2014/main" id="{750A0485-F79D-BB58-9F3F-FA9A8926590E}"/>
              </a:ext>
            </a:extLst>
          </p:cNvPr>
          <p:cNvSpPr>
            <a:spLocks noGrp="1"/>
          </p:cNvSpPr>
          <p:nvPr>
            <p:ph type="body" sz="quarter" idx="12"/>
          </p:nvPr>
        </p:nvSpPr>
        <p:spPr>
          <a:xfrm>
            <a:off x="7467375" y="3649330"/>
            <a:ext cx="4044985" cy="1590171"/>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60" name="Espaço Reservado para Texto 7">
            <a:extLst>
              <a:ext uri="{FF2B5EF4-FFF2-40B4-BE49-F238E27FC236}">
                <a16:creationId xmlns:a16="http://schemas.microsoft.com/office/drawing/2014/main" id="{E690A38C-21A5-1DD3-8FD9-05A05F954A38}"/>
              </a:ext>
            </a:extLst>
          </p:cNvPr>
          <p:cNvSpPr>
            <a:spLocks noGrp="1"/>
          </p:cNvSpPr>
          <p:nvPr>
            <p:ph type="body" sz="quarter" idx="13"/>
          </p:nvPr>
        </p:nvSpPr>
        <p:spPr>
          <a:xfrm>
            <a:off x="1443515" y="3489566"/>
            <a:ext cx="4044985" cy="1045573"/>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61" name="Google Shape;26;p31">
            <a:extLst>
              <a:ext uri="{FF2B5EF4-FFF2-40B4-BE49-F238E27FC236}">
                <a16:creationId xmlns:a16="http://schemas.microsoft.com/office/drawing/2014/main" id="{94671E74-5053-0B75-2554-2EC14FBC543F}"/>
              </a:ext>
            </a:extLst>
          </p:cNvPr>
          <p:cNvSpPr/>
          <p:nvPr userDrawn="1"/>
        </p:nvSpPr>
        <p:spPr>
          <a:xfrm>
            <a:off x="538284" y="960081"/>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69" name="Google Shape;42;p31">
            <a:extLst>
              <a:ext uri="{FF2B5EF4-FFF2-40B4-BE49-F238E27FC236}">
                <a16:creationId xmlns:a16="http://schemas.microsoft.com/office/drawing/2014/main" id="{9872EE60-7A4F-1BA5-6C65-F74323570E69}"/>
              </a:ext>
            </a:extLst>
          </p:cNvPr>
          <p:cNvSpPr/>
          <p:nvPr userDrawn="1"/>
        </p:nvSpPr>
        <p:spPr>
          <a:xfrm>
            <a:off x="514540" y="2531130"/>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70" name="Google Shape;44;p31">
            <a:extLst>
              <a:ext uri="{FF2B5EF4-FFF2-40B4-BE49-F238E27FC236}">
                <a16:creationId xmlns:a16="http://schemas.microsoft.com/office/drawing/2014/main" id="{E7AF0D48-4EAB-4341-56B9-E5180E18D687}"/>
              </a:ext>
            </a:extLst>
          </p:cNvPr>
          <p:cNvGrpSpPr/>
          <p:nvPr userDrawn="1"/>
        </p:nvGrpSpPr>
        <p:grpSpPr>
          <a:xfrm>
            <a:off x="632680" y="2661801"/>
            <a:ext cx="486839" cy="481169"/>
            <a:chOff x="8278989" y="8660410"/>
            <a:chExt cx="569755" cy="563121"/>
          </a:xfrm>
        </p:grpSpPr>
        <p:grpSp>
          <p:nvGrpSpPr>
            <p:cNvPr id="71" name="Google Shape;45;p31">
              <a:extLst>
                <a:ext uri="{FF2B5EF4-FFF2-40B4-BE49-F238E27FC236}">
                  <a16:creationId xmlns:a16="http://schemas.microsoft.com/office/drawing/2014/main" id="{25EE43B4-55D5-638C-B8E0-7683EE07DEFE}"/>
                </a:ext>
              </a:extLst>
            </p:cNvPr>
            <p:cNvGrpSpPr/>
            <p:nvPr/>
          </p:nvGrpSpPr>
          <p:grpSpPr>
            <a:xfrm>
              <a:off x="8278989" y="8852628"/>
              <a:ext cx="265651" cy="370903"/>
              <a:chOff x="8278989" y="8852628"/>
              <a:chExt cx="265651" cy="370903"/>
            </a:xfrm>
          </p:grpSpPr>
          <p:sp>
            <p:nvSpPr>
              <p:cNvPr id="75" name="Google Shape;46;p31">
                <a:extLst>
                  <a:ext uri="{FF2B5EF4-FFF2-40B4-BE49-F238E27FC236}">
                    <a16:creationId xmlns:a16="http://schemas.microsoft.com/office/drawing/2014/main" id="{D06AC268-D753-3703-84A7-70B8CEE1953D}"/>
                  </a:ext>
                </a:extLst>
              </p:cNvPr>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6" name="Google Shape;47;p31">
                <a:extLst>
                  <a:ext uri="{FF2B5EF4-FFF2-40B4-BE49-F238E27FC236}">
                    <a16:creationId xmlns:a16="http://schemas.microsoft.com/office/drawing/2014/main" id="{3CA9B3D1-6574-F459-2D19-20757E9DA548}"/>
                  </a:ext>
                </a:extLst>
              </p:cNvPr>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72" name="Google Shape;48;p31">
              <a:extLst>
                <a:ext uri="{FF2B5EF4-FFF2-40B4-BE49-F238E27FC236}">
                  <a16:creationId xmlns:a16="http://schemas.microsoft.com/office/drawing/2014/main" id="{9C48133A-5E44-59D4-D07A-9F4DA1DB4FB6}"/>
                </a:ext>
              </a:extLst>
            </p:cNvPr>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3" name="Google Shape;49;p31">
              <a:extLst>
                <a:ext uri="{FF2B5EF4-FFF2-40B4-BE49-F238E27FC236}">
                  <a16:creationId xmlns:a16="http://schemas.microsoft.com/office/drawing/2014/main" id="{52692079-AC69-2A35-9041-6474957E1B76}"/>
                </a:ext>
              </a:extLst>
            </p:cNvPr>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4" name="Google Shape;50;p31">
              <a:extLst>
                <a:ext uri="{FF2B5EF4-FFF2-40B4-BE49-F238E27FC236}">
                  <a16:creationId xmlns:a16="http://schemas.microsoft.com/office/drawing/2014/main" id="{DF1F27D0-EFFF-7207-95F6-31380C6AD755}"/>
                </a:ext>
              </a:extLst>
            </p:cNvPr>
            <p:cNvSpPr/>
            <p:nvPr/>
          </p:nvSpPr>
          <p:spPr>
            <a:xfrm>
              <a:off x="8534039" y="8750044"/>
              <a:ext cx="314705" cy="225170"/>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77" name="Google Shape;43;p31">
            <a:extLst>
              <a:ext uri="{FF2B5EF4-FFF2-40B4-BE49-F238E27FC236}">
                <a16:creationId xmlns:a16="http://schemas.microsoft.com/office/drawing/2014/main" id="{6105EC4C-2897-6550-3658-7F87FDA2E46D}"/>
              </a:ext>
            </a:extLst>
          </p:cNvPr>
          <p:cNvSpPr/>
          <p:nvPr userDrawn="1"/>
        </p:nvSpPr>
        <p:spPr>
          <a:xfrm>
            <a:off x="516205" y="4700100"/>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78" name="Google Shape;51;p31">
            <a:extLst>
              <a:ext uri="{FF2B5EF4-FFF2-40B4-BE49-F238E27FC236}">
                <a16:creationId xmlns:a16="http://schemas.microsoft.com/office/drawing/2014/main" id="{73A799AF-B157-40EC-DCBE-B8FCFBE7F3C5}"/>
              </a:ext>
            </a:extLst>
          </p:cNvPr>
          <p:cNvPicPr preferRelativeResize="0"/>
          <p:nvPr userDrawn="1"/>
        </p:nvPicPr>
        <p:blipFill rotWithShape="1">
          <a:blip r:embed="rId3">
            <a:alphaModFix/>
          </a:blip>
          <a:srcRect/>
          <a:stretch/>
        </p:blipFill>
        <p:spPr>
          <a:xfrm>
            <a:off x="658917" y="4858582"/>
            <a:ext cx="380919" cy="380919"/>
          </a:xfrm>
          <a:prstGeom prst="rect">
            <a:avLst/>
          </a:prstGeom>
          <a:noFill/>
          <a:ln>
            <a:noFill/>
          </a:ln>
        </p:spPr>
      </p:pic>
      <p:sp>
        <p:nvSpPr>
          <p:cNvPr id="79" name="Google Shape;41;p31">
            <a:extLst>
              <a:ext uri="{FF2B5EF4-FFF2-40B4-BE49-F238E27FC236}">
                <a16:creationId xmlns:a16="http://schemas.microsoft.com/office/drawing/2014/main" id="{B3B56EED-70D4-931C-A420-FE71A037A5B3}"/>
              </a:ext>
            </a:extLst>
          </p:cNvPr>
          <p:cNvSpPr/>
          <p:nvPr userDrawn="1"/>
        </p:nvSpPr>
        <p:spPr>
          <a:xfrm>
            <a:off x="6537750" y="974816"/>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80" name="Google Shape;52;p31">
            <a:extLst>
              <a:ext uri="{FF2B5EF4-FFF2-40B4-BE49-F238E27FC236}">
                <a16:creationId xmlns:a16="http://schemas.microsoft.com/office/drawing/2014/main" id="{150405F6-AD92-3E93-A0F2-62123F63C231}"/>
              </a:ext>
            </a:extLst>
          </p:cNvPr>
          <p:cNvGrpSpPr/>
          <p:nvPr userDrawn="1"/>
        </p:nvGrpSpPr>
        <p:grpSpPr>
          <a:xfrm>
            <a:off x="6643328" y="1077215"/>
            <a:ext cx="472784" cy="435244"/>
            <a:chOff x="8560697" y="2808577"/>
            <a:chExt cx="496370" cy="456957"/>
          </a:xfrm>
        </p:grpSpPr>
        <p:sp>
          <p:nvSpPr>
            <p:cNvPr id="81" name="Google Shape;53;p31">
              <a:extLst>
                <a:ext uri="{FF2B5EF4-FFF2-40B4-BE49-F238E27FC236}">
                  <a16:creationId xmlns:a16="http://schemas.microsoft.com/office/drawing/2014/main" id="{E89D22AA-CDF5-F8EF-533A-455BBF7ED376}"/>
                </a:ext>
              </a:extLst>
            </p:cNvPr>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82" name="Google Shape;54;p31">
              <a:extLst>
                <a:ext uri="{FF2B5EF4-FFF2-40B4-BE49-F238E27FC236}">
                  <a16:creationId xmlns:a16="http://schemas.microsoft.com/office/drawing/2014/main" id="{34CAB52C-B8E8-A6A1-22C9-58CFDA6BF939}"/>
                </a:ext>
              </a:extLst>
            </p:cNvPr>
            <p:cNvGrpSpPr/>
            <p:nvPr/>
          </p:nvGrpSpPr>
          <p:grpSpPr>
            <a:xfrm>
              <a:off x="8560697" y="2875026"/>
              <a:ext cx="496370" cy="324059"/>
              <a:chOff x="8560697" y="2875026"/>
              <a:chExt cx="496370" cy="324059"/>
            </a:xfrm>
          </p:grpSpPr>
          <p:sp>
            <p:nvSpPr>
              <p:cNvPr id="83" name="Google Shape;55;p31">
                <a:extLst>
                  <a:ext uri="{FF2B5EF4-FFF2-40B4-BE49-F238E27FC236}">
                    <a16:creationId xmlns:a16="http://schemas.microsoft.com/office/drawing/2014/main" id="{0380A354-0C36-FBBD-5A99-BEB6A92922F2}"/>
                  </a:ext>
                </a:extLst>
              </p:cNvPr>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4" name="Google Shape;56;p31">
                <a:extLst>
                  <a:ext uri="{FF2B5EF4-FFF2-40B4-BE49-F238E27FC236}">
                    <a16:creationId xmlns:a16="http://schemas.microsoft.com/office/drawing/2014/main" id="{B3EF03DC-1D7C-1510-0CD0-0F69395B797F}"/>
                  </a:ext>
                </a:extLst>
              </p:cNvPr>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5" name="Google Shape;57;p31">
                <a:extLst>
                  <a:ext uri="{FF2B5EF4-FFF2-40B4-BE49-F238E27FC236}">
                    <a16:creationId xmlns:a16="http://schemas.microsoft.com/office/drawing/2014/main" id="{42F9CEE5-E68B-076C-BB6F-7A025F686840}"/>
                  </a:ext>
                </a:extLst>
              </p:cNvPr>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6" name="Google Shape;58;p31">
                <a:extLst>
                  <a:ext uri="{FF2B5EF4-FFF2-40B4-BE49-F238E27FC236}">
                    <a16:creationId xmlns:a16="http://schemas.microsoft.com/office/drawing/2014/main" id="{99B7DFE5-0CDE-9C9C-3FD3-49285C4CFB39}"/>
                  </a:ext>
                </a:extLst>
              </p:cNvPr>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7" name="Google Shape;59;p31">
                <a:extLst>
                  <a:ext uri="{FF2B5EF4-FFF2-40B4-BE49-F238E27FC236}">
                    <a16:creationId xmlns:a16="http://schemas.microsoft.com/office/drawing/2014/main" id="{0F963431-0407-0C32-190B-BA13628B3689}"/>
                  </a:ext>
                </a:extLst>
              </p:cNvPr>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8" name="Google Shape;60;p31">
                <a:extLst>
                  <a:ext uri="{FF2B5EF4-FFF2-40B4-BE49-F238E27FC236}">
                    <a16:creationId xmlns:a16="http://schemas.microsoft.com/office/drawing/2014/main" id="{F439FC39-5565-97D2-9A14-46058DB5EF62}"/>
                  </a:ext>
                </a:extLst>
              </p:cNvPr>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89" name="Google Shape;41;p31">
            <a:extLst>
              <a:ext uri="{FF2B5EF4-FFF2-40B4-BE49-F238E27FC236}">
                <a16:creationId xmlns:a16="http://schemas.microsoft.com/office/drawing/2014/main" id="{4FB79224-C783-AB92-7785-7C018D12A249}"/>
              </a:ext>
            </a:extLst>
          </p:cNvPr>
          <p:cNvSpPr/>
          <p:nvPr userDrawn="1"/>
        </p:nvSpPr>
        <p:spPr>
          <a:xfrm>
            <a:off x="6537750" y="3144691"/>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90" name="Google Shape;2215;p100">
            <a:extLst>
              <a:ext uri="{FF2B5EF4-FFF2-40B4-BE49-F238E27FC236}">
                <a16:creationId xmlns:a16="http://schemas.microsoft.com/office/drawing/2014/main" id="{0E0D728E-3A33-4EF4-5212-177932EB7D37}"/>
              </a:ext>
            </a:extLst>
          </p:cNvPr>
          <p:cNvSpPr/>
          <p:nvPr userDrawn="1"/>
        </p:nvSpPr>
        <p:spPr>
          <a:xfrm>
            <a:off x="6637986" y="3252609"/>
            <a:ext cx="458663" cy="45856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bg1"/>
          </a:solidFill>
          <a:ln>
            <a:noFill/>
          </a:ln>
        </p:spPr>
        <p:txBody>
          <a:bodyPr spcFirstLastPara="1" wrap="square" lIns="60950" tIns="30467" rIns="60950" bIns="30467"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 name="CaixaDeTexto 7">
            <a:extLst>
              <a:ext uri="{FF2B5EF4-FFF2-40B4-BE49-F238E27FC236}">
                <a16:creationId xmlns:a16="http://schemas.microsoft.com/office/drawing/2014/main" id="{758C464C-51C2-DB3D-4C1D-F67CB5B688F7}"/>
              </a:ext>
            </a:extLst>
          </p:cNvPr>
          <p:cNvSpPr txBox="1"/>
          <p:nvPr userDrawn="1"/>
        </p:nvSpPr>
        <p:spPr>
          <a:xfrm>
            <a:off x="13188461" y="4724400"/>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grpSp>
        <p:nvGrpSpPr>
          <p:cNvPr id="7" name="Google Shape;34;p31">
            <a:extLst>
              <a:ext uri="{FF2B5EF4-FFF2-40B4-BE49-F238E27FC236}">
                <a16:creationId xmlns:a16="http://schemas.microsoft.com/office/drawing/2014/main" id="{C430FFE2-579C-F0FF-C290-CF4D2EB9FE97}"/>
              </a:ext>
            </a:extLst>
          </p:cNvPr>
          <p:cNvGrpSpPr/>
          <p:nvPr userDrawn="1"/>
        </p:nvGrpSpPr>
        <p:grpSpPr>
          <a:xfrm>
            <a:off x="664474" y="1066003"/>
            <a:ext cx="428502" cy="428501"/>
            <a:chOff x="9358184" y="2764785"/>
            <a:chExt cx="495514" cy="495513"/>
          </a:xfrm>
        </p:grpSpPr>
        <p:grpSp>
          <p:nvGrpSpPr>
            <p:cNvPr id="9" name="Google Shape;35;p31">
              <a:extLst>
                <a:ext uri="{FF2B5EF4-FFF2-40B4-BE49-F238E27FC236}">
                  <a16:creationId xmlns:a16="http://schemas.microsoft.com/office/drawing/2014/main" id="{75DCD9A7-81F9-4D17-9997-5B22594BE3C9}"/>
                </a:ext>
              </a:extLst>
            </p:cNvPr>
            <p:cNvGrpSpPr/>
            <p:nvPr/>
          </p:nvGrpSpPr>
          <p:grpSpPr>
            <a:xfrm>
              <a:off x="9358184" y="2802389"/>
              <a:ext cx="457909" cy="457909"/>
              <a:chOff x="9358184" y="2802389"/>
              <a:chExt cx="457909" cy="457909"/>
            </a:xfrm>
          </p:grpSpPr>
          <p:sp>
            <p:nvSpPr>
              <p:cNvPr id="14" name="Google Shape;36;p31">
                <a:extLst>
                  <a:ext uri="{FF2B5EF4-FFF2-40B4-BE49-F238E27FC236}">
                    <a16:creationId xmlns:a16="http://schemas.microsoft.com/office/drawing/2014/main" id="{90EABD33-493E-E54A-1A23-1BA99D60F8B0}"/>
                  </a:ext>
                </a:extLst>
              </p:cNvPr>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5" name="Google Shape;37;p31">
                <a:extLst>
                  <a:ext uri="{FF2B5EF4-FFF2-40B4-BE49-F238E27FC236}">
                    <a16:creationId xmlns:a16="http://schemas.microsoft.com/office/drawing/2014/main" id="{A8D933AC-72DA-D72F-77D3-A7207C548944}"/>
                  </a:ext>
                </a:extLst>
              </p:cNvPr>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7" name="Google Shape;38;p31">
                <a:extLst>
                  <a:ext uri="{FF2B5EF4-FFF2-40B4-BE49-F238E27FC236}">
                    <a16:creationId xmlns:a16="http://schemas.microsoft.com/office/drawing/2014/main" id="{4A4515EE-AAD5-6566-FB77-56CD51465C34}"/>
                  </a:ext>
                </a:extLst>
              </p:cNvPr>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12" name="Google Shape;39;p31">
              <a:extLst>
                <a:ext uri="{FF2B5EF4-FFF2-40B4-BE49-F238E27FC236}">
                  <a16:creationId xmlns:a16="http://schemas.microsoft.com/office/drawing/2014/main" id="{C178D74F-1BD9-301F-4848-BDD92A8BD252}"/>
                </a:ext>
              </a:extLst>
            </p:cNvPr>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3" name="Google Shape;40;p31">
              <a:extLst>
                <a:ext uri="{FF2B5EF4-FFF2-40B4-BE49-F238E27FC236}">
                  <a16:creationId xmlns:a16="http://schemas.microsoft.com/office/drawing/2014/main" id="{2FB8305B-313B-9DA6-397B-FD10C2E02AD9}"/>
                </a:ext>
              </a:extLst>
            </p:cNvPr>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3336278441"/>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 Conteudo" preserve="1" userDrawn="1">
  <p:cSld name="2_1. Conteudo">
    <p:spTree>
      <p:nvGrpSpPr>
        <p:cNvPr id="1" name="Shape 78"/>
        <p:cNvGrpSpPr/>
        <p:nvPr/>
      </p:nvGrpSpPr>
      <p:grpSpPr>
        <a:xfrm>
          <a:off x="0" y="0"/>
          <a:ext cx="0" cy="0"/>
          <a:chOff x="0" y="0"/>
          <a:chExt cx="0" cy="0"/>
        </a:xfrm>
      </p:grpSpPr>
      <p:sp>
        <p:nvSpPr>
          <p:cNvPr id="4" name="Espaço Reservado para Texto 7">
            <a:extLst>
              <a:ext uri="{FF2B5EF4-FFF2-40B4-BE49-F238E27FC236}">
                <a16:creationId xmlns:a16="http://schemas.microsoft.com/office/drawing/2014/main" id="{1010BB96-2C5C-93CB-0DE4-6ADDB142D01A}"/>
              </a:ext>
            </a:extLst>
          </p:cNvPr>
          <p:cNvSpPr>
            <a:spLocks noGrp="1"/>
          </p:cNvSpPr>
          <p:nvPr>
            <p:ph type="body" sz="quarter" idx="11"/>
          </p:nvPr>
        </p:nvSpPr>
        <p:spPr>
          <a:xfrm>
            <a:off x="3751838" y="21702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11" name="Espaço Reservado para Texto 7">
            <a:extLst>
              <a:ext uri="{FF2B5EF4-FFF2-40B4-BE49-F238E27FC236}">
                <a16:creationId xmlns:a16="http://schemas.microsoft.com/office/drawing/2014/main" id="{9550BDCE-8C17-2808-26AD-19DADB9A406A}"/>
              </a:ext>
            </a:extLst>
          </p:cNvPr>
          <p:cNvSpPr>
            <a:spLocks noGrp="1"/>
          </p:cNvSpPr>
          <p:nvPr>
            <p:ph type="body" sz="quarter" idx="12"/>
          </p:nvPr>
        </p:nvSpPr>
        <p:spPr>
          <a:xfrm>
            <a:off x="3751838" y="31227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16" name="Espaço Reservado para Texto 7">
            <a:extLst>
              <a:ext uri="{FF2B5EF4-FFF2-40B4-BE49-F238E27FC236}">
                <a16:creationId xmlns:a16="http://schemas.microsoft.com/office/drawing/2014/main" id="{24714A58-2E0F-BD3B-F270-0F26F9E6CD6C}"/>
              </a:ext>
            </a:extLst>
          </p:cNvPr>
          <p:cNvSpPr>
            <a:spLocks noGrp="1"/>
          </p:cNvSpPr>
          <p:nvPr>
            <p:ph type="body" sz="quarter" idx="13"/>
          </p:nvPr>
        </p:nvSpPr>
        <p:spPr>
          <a:xfrm>
            <a:off x="3751838" y="40498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20" name="Espaço Reservado para Texto 7">
            <a:extLst>
              <a:ext uri="{FF2B5EF4-FFF2-40B4-BE49-F238E27FC236}">
                <a16:creationId xmlns:a16="http://schemas.microsoft.com/office/drawing/2014/main" id="{5E0069F1-0137-2FAA-27B5-5B98A6D199E5}"/>
              </a:ext>
            </a:extLst>
          </p:cNvPr>
          <p:cNvSpPr>
            <a:spLocks noGrp="1"/>
          </p:cNvSpPr>
          <p:nvPr>
            <p:ph type="body" sz="quarter" idx="14"/>
          </p:nvPr>
        </p:nvSpPr>
        <p:spPr>
          <a:xfrm>
            <a:off x="3751838" y="49896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21" name="Espaço Reservado para Texto 19">
            <a:extLst>
              <a:ext uri="{FF2B5EF4-FFF2-40B4-BE49-F238E27FC236}">
                <a16:creationId xmlns:a16="http://schemas.microsoft.com/office/drawing/2014/main" id="{C140BF74-0D8B-686D-7192-D2693E320B14}"/>
              </a:ext>
            </a:extLst>
          </p:cNvPr>
          <p:cNvSpPr>
            <a:spLocks noGrp="1"/>
          </p:cNvSpPr>
          <p:nvPr>
            <p:ph type="body" sz="quarter" idx="15"/>
          </p:nvPr>
        </p:nvSpPr>
        <p:spPr>
          <a:xfrm>
            <a:off x="3514725" y="559205"/>
            <a:ext cx="7208308" cy="1260627"/>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6" name="Retângulo: Cantos Arredondados 5">
            <a:extLst>
              <a:ext uri="{FF2B5EF4-FFF2-40B4-BE49-F238E27FC236}">
                <a16:creationId xmlns:a16="http://schemas.microsoft.com/office/drawing/2014/main" id="{DFE36BF5-A42A-DB10-1DE5-922F575E18A4}"/>
              </a:ext>
            </a:extLst>
          </p:cNvPr>
          <p:cNvSpPr/>
          <p:nvPr userDrawn="1"/>
        </p:nvSpPr>
        <p:spPr>
          <a:xfrm>
            <a:off x="214209" y="372431"/>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Google Shape;69;p32">
            <a:extLst>
              <a:ext uri="{FF2B5EF4-FFF2-40B4-BE49-F238E27FC236}">
                <a16:creationId xmlns:a16="http://schemas.microsoft.com/office/drawing/2014/main" id="{EA1B0E68-F8F0-7782-3C41-811843B38587}"/>
              </a:ext>
            </a:extLst>
          </p:cNvPr>
          <p:cNvSpPr txBox="1"/>
          <p:nvPr userDrawn="1"/>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lang="pt-B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62549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pic>
        <p:nvPicPr>
          <p:cNvPr id="3" name="Google Shape;22;p4">
            <a:extLst>
              <a:ext uri="{FF2B5EF4-FFF2-40B4-BE49-F238E27FC236}">
                <a16:creationId xmlns:a16="http://schemas.microsoft.com/office/drawing/2014/main" id="{4C6347CA-4494-5E4E-E655-CDA6EC629BB0}"/>
              </a:ext>
            </a:extLst>
          </p:cNvPr>
          <p:cNvPicPr preferRelativeResize="0"/>
          <p:nvPr userDrawn="1"/>
        </p:nvPicPr>
        <p:blipFill rotWithShape="1">
          <a:blip r:embed="rId2">
            <a:alphaModFix/>
          </a:blip>
          <a:srcRect b="91713"/>
          <a:stretch/>
        </p:blipFill>
        <p:spPr>
          <a:xfrm>
            <a:off x="0" y="0"/>
            <a:ext cx="12192000" cy="568301"/>
          </a:xfrm>
          <a:prstGeom prst="rect">
            <a:avLst/>
          </a:prstGeom>
          <a:noFill/>
          <a:ln>
            <a:noFill/>
          </a:ln>
        </p:spPr>
      </p:pic>
      <p:pic>
        <p:nvPicPr>
          <p:cNvPr id="16" name="Google Shape;23;p4">
            <a:extLst>
              <a:ext uri="{FF2B5EF4-FFF2-40B4-BE49-F238E27FC236}">
                <a16:creationId xmlns:a16="http://schemas.microsoft.com/office/drawing/2014/main" id="{AE1F9DD4-49DE-EFA5-E344-674DCAD12147}"/>
              </a:ext>
            </a:extLst>
          </p:cNvPr>
          <p:cNvPicPr preferRelativeResize="0"/>
          <p:nvPr userDrawn="1"/>
        </p:nvPicPr>
        <p:blipFill rotWithShape="1">
          <a:blip r:embed="rId2">
            <a:alphaModFix/>
          </a:blip>
          <a:srcRect t="69153" b="22164"/>
          <a:stretch/>
        </p:blipFill>
        <p:spPr>
          <a:xfrm>
            <a:off x="0" y="6262650"/>
            <a:ext cx="12192000" cy="595350"/>
          </a:xfrm>
          <a:prstGeom prst="rect">
            <a:avLst/>
          </a:prstGeom>
          <a:noFill/>
          <a:ln>
            <a:noFill/>
          </a:ln>
        </p:spPr>
      </p:pic>
      <p:sp>
        <p:nvSpPr>
          <p:cNvPr id="4" name="Espaço Reservado para Texto 3">
            <a:extLst>
              <a:ext uri="{FF2B5EF4-FFF2-40B4-BE49-F238E27FC236}">
                <a16:creationId xmlns:a16="http://schemas.microsoft.com/office/drawing/2014/main" id="{7BC2819B-91AA-1651-F5F9-7B0D1509AE13}"/>
              </a:ext>
            </a:extLst>
          </p:cNvPr>
          <p:cNvSpPr>
            <a:spLocks noGrp="1"/>
          </p:cNvSpPr>
          <p:nvPr>
            <p:ph type="body" sz="quarter" idx="10"/>
          </p:nvPr>
        </p:nvSpPr>
        <p:spPr>
          <a:xfrm>
            <a:off x="3276600" y="1188174"/>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5" name="Espaço Reservado para Texto 3">
            <a:extLst>
              <a:ext uri="{FF2B5EF4-FFF2-40B4-BE49-F238E27FC236}">
                <a16:creationId xmlns:a16="http://schemas.microsoft.com/office/drawing/2014/main" id="{481EC73E-B5CF-9DF6-2B18-5F201BFD1BC9}"/>
              </a:ext>
            </a:extLst>
          </p:cNvPr>
          <p:cNvSpPr>
            <a:spLocks noGrp="1"/>
          </p:cNvSpPr>
          <p:nvPr>
            <p:ph type="body" sz="quarter" idx="11"/>
          </p:nvPr>
        </p:nvSpPr>
        <p:spPr>
          <a:xfrm>
            <a:off x="3276600" y="1808050"/>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6" name="Espaço Reservado para Texto 3">
            <a:extLst>
              <a:ext uri="{FF2B5EF4-FFF2-40B4-BE49-F238E27FC236}">
                <a16:creationId xmlns:a16="http://schemas.microsoft.com/office/drawing/2014/main" id="{E22F0728-FF89-57C8-564C-0F3FB75D68BE}"/>
              </a:ext>
            </a:extLst>
          </p:cNvPr>
          <p:cNvSpPr>
            <a:spLocks noGrp="1"/>
          </p:cNvSpPr>
          <p:nvPr>
            <p:ph type="body" sz="quarter" idx="12"/>
          </p:nvPr>
        </p:nvSpPr>
        <p:spPr>
          <a:xfrm>
            <a:off x="3276600" y="2442212"/>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7" name="Espaço Reservado para Texto 3">
            <a:extLst>
              <a:ext uri="{FF2B5EF4-FFF2-40B4-BE49-F238E27FC236}">
                <a16:creationId xmlns:a16="http://schemas.microsoft.com/office/drawing/2014/main" id="{08173B0E-FC6F-4B79-645E-F7C05C5165D3}"/>
              </a:ext>
            </a:extLst>
          </p:cNvPr>
          <p:cNvSpPr>
            <a:spLocks noGrp="1"/>
          </p:cNvSpPr>
          <p:nvPr>
            <p:ph type="body" sz="quarter" idx="13"/>
          </p:nvPr>
        </p:nvSpPr>
        <p:spPr>
          <a:xfrm>
            <a:off x="3276600" y="3108857"/>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9" name="Espaço Reservado para Texto 3">
            <a:extLst>
              <a:ext uri="{FF2B5EF4-FFF2-40B4-BE49-F238E27FC236}">
                <a16:creationId xmlns:a16="http://schemas.microsoft.com/office/drawing/2014/main" id="{777D4752-A3A8-E6ED-FF9C-9D9D8F16B077}"/>
              </a:ext>
            </a:extLst>
          </p:cNvPr>
          <p:cNvSpPr>
            <a:spLocks noGrp="1"/>
          </p:cNvSpPr>
          <p:nvPr>
            <p:ph type="body" sz="quarter" idx="14"/>
          </p:nvPr>
        </p:nvSpPr>
        <p:spPr>
          <a:xfrm>
            <a:off x="3276600" y="3805543"/>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10" name="Espaço Reservado para Texto 3">
            <a:extLst>
              <a:ext uri="{FF2B5EF4-FFF2-40B4-BE49-F238E27FC236}">
                <a16:creationId xmlns:a16="http://schemas.microsoft.com/office/drawing/2014/main" id="{CD27E91A-725C-6108-065B-301FEE078C62}"/>
              </a:ext>
            </a:extLst>
          </p:cNvPr>
          <p:cNvSpPr>
            <a:spLocks noGrp="1"/>
          </p:cNvSpPr>
          <p:nvPr>
            <p:ph type="body" sz="quarter" idx="15"/>
          </p:nvPr>
        </p:nvSpPr>
        <p:spPr>
          <a:xfrm>
            <a:off x="3276600" y="4513114"/>
            <a:ext cx="3647017" cy="446314"/>
          </a:xfrm>
          <a:prstGeom prst="rect">
            <a:avLst/>
          </a:prstGeom>
        </p:spPr>
        <p:txBody>
          <a:bodyPr/>
          <a:lstStyle>
            <a:lvl1pPr>
              <a:defRPr sz="1200">
                <a:latin typeface="Poppins" pitchFamily="2" charset="77"/>
                <a:cs typeface="Poppins" pitchFamily="2" charset="77"/>
              </a:defRPr>
            </a:lvl1pPr>
          </a:lstStyle>
          <a:p>
            <a:pPr lvl="0"/>
            <a:endParaRPr lang="pt-BR"/>
          </a:p>
        </p:txBody>
      </p:sp>
      <p:sp>
        <p:nvSpPr>
          <p:cNvPr id="8" name="Retângulo: Cantos Arredondados 7">
            <a:extLst>
              <a:ext uri="{FF2B5EF4-FFF2-40B4-BE49-F238E27FC236}">
                <a16:creationId xmlns:a16="http://schemas.microsoft.com/office/drawing/2014/main" id="{127AD836-10C2-C06C-28C6-1B1F299C3CFC}"/>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Google Shape;101;p34">
            <a:extLst>
              <a:ext uri="{FF2B5EF4-FFF2-40B4-BE49-F238E27FC236}">
                <a16:creationId xmlns:a16="http://schemas.microsoft.com/office/drawing/2014/main" id="{4A0669EE-46F1-3E34-F4D8-421707A0AF1C}"/>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4271284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pic>
        <p:nvPicPr>
          <p:cNvPr id="3" name="Google Shape;203;p21">
            <a:extLst>
              <a:ext uri="{FF2B5EF4-FFF2-40B4-BE49-F238E27FC236}">
                <a16:creationId xmlns:a16="http://schemas.microsoft.com/office/drawing/2014/main" id="{04070031-126A-1C18-A638-9AC483966AB8}"/>
              </a:ext>
            </a:extLst>
          </p:cNvPr>
          <p:cNvPicPr preferRelativeResize="0"/>
          <p:nvPr userDrawn="1"/>
        </p:nvPicPr>
        <p:blipFill rotWithShape="1">
          <a:blip r:embed="rId2">
            <a:alphaModFix/>
          </a:blip>
          <a:srcRect l="429" t="12285" r="30240" b="18386"/>
          <a:stretch/>
        </p:blipFill>
        <p:spPr>
          <a:xfrm rot="10800000">
            <a:off x="4" y="0"/>
            <a:ext cx="12192000" cy="6857989"/>
          </a:xfrm>
          <a:prstGeom prst="rect">
            <a:avLst/>
          </a:prstGeom>
          <a:noFill/>
          <a:ln>
            <a:noFill/>
          </a:ln>
        </p:spPr>
      </p:pic>
      <p:sp>
        <p:nvSpPr>
          <p:cNvPr id="2" name="CaixaDeTexto 1">
            <a:extLst>
              <a:ext uri="{FF2B5EF4-FFF2-40B4-BE49-F238E27FC236}">
                <a16:creationId xmlns:a16="http://schemas.microsoft.com/office/drawing/2014/main" id="{78E9625F-D19E-624E-A52E-3E35C3F742DF}"/>
              </a:ext>
            </a:extLst>
          </p:cNvPr>
          <p:cNvSpPr txBox="1"/>
          <p:nvPr userDrawn="1"/>
        </p:nvSpPr>
        <p:spPr>
          <a:xfrm>
            <a:off x="2510117" y="-585694"/>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8" name="Espaço Reservado para Texto 10">
            <a:extLst>
              <a:ext uri="{FF2B5EF4-FFF2-40B4-BE49-F238E27FC236}">
                <a16:creationId xmlns:a16="http://schemas.microsoft.com/office/drawing/2014/main" id="{E3EABF6E-626A-0802-C919-B97335045E73}"/>
              </a:ext>
            </a:extLst>
          </p:cNvPr>
          <p:cNvSpPr>
            <a:spLocks noGrp="1"/>
          </p:cNvSpPr>
          <p:nvPr>
            <p:ph type="body" sz="quarter" idx="10"/>
          </p:nvPr>
        </p:nvSpPr>
        <p:spPr>
          <a:xfrm>
            <a:off x="3026388" y="1395942"/>
            <a:ext cx="7107154" cy="515408"/>
          </a:xfrm>
          <a:prstGeom prst="rect">
            <a:avLst/>
          </a:prstGeom>
        </p:spPr>
        <p:txBody>
          <a:bodyPr/>
          <a:lstStyle>
            <a:lvl1pPr>
              <a:defRPr sz="2533" b="1" i="0">
                <a:latin typeface="Poppins" pitchFamily="2" charset="77"/>
                <a:cs typeface="Poppins" pitchFamily="2" charset="77"/>
              </a:defRPr>
            </a:lvl1pPr>
            <a:lvl2pPr>
              <a:defRPr sz="2533" b="1" i="0">
                <a:latin typeface="Poppins" pitchFamily="2" charset="77"/>
                <a:cs typeface="Poppins" pitchFamily="2" charset="77"/>
              </a:defRPr>
            </a:lvl2pPr>
            <a:lvl3pPr>
              <a:defRPr sz="2533" b="1" i="0">
                <a:latin typeface="Poppins" pitchFamily="2" charset="77"/>
                <a:cs typeface="Poppins" pitchFamily="2" charset="77"/>
              </a:defRPr>
            </a:lvl3pPr>
            <a:lvl4pPr>
              <a:defRPr sz="2533" b="1" i="0">
                <a:latin typeface="Poppins" pitchFamily="2" charset="77"/>
                <a:cs typeface="Poppins" pitchFamily="2" charset="77"/>
              </a:defRPr>
            </a:lvl4pPr>
            <a:lvl5pPr>
              <a:defRPr sz="2533" b="1" i="0">
                <a:solidFill>
                  <a:schemeClr val="bg1"/>
                </a:solidFill>
                <a:latin typeface="Poppins" pitchFamily="2" charset="77"/>
                <a:cs typeface="Poppins" pitchFamily="2" charset="77"/>
              </a:defRPr>
            </a:lvl5pPr>
          </a:lstStyle>
          <a:p>
            <a:pPr lvl="4"/>
            <a:endParaRPr lang="pt-BR"/>
          </a:p>
        </p:txBody>
      </p:sp>
      <p:sp>
        <p:nvSpPr>
          <p:cNvPr id="10" name="Espaço Reservado para Texto 10">
            <a:extLst>
              <a:ext uri="{FF2B5EF4-FFF2-40B4-BE49-F238E27FC236}">
                <a16:creationId xmlns:a16="http://schemas.microsoft.com/office/drawing/2014/main" id="{24C57C54-2E58-E7B5-ECF5-2C905E340D3C}"/>
              </a:ext>
            </a:extLst>
          </p:cNvPr>
          <p:cNvSpPr>
            <a:spLocks noGrp="1"/>
          </p:cNvSpPr>
          <p:nvPr>
            <p:ph type="body" sz="quarter" idx="11"/>
          </p:nvPr>
        </p:nvSpPr>
        <p:spPr>
          <a:xfrm>
            <a:off x="3026389" y="2075496"/>
            <a:ext cx="7107153" cy="732586"/>
          </a:xfrm>
          <a:prstGeom prst="rect">
            <a:avLst/>
          </a:prstGeom>
        </p:spPr>
        <p:txBody>
          <a:bodyPr/>
          <a:lstStyle>
            <a:lvl1pPr>
              <a:defRPr sz="2533" b="1" i="0">
                <a:latin typeface="Poppins" pitchFamily="2" charset="77"/>
                <a:cs typeface="Poppins" pitchFamily="2" charset="77"/>
              </a:defRPr>
            </a:lvl1pPr>
            <a:lvl2pPr>
              <a:defRPr sz="2533" b="1" i="0">
                <a:latin typeface="Poppins" pitchFamily="2" charset="77"/>
                <a:cs typeface="Poppins" pitchFamily="2" charset="77"/>
              </a:defRPr>
            </a:lvl2pPr>
            <a:lvl3pPr>
              <a:defRPr sz="2533" b="1" i="0">
                <a:latin typeface="Poppins" pitchFamily="2" charset="77"/>
                <a:cs typeface="Poppins" pitchFamily="2" charset="77"/>
              </a:defRPr>
            </a:lvl3pPr>
            <a:lvl4pPr>
              <a:defRPr sz="2533" b="1" i="0">
                <a:latin typeface="Poppins" pitchFamily="2" charset="77"/>
                <a:cs typeface="Poppins" pitchFamily="2" charset="77"/>
              </a:defRPr>
            </a:lvl4pPr>
            <a:lvl5pPr>
              <a:defRPr sz="1467" b="0" i="0">
                <a:solidFill>
                  <a:schemeClr val="bg1"/>
                </a:solidFill>
                <a:latin typeface="Poppins" pitchFamily="2" charset="77"/>
                <a:cs typeface="Poppins" pitchFamily="2" charset="77"/>
              </a:defRPr>
            </a:lvl5pPr>
          </a:lstStyle>
          <a:p>
            <a:pPr lvl="4"/>
            <a:endParaRPr lang="pt-BR"/>
          </a:p>
        </p:txBody>
      </p:sp>
      <p:sp>
        <p:nvSpPr>
          <p:cNvPr id="4" name="Retângulo: Cantos Arredondados 5">
            <a:extLst>
              <a:ext uri="{FF2B5EF4-FFF2-40B4-BE49-F238E27FC236}">
                <a16:creationId xmlns:a16="http://schemas.microsoft.com/office/drawing/2014/main" id="{D7EC9EE7-F97D-6D73-68A6-795CD61E9658}"/>
              </a:ext>
            </a:extLst>
          </p:cNvPr>
          <p:cNvSpPr/>
          <p:nvPr userDrawn="1"/>
        </p:nvSpPr>
        <p:spPr>
          <a:xfrm>
            <a:off x="200184" y="44804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Google Shape;231;p21">
            <a:extLst>
              <a:ext uri="{FF2B5EF4-FFF2-40B4-BE49-F238E27FC236}">
                <a16:creationId xmlns:a16="http://schemas.microsoft.com/office/drawing/2014/main" id="{A3F49181-C7C0-91D1-062F-FE7C02AD35CE}"/>
              </a:ext>
            </a:extLst>
          </p:cNvPr>
          <p:cNvSpPr txBox="1"/>
          <p:nvPr userDrawn="1"/>
        </p:nvSpPr>
        <p:spPr>
          <a:xfrm>
            <a:off x="629139" y="882775"/>
            <a:ext cx="1528469"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noProof="0" dirty="0">
                <a:solidFill>
                  <a:srgbClr val="FFFFFF"/>
                </a:solidFill>
                <a:latin typeface="Poppins Light" pitchFamily="2" charset="77"/>
                <a:ea typeface="Poppins Light"/>
                <a:cs typeface="Poppins Light" pitchFamily="2" charset="77"/>
                <a:sym typeface="Poppins Light"/>
              </a:rPr>
              <a:t>Pause e</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noProof="0" dirty="0">
                <a:solidFill>
                  <a:srgbClr val="FFFFFF"/>
                </a:solidFill>
                <a:latin typeface="Poppins"/>
                <a:ea typeface="Poppins Light"/>
                <a:cs typeface="Poppins"/>
                <a:sym typeface="Poppins"/>
              </a:rPr>
              <a:t>responda</a:t>
            </a:r>
            <a:endParaRPr lang="pt-BR" sz="2333" b="0" i="0" u="none" strike="noStrike" cap="none" noProof="0"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374130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Atividade_embranco" preserve="1" userDrawn="1">
  <p:cSld name="2_Atividade_embranco">
    <p:spTree>
      <p:nvGrpSpPr>
        <p:cNvPr id="1" name="Shape 307"/>
        <p:cNvGrpSpPr/>
        <p:nvPr/>
      </p:nvGrpSpPr>
      <p:grpSpPr>
        <a:xfrm>
          <a:off x="0" y="0"/>
          <a:ext cx="0" cy="0"/>
          <a:chOff x="0" y="0"/>
          <a:chExt cx="0" cy="0"/>
        </a:xfrm>
      </p:grpSpPr>
      <p:sp>
        <p:nvSpPr>
          <p:cNvPr id="3" name="Espaço Reservado para Imagem 2">
            <a:extLst>
              <a:ext uri="{FF2B5EF4-FFF2-40B4-BE49-F238E27FC236}">
                <a16:creationId xmlns:a16="http://schemas.microsoft.com/office/drawing/2014/main" id="{CF0416F6-09BD-9981-848C-F13A11B9AEB6}"/>
              </a:ext>
            </a:extLst>
          </p:cNvPr>
          <p:cNvSpPr>
            <a:spLocks noGrp="1"/>
          </p:cNvSpPr>
          <p:nvPr>
            <p:ph type="pic" sz="quarter" idx="10"/>
          </p:nvPr>
        </p:nvSpPr>
        <p:spPr>
          <a:xfrm>
            <a:off x="0" y="0"/>
            <a:ext cx="12192000" cy="6858000"/>
          </a:xfrm>
          <a:prstGeom prst="rect">
            <a:avLst/>
          </a:prstGeom>
          <a:solidFill>
            <a:schemeClr val="bg1">
              <a:lumMod val="85000"/>
            </a:schemeClr>
          </a:solidFill>
        </p:spPr>
        <p:txBody>
          <a:bodyPr/>
          <a:lstStyle>
            <a:lvl1pPr>
              <a:defRPr sz="1200">
                <a:latin typeface="Poppins" pitchFamily="2" charset="77"/>
                <a:cs typeface="Poppins" pitchFamily="2" charset="77"/>
              </a:defRPr>
            </a:lvl1pPr>
          </a:lstStyle>
          <a:p>
            <a:endParaRPr lang="pt-BR" dirty="0"/>
          </a:p>
        </p:txBody>
      </p:sp>
      <p:sp>
        <p:nvSpPr>
          <p:cNvPr id="4" name="Espaço Reservado para Mídia 3">
            <a:extLst>
              <a:ext uri="{FF2B5EF4-FFF2-40B4-BE49-F238E27FC236}">
                <a16:creationId xmlns:a16="http://schemas.microsoft.com/office/drawing/2014/main" id="{93F045AC-FA97-1D94-5C54-6BC8931024B8}"/>
              </a:ext>
            </a:extLst>
          </p:cNvPr>
          <p:cNvSpPr>
            <a:spLocks noGrp="1"/>
          </p:cNvSpPr>
          <p:nvPr>
            <p:ph type="media" sz="quarter" idx="11"/>
          </p:nvPr>
        </p:nvSpPr>
        <p:spPr>
          <a:xfrm>
            <a:off x="862542" y="887942"/>
            <a:ext cx="4092575" cy="3605741"/>
          </a:xfrm>
          <a:prstGeom prst="rect">
            <a:avLst/>
          </a:prstGeom>
        </p:spPr>
        <p:txBody>
          <a:bodyPr/>
          <a:lstStyle/>
          <a:p>
            <a:endParaRPr lang="pt-BR" dirty="0"/>
          </a:p>
        </p:txBody>
      </p:sp>
    </p:spTree>
    <p:extLst>
      <p:ext uri="{BB962C8B-B14F-4D97-AF65-F5344CB8AC3E}">
        <p14:creationId xmlns:p14="http://schemas.microsoft.com/office/powerpoint/2010/main" val="3078226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41"/>
        <p:cNvGrpSpPr/>
        <p:nvPr/>
      </p:nvGrpSpPr>
      <p:grpSpPr>
        <a:xfrm>
          <a:off x="0" y="0"/>
          <a:ext cx="0" cy="0"/>
          <a:chOff x="0" y="0"/>
          <a:chExt cx="0" cy="0"/>
        </a:xfrm>
      </p:grpSpPr>
      <p:pic>
        <p:nvPicPr>
          <p:cNvPr id="6" name="Google Shape;203;p21">
            <a:extLst>
              <a:ext uri="{FF2B5EF4-FFF2-40B4-BE49-F238E27FC236}">
                <a16:creationId xmlns:a16="http://schemas.microsoft.com/office/drawing/2014/main" id="{C2D53C5C-653B-C871-5FD5-4980C285D261}"/>
              </a:ext>
            </a:extLst>
          </p:cNvPr>
          <p:cNvPicPr preferRelativeResize="0"/>
          <p:nvPr userDrawn="1"/>
        </p:nvPicPr>
        <p:blipFill rotWithShape="1">
          <a:blip r:embed="rId2">
            <a:alphaModFix/>
          </a:blip>
          <a:srcRect l="429" t="12285" r="30240" b="18386"/>
          <a:stretch/>
        </p:blipFill>
        <p:spPr>
          <a:xfrm rot="10800000">
            <a:off x="0" y="12"/>
            <a:ext cx="12192000" cy="6857989"/>
          </a:xfrm>
          <a:prstGeom prst="rect">
            <a:avLst/>
          </a:prstGeom>
          <a:noFill/>
          <a:ln>
            <a:noFill/>
          </a:ln>
        </p:spPr>
      </p:pic>
      <p:sp>
        <p:nvSpPr>
          <p:cNvPr id="4" name="Retângulo: Cantos Arredondados 3">
            <a:extLst>
              <a:ext uri="{FF2B5EF4-FFF2-40B4-BE49-F238E27FC236}">
                <a16:creationId xmlns:a16="http://schemas.microsoft.com/office/drawing/2014/main" id="{BFB17119-7D1E-86EF-6F6F-610AE09A8613}"/>
              </a:ext>
            </a:extLst>
          </p:cNvPr>
          <p:cNvSpPr/>
          <p:nvPr userDrawn="1"/>
        </p:nvSpPr>
        <p:spPr>
          <a:xfrm>
            <a:off x="5260792" y="304269"/>
            <a:ext cx="6553729" cy="5568211"/>
          </a:xfrm>
          <a:prstGeom prst="roundRect">
            <a:avLst/>
          </a:prstGeom>
          <a:solidFill>
            <a:schemeClr val="bg1"/>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6" name="Google Shape;146;p12"/>
          <p:cNvSpPr txBox="1">
            <a:spLocks noGrp="1"/>
          </p:cNvSpPr>
          <p:nvPr>
            <p:ph type="body" idx="1"/>
          </p:nvPr>
        </p:nvSpPr>
        <p:spPr>
          <a:xfrm>
            <a:off x="6087875" y="1378003"/>
            <a:ext cx="5071800" cy="2296200"/>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 name="CaixaDeTexto 1">
            <a:extLst>
              <a:ext uri="{FF2B5EF4-FFF2-40B4-BE49-F238E27FC236}">
                <a16:creationId xmlns:a16="http://schemas.microsoft.com/office/drawing/2014/main" id="{44A24CA4-AA45-E069-3331-6863E624A858}"/>
              </a:ext>
            </a:extLst>
          </p:cNvPr>
          <p:cNvSpPr txBox="1"/>
          <p:nvPr userDrawn="1"/>
        </p:nvSpPr>
        <p:spPr>
          <a:xfrm>
            <a:off x="3178098" y="-289932"/>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5_OqueAprendemos" userDrawn="1">
  <p:cSld name="5_OqueAprendemos">
    <p:spTree>
      <p:nvGrpSpPr>
        <p:cNvPr id="1" name="Shape 340"/>
        <p:cNvGrpSpPr/>
        <p:nvPr/>
      </p:nvGrpSpPr>
      <p:grpSpPr>
        <a:xfrm>
          <a:off x="0" y="0"/>
          <a:ext cx="0" cy="0"/>
          <a:chOff x="0" y="0"/>
          <a:chExt cx="0" cy="0"/>
        </a:xfrm>
      </p:grpSpPr>
      <p:pic>
        <p:nvPicPr>
          <p:cNvPr id="6" name="Google Shape;316;p32">
            <a:extLst>
              <a:ext uri="{FF2B5EF4-FFF2-40B4-BE49-F238E27FC236}">
                <a16:creationId xmlns:a16="http://schemas.microsoft.com/office/drawing/2014/main" id="{7C738FF4-2E01-8DDD-6839-4D26CF399416}"/>
              </a:ext>
            </a:extLst>
          </p:cNvPr>
          <p:cNvPicPr preferRelativeResize="0"/>
          <p:nvPr userDrawn="1"/>
        </p:nvPicPr>
        <p:blipFill rotWithShape="1">
          <a:blip r:embed="rId2">
            <a:alphaModFix/>
          </a:blip>
          <a:srcRect l="17961" t="437" r="51208"/>
          <a:stretch/>
        </p:blipFill>
        <p:spPr>
          <a:xfrm>
            <a:off x="0" y="0"/>
            <a:ext cx="3775249" cy="6858000"/>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a:alphaModFix/>
          </a:blip>
          <a:srcRect r="35132"/>
          <a:stretch/>
        </p:blipFill>
        <p:spPr>
          <a:xfrm>
            <a:off x="132497" y="695158"/>
            <a:ext cx="3823136" cy="3899277"/>
          </a:xfrm>
          <a:prstGeom prst="ellipse">
            <a:avLst/>
          </a:prstGeom>
          <a:noFill/>
          <a:ln>
            <a:noFill/>
          </a:ln>
        </p:spPr>
      </p:pic>
      <p:sp>
        <p:nvSpPr>
          <p:cNvPr id="2" name="Google Shape;345;p32">
            <a:extLst>
              <a:ext uri="{FF2B5EF4-FFF2-40B4-BE49-F238E27FC236}">
                <a16:creationId xmlns:a16="http://schemas.microsoft.com/office/drawing/2014/main" id="{D958A6C2-8B71-D5A0-1C68-95723A4C4FE5}"/>
              </a:ext>
            </a:extLst>
          </p:cNvPr>
          <p:cNvSpPr txBox="1">
            <a:spLocks noGrp="1"/>
          </p:cNvSpPr>
          <p:nvPr>
            <p:ph type="body" idx="2"/>
          </p:nvPr>
        </p:nvSpPr>
        <p:spPr>
          <a:xfrm>
            <a:off x="4867932" y="1691622"/>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 name="Google Shape;347;p32">
            <a:extLst>
              <a:ext uri="{FF2B5EF4-FFF2-40B4-BE49-F238E27FC236}">
                <a16:creationId xmlns:a16="http://schemas.microsoft.com/office/drawing/2014/main" id="{D60E57C9-84D4-8D99-0D6C-C59B32F7C630}"/>
              </a:ext>
            </a:extLst>
          </p:cNvPr>
          <p:cNvSpPr txBox="1">
            <a:spLocks noGrp="1"/>
          </p:cNvSpPr>
          <p:nvPr>
            <p:ph type="body" idx="3"/>
          </p:nvPr>
        </p:nvSpPr>
        <p:spPr>
          <a:xfrm>
            <a:off x="4867932" y="3080015"/>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4" name="Google Shape;349;p32">
            <a:extLst>
              <a:ext uri="{FF2B5EF4-FFF2-40B4-BE49-F238E27FC236}">
                <a16:creationId xmlns:a16="http://schemas.microsoft.com/office/drawing/2014/main" id="{142C7AEA-387E-A052-1D08-8A416B8497BB}"/>
              </a:ext>
            </a:extLst>
          </p:cNvPr>
          <p:cNvSpPr txBox="1">
            <a:spLocks noGrp="1"/>
          </p:cNvSpPr>
          <p:nvPr>
            <p:ph type="body" idx="4"/>
          </p:nvPr>
        </p:nvSpPr>
        <p:spPr>
          <a:xfrm>
            <a:off x="4867932" y="4490837"/>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3" name="Google Shape;233;p39">
            <a:extLst>
              <a:ext uri="{FF2B5EF4-FFF2-40B4-BE49-F238E27FC236}">
                <a16:creationId xmlns:a16="http://schemas.microsoft.com/office/drawing/2014/main" id="{23D223AE-6B47-5244-85DA-E25526DF3862}"/>
              </a:ext>
            </a:extLst>
          </p:cNvPr>
          <p:cNvSpPr txBox="1"/>
          <p:nvPr userDrawn="1"/>
        </p:nvSpPr>
        <p:spPr>
          <a:xfrm>
            <a:off x="4603178" y="173762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tx1"/>
                </a:solidFill>
                <a:latin typeface="Poppins"/>
                <a:ea typeface="Poppins"/>
                <a:cs typeface="Poppins"/>
                <a:sym typeface="Poppins"/>
              </a:rPr>
              <a:t>1</a:t>
            </a:r>
            <a:endParaRPr sz="933" b="0" i="0" u="none" strike="noStrike" cap="none" dirty="0">
              <a:solidFill>
                <a:schemeClr val="tx1"/>
              </a:solidFill>
              <a:latin typeface="Arial"/>
              <a:ea typeface="Arial"/>
              <a:cs typeface="Arial"/>
              <a:sym typeface="Arial"/>
            </a:endParaRPr>
          </a:p>
        </p:txBody>
      </p:sp>
      <p:sp>
        <p:nvSpPr>
          <p:cNvPr id="16" name="Google Shape;235;p39">
            <a:extLst>
              <a:ext uri="{FF2B5EF4-FFF2-40B4-BE49-F238E27FC236}">
                <a16:creationId xmlns:a16="http://schemas.microsoft.com/office/drawing/2014/main" id="{607A1E13-022D-D9F1-086C-636AF8EAE3BA}"/>
              </a:ext>
            </a:extLst>
          </p:cNvPr>
          <p:cNvSpPr txBox="1"/>
          <p:nvPr userDrawn="1"/>
        </p:nvSpPr>
        <p:spPr>
          <a:xfrm>
            <a:off x="4574825" y="293423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tx1"/>
                </a:solidFill>
                <a:latin typeface="Poppins"/>
                <a:ea typeface="Poppins"/>
                <a:cs typeface="Poppins"/>
                <a:sym typeface="Poppins"/>
              </a:rPr>
              <a:t>2</a:t>
            </a:r>
            <a:endParaRPr sz="933" b="0" i="0" u="none" strike="noStrike" cap="none" dirty="0">
              <a:solidFill>
                <a:schemeClr val="tx1"/>
              </a:solidFill>
              <a:latin typeface="Arial"/>
              <a:ea typeface="Arial"/>
              <a:cs typeface="Arial"/>
              <a:sym typeface="Arial"/>
            </a:endParaRPr>
          </a:p>
        </p:txBody>
      </p:sp>
      <p:sp>
        <p:nvSpPr>
          <p:cNvPr id="17" name="Google Shape;237;p39">
            <a:extLst>
              <a:ext uri="{FF2B5EF4-FFF2-40B4-BE49-F238E27FC236}">
                <a16:creationId xmlns:a16="http://schemas.microsoft.com/office/drawing/2014/main" id="{2E8F90B6-2731-530A-A552-FC88DAE9F7F9}"/>
              </a:ext>
            </a:extLst>
          </p:cNvPr>
          <p:cNvSpPr txBox="1"/>
          <p:nvPr userDrawn="1"/>
        </p:nvSpPr>
        <p:spPr>
          <a:xfrm>
            <a:off x="4574825" y="413084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tx1"/>
                </a:solidFill>
                <a:latin typeface="Poppins"/>
                <a:ea typeface="Poppins"/>
                <a:cs typeface="Poppins"/>
                <a:sym typeface="Poppins"/>
              </a:rPr>
              <a:t>3</a:t>
            </a:r>
            <a:endParaRPr sz="933" b="0" i="0" u="none" strike="noStrike" cap="none" dirty="0">
              <a:solidFill>
                <a:schemeClr val="tx1"/>
              </a:solidFill>
              <a:latin typeface="Arial"/>
              <a:ea typeface="Arial"/>
              <a:cs typeface="Arial"/>
              <a:sym typeface="Arial"/>
            </a:endParaRPr>
          </a:p>
        </p:txBody>
      </p:sp>
      <p:sp>
        <p:nvSpPr>
          <p:cNvPr id="9" name="CaixaDeTexto 8">
            <a:extLst>
              <a:ext uri="{FF2B5EF4-FFF2-40B4-BE49-F238E27FC236}">
                <a16:creationId xmlns:a16="http://schemas.microsoft.com/office/drawing/2014/main" id="{7EBE2669-C701-CF93-6C9B-1A151924C387}"/>
              </a:ext>
            </a:extLst>
          </p:cNvPr>
          <p:cNvSpPr txBox="1"/>
          <p:nvPr userDrawn="1"/>
        </p:nvSpPr>
        <p:spPr>
          <a:xfrm>
            <a:off x="12302837" y="90516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3" name="Google Shape;689;p48">
            <a:extLst>
              <a:ext uri="{FF2B5EF4-FFF2-40B4-BE49-F238E27FC236}">
                <a16:creationId xmlns:a16="http://schemas.microsoft.com/office/drawing/2014/main" id="{30EC78F1-48F3-BDC0-6808-DE16B75E66A8}"/>
              </a:ext>
            </a:extLst>
          </p:cNvPr>
          <p:cNvSpPr txBox="1">
            <a:spLocks/>
          </p:cNvSpPr>
          <p:nvPr userDrawn="1"/>
        </p:nvSpPr>
        <p:spPr>
          <a:xfrm>
            <a:off x="918094" y="4658787"/>
            <a:ext cx="833169" cy="148759"/>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800">
                <a:solidFill>
                  <a:schemeClr val="bg1"/>
                </a:solidFill>
                <a:latin typeface="Poppins Light" panose="00000400000000000000" pitchFamily="2" charset="0"/>
                <a:cs typeface="Poppins Light" panose="00000400000000000000" pitchFamily="2" charset="0"/>
              </a:rPr>
              <a:t>© Getty </a:t>
            </a:r>
            <a:r>
              <a:rPr lang="pt-BR" sz="800" err="1">
                <a:solidFill>
                  <a:schemeClr val="bg1"/>
                </a:solidFill>
                <a:latin typeface="Poppins Light" panose="00000400000000000000" pitchFamily="2" charset="0"/>
                <a:cs typeface="Poppins Light" panose="00000400000000000000" pitchFamily="2" charset="0"/>
              </a:rPr>
              <a:t>Images</a:t>
            </a:r>
            <a:endParaRPr lang="pt-BR" sz="800">
              <a:solidFill>
                <a:schemeClr val="bg1"/>
              </a:solidFill>
              <a:latin typeface="Poppins Light" panose="00000400000000000000" pitchFamily="2" charset="0"/>
              <a:cs typeface="Poppins Light" panose="00000400000000000000" pitchFamily="2" charset="0"/>
            </a:endParaRPr>
          </a:p>
        </p:txBody>
      </p:sp>
      <p:sp>
        <p:nvSpPr>
          <p:cNvPr id="10" name="Retângulo: Cantos Arredondados 2">
            <a:extLst>
              <a:ext uri="{FF2B5EF4-FFF2-40B4-BE49-F238E27FC236}">
                <a16:creationId xmlns:a16="http://schemas.microsoft.com/office/drawing/2014/main" id="{B98F68A7-72BB-88D4-C2C1-181C7F5A6DC9}"/>
              </a:ext>
            </a:extLst>
          </p:cNvPr>
          <p:cNvSpPr/>
          <p:nvPr userDrawn="1"/>
        </p:nvSpPr>
        <p:spPr>
          <a:xfrm>
            <a:off x="1827147" y="369589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Google Shape;353;p32">
            <a:extLst>
              <a:ext uri="{FF2B5EF4-FFF2-40B4-BE49-F238E27FC236}">
                <a16:creationId xmlns:a16="http://schemas.microsoft.com/office/drawing/2014/main" id="{47EBAFFE-3256-A327-F6E6-CD0115E9F808}"/>
              </a:ext>
            </a:extLst>
          </p:cNvPr>
          <p:cNvSpPr txBox="1"/>
          <p:nvPr userDrawn="1"/>
        </p:nvSpPr>
        <p:spPr>
          <a:xfrm>
            <a:off x="2025947" y="3952324"/>
            <a:ext cx="2001764" cy="107702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noProof="0" dirty="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noProof="0" dirty="0">
                <a:solidFill>
                  <a:schemeClr val="lt1"/>
                </a:solidFill>
                <a:latin typeface="Poppins"/>
                <a:ea typeface="Poppins"/>
                <a:cs typeface="Poppins"/>
                <a:sym typeface="Poppins"/>
              </a:rPr>
              <a:t>aprendemos hoje?</a:t>
            </a:r>
            <a:endParaRPr lang="pt-BR" sz="2333" b="0" i="0" u="none" strike="noStrike" cap="none" noProof="0"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0055881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3_Atividade_Seminario" userDrawn="1">
  <p:cSld name="4_Atividade_Seminario">
    <p:spTree>
      <p:nvGrpSpPr>
        <p:cNvPr id="1" name="Shape 353"/>
        <p:cNvGrpSpPr/>
        <p:nvPr/>
      </p:nvGrpSpPr>
      <p:grpSpPr>
        <a:xfrm>
          <a:off x="0" y="0"/>
          <a:ext cx="0" cy="0"/>
          <a:chOff x="0" y="0"/>
          <a:chExt cx="0" cy="0"/>
        </a:xfrm>
      </p:grpSpPr>
      <p:pic>
        <p:nvPicPr>
          <p:cNvPr id="4" name="Google Shape;22;p4">
            <a:extLst>
              <a:ext uri="{FF2B5EF4-FFF2-40B4-BE49-F238E27FC236}">
                <a16:creationId xmlns:a16="http://schemas.microsoft.com/office/drawing/2014/main" id="{96D0DE7F-92AF-A646-0FF2-A77FC5D24715}"/>
              </a:ext>
            </a:extLst>
          </p:cNvPr>
          <p:cNvPicPr preferRelativeResize="0"/>
          <p:nvPr userDrawn="1"/>
        </p:nvPicPr>
        <p:blipFill rotWithShape="1">
          <a:blip r:embed="rId2">
            <a:alphaModFix/>
          </a:blip>
          <a:srcRect b="91713"/>
          <a:stretch/>
        </p:blipFill>
        <p:spPr>
          <a:xfrm>
            <a:off x="0" y="0"/>
            <a:ext cx="12192000" cy="568301"/>
          </a:xfrm>
          <a:prstGeom prst="rect">
            <a:avLst/>
          </a:prstGeom>
          <a:noFill/>
          <a:ln>
            <a:noFill/>
          </a:ln>
        </p:spPr>
      </p:pic>
      <p:pic>
        <p:nvPicPr>
          <p:cNvPr id="7" name="Google Shape;23;p4">
            <a:extLst>
              <a:ext uri="{FF2B5EF4-FFF2-40B4-BE49-F238E27FC236}">
                <a16:creationId xmlns:a16="http://schemas.microsoft.com/office/drawing/2014/main" id="{79131217-7207-B376-583C-711407C37445}"/>
              </a:ext>
            </a:extLst>
          </p:cNvPr>
          <p:cNvPicPr preferRelativeResize="0"/>
          <p:nvPr userDrawn="1"/>
        </p:nvPicPr>
        <p:blipFill rotWithShape="1">
          <a:blip r:embed="rId2">
            <a:alphaModFix/>
          </a:blip>
          <a:srcRect t="69153" b="22164"/>
          <a:stretch/>
        </p:blipFill>
        <p:spPr>
          <a:xfrm>
            <a:off x="0" y="6262650"/>
            <a:ext cx="12192000" cy="595350"/>
          </a:xfrm>
          <a:prstGeom prst="rect">
            <a:avLst/>
          </a:prstGeom>
          <a:noFill/>
          <a:ln>
            <a:noFill/>
          </a:ln>
        </p:spPr>
      </p:pic>
      <p:sp>
        <p:nvSpPr>
          <p:cNvPr id="397" name="Google Shape;397;p33"/>
          <p:cNvSpPr txBox="1">
            <a:spLocks noGrp="1"/>
          </p:cNvSpPr>
          <p:nvPr>
            <p:ph type="body" idx="5"/>
          </p:nvPr>
        </p:nvSpPr>
        <p:spPr>
          <a:xfrm>
            <a:off x="1450528" y="1854200"/>
            <a:ext cx="8305873" cy="382291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347"/>
              </a:spcBef>
              <a:spcAft>
                <a:spcPts val="0"/>
              </a:spcAft>
              <a:buClr>
                <a:schemeClr val="dk1"/>
              </a:buClr>
              <a:buSzPts val="2600"/>
              <a:buFont typeface="Poppins"/>
              <a:buNone/>
              <a:defRPr sz="1700"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 name="Google Shape;624;p42">
            <a:extLst>
              <a:ext uri="{FF2B5EF4-FFF2-40B4-BE49-F238E27FC236}">
                <a16:creationId xmlns:a16="http://schemas.microsoft.com/office/drawing/2014/main" id="{690D8EE8-5EA4-845E-6984-D0C986969508}"/>
              </a:ext>
            </a:extLst>
          </p:cNvPr>
          <p:cNvSpPr txBox="1"/>
          <p:nvPr userDrawn="1"/>
        </p:nvSpPr>
        <p:spPr>
          <a:xfrm>
            <a:off x="1450528" y="1180890"/>
            <a:ext cx="6345600"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3200" b="1" i="0" u="none" strike="noStrike" cap="none" noProof="0" dirty="0">
                <a:solidFill>
                  <a:srgbClr val="FF161F"/>
                </a:solidFill>
                <a:latin typeface="Poppins"/>
                <a:ea typeface="Poppins"/>
                <a:cs typeface="Poppins"/>
                <a:sym typeface="Poppins"/>
              </a:rPr>
              <a:t>Referências</a:t>
            </a:r>
            <a:r>
              <a:rPr lang="en-US" sz="3200" b="1" i="0" u="none" strike="noStrike" cap="none" dirty="0">
                <a:solidFill>
                  <a:srgbClr val="FF161F"/>
                </a:solidFill>
                <a:latin typeface="Poppins"/>
                <a:ea typeface="Poppins"/>
                <a:cs typeface="Poppins"/>
                <a:sym typeface="Poppins"/>
              </a:rPr>
              <a:t> da aula</a:t>
            </a:r>
            <a:endParaRPr sz="3200" b="0" i="0" u="none" strike="noStrike" cap="none" dirty="0">
              <a:solidFill>
                <a:srgbClr val="FF161F"/>
              </a:solidFill>
              <a:latin typeface="Poppins"/>
              <a:ea typeface="Poppins"/>
              <a:cs typeface="Poppins"/>
              <a:sym typeface="Poppins"/>
            </a:endParaRPr>
          </a:p>
        </p:txBody>
      </p:sp>
    </p:spTree>
    <p:extLst>
      <p:ext uri="{BB962C8B-B14F-4D97-AF65-F5344CB8AC3E}">
        <p14:creationId xmlns:p14="http://schemas.microsoft.com/office/powerpoint/2010/main" val="6593096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adro" preserve="1">
  <p:cSld name="1_Quadro">
    <p:spTree>
      <p:nvGrpSpPr>
        <p:cNvPr id="1" name="Shape 206"/>
        <p:cNvGrpSpPr/>
        <p:nvPr/>
      </p:nvGrpSpPr>
      <p:grpSpPr>
        <a:xfrm>
          <a:off x="0" y="0"/>
          <a:ext cx="0" cy="0"/>
          <a:chOff x="0" y="0"/>
          <a:chExt cx="0" cy="0"/>
        </a:xfrm>
      </p:grpSpPr>
      <p:pic>
        <p:nvPicPr>
          <p:cNvPr id="2" name="Google Shape;203;p21">
            <a:extLst>
              <a:ext uri="{FF2B5EF4-FFF2-40B4-BE49-F238E27FC236}">
                <a16:creationId xmlns:a16="http://schemas.microsoft.com/office/drawing/2014/main" id="{8D5E974E-0E21-1DAA-9259-DA7B8319247D}"/>
              </a:ext>
            </a:extLst>
          </p:cNvPr>
          <p:cNvPicPr preferRelativeResize="0"/>
          <p:nvPr userDrawn="1"/>
        </p:nvPicPr>
        <p:blipFill rotWithShape="1">
          <a:blip r:embed="rId2">
            <a:alphaModFix/>
          </a:blip>
          <a:srcRect l="4537" t="14556" r="41611" b="16115"/>
          <a:stretch/>
        </p:blipFill>
        <p:spPr>
          <a:xfrm rot="10800000">
            <a:off x="4" y="0"/>
            <a:ext cx="12192000" cy="6857989"/>
          </a:xfrm>
          <a:prstGeom prst="rect">
            <a:avLst/>
          </a:prstGeom>
          <a:noFill/>
          <a:ln>
            <a:noFill/>
          </a:ln>
        </p:spPr>
      </p:pic>
      <p:sp>
        <p:nvSpPr>
          <p:cNvPr id="208" name="Google Shape;208;p17"/>
          <p:cNvSpPr txBox="1">
            <a:spLocks noGrp="1"/>
          </p:cNvSpPr>
          <p:nvPr>
            <p:ph type="body" idx="1"/>
          </p:nvPr>
        </p:nvSpPr>
        <p:spPr>
          <a:xfrm>
            <a:off x="500292" y="3098664"/>
            <a:ext cx="2601182" cy="1303521"/>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609630" marR="0" lvl="1"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2pPr>
            <a:lvl3pPr marL="914446" marR="0" lvl="2"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3pPr>
            <a:lvl4pPr marL="1219261" marR="0" lvl="3"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4pPr>
            <a:lvl5pPr marL="1524076" marR="0" lvl="4"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5pPr>
            <a:lvl6pPr marL="1828891" marR="0" lvl="5"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6pPr>
            <a:lvl7pPr marL="2133707" marR="0" lvl="6"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7pPr>
            <a:lvl8pPr marL="2438522" marR="0" lvl="7"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8pPr>
            <a:lvl9pPr marL="2743337" marR="0" lvl="8" indent="-152408" algn="l" rtl="0">
              <a:lnSpc>
                <a:spcPct val="100000"/>
              </a:lnSpc>
              <a:spcBef>
                <a:spcPts val="0"/>
              </a:spcBef>
              <a:spcAft>
                <a:spcPts val="0"/>
              </a:spcAft>
              <a:buSzPts val="1400"/>
              <a:buFont typeface="Poppins"/>
              <a:buNone/>
              <a:defRPr sz="933" i="0" u="none" strike="noStrike" cap="none">
                <a:solidFill>
                  <a:srgbClr val="000000"/>
                </a:solidFill>
                <a:latin typeface="Poppins"/>
                <a:ea typeface="Poppins"/>
                <a:cs typeface="Poppins"/>
                <a:sym typeface="Poppins"/>
              </a:defRPr>
            </a:lvl9pPr>
          </a:lstStyle>
          <a:p>
            <a:endParaRPr/>
          </a:p>
        </p:txBody>
      </p:sp>
      <p:sp>
        <p:nvSpPr>
          <p:cNvPr id="3" name="Retângulo: Cantos Arredondados 6">
            <a:extLst>
              <a:ext uri="{FF2B5EF4-FFF2-40B4-BE49-F238E27FC236}">
                <a16:creationId xmlns:a16="http://schemas.microsoft.com/office/drawing/2014/main" id="{6B275A4B-7690-B54C-5897-3E75FBADBDE6}"/>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Google Shape;101;p34">
            <a:extLst>
              <a:ext uri="{FF2B5EF4-FFF2-40B4-BE49-F238E27FC236}">
                <a16:creationId xmlns:a16="http://schemas.microsoft.com/office/drawing/2014/main" id="{2F2C9386-63F0-BB57-7D81-20ABD9CFE679}"/>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9673880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e Conteúdo" preserve="1" userDrawn="1">
  <p:cSld name="1_Título e Conteúdo">
    <p:spTree>
      <p:nvGrpSpPr>
        <p:cNvPr id="1" name="Shape 14"/>
        <p:cNvGrpSpPr/>
        <p:nvPr/>
      </p:nvGrpSpPr>
      <p:grpSpPr>
        <a:xfrm>
          <a:off x="0" y="0"/>
          <a:ext cx="0" cy="0"/>
          <a:chOff x="0" y="0"/>
          <a:chExt cx="0" cy="0"/>
        </a:xfrm>
      </p:grpSpPr>
      <p:pic>
        <p:nvPicPr>
          <p:cNvPr id="2" name="Google Shape;22;p4">
            <a:extLst>
              <a:ext uri="{FF2B5EF4-FFF2-40B4-BE49-F238E27FC236}">
                <a16:creationId xmlns:a16="http://schemas.microsoft.com/office/drawing/2014/main" id="{5E705E55-01E4-945B-7072-330DFCE9FFC9}"/>
              </a:ext>
            </a:extLst>
          </p:cNvPr>
          <p:cNvPicPr preferRelativeResize="0"/>
          <p:nvPr userDrawn="1"/>
        </p:nvPicPr>
        <p:blipFill rotWithShape="1">
          <a:blip r:embed="rId2">
            <a:alphaModFix/>
          </a:blip>
          <a:srcRect b="91713"/>
          <a:stretch/>
        </p:blipFill>
        <p:spPr>
          <a:xfrm>
            <a:off x="0" y="0"/>
            <a:ext cx="12192000" cy="568301"/>
          </a:xfrm>
          <a:prstGeom prst="rect">
            <a:avLst/>
          </a:prstGeom>
          <a:noFill/>
          <a:ln>
            <a:noFill/>
          </a:ln>
        </p:spPr>
      </p:pic>
      <p:pic>
        <p:nvPicPr>
          <p:cNvPr id="3" name="Google Shape;23;p4">
            <a:extLst>
              <a:ext uri="{FF2B5EF4-FFF2-40B4-BE49-F238E27FC236}">
                <a16:creationId xmlns:a16="http://schemas.microsoft.com/office/drawing/2014/main" id="{F49E36B5-2934-9CA4-7B2E-4F438B27C5EB}"/>
              </a:ext>
            </a:extLst>
          </p:cNvPr>
          <p:cNvPicPr preferRelativeResize="0"/>
          <p:nvPr userDrawn="1"/>
        </p:nvPicPr>
        <p:blipFill rotWithShape="1">
          <a:blip r:embed="rId2">
            <a:alphaModFix/>
          </a:blip>
          <a:srcRect t="69153" b="22164"/>
          <a:stretch/>
        </p:blipFill>
        <p:spPr>
          <a:xfrm>
            <a:off x="0" y="6262650"/>
            <a:ext cx="12192000" cy="595350"/>
          </a:xfrm>
          <a:prstGeom prst="rect">
            <a:avLst/>
          </a:prstGeom>
          <a:noFill/>
          <a:ln>
            <a:noFill/>
          </a:ln>
        </p:spPr>
      </p:pic>
      <p:sp>
        <p:nvSpPr>
          <p:cNvPr id="5" name="Espaço Reservado para Imagem 4">
            <a:extLst>
              <a:ext uri="{FF2B5EF4-FFF2-40B4-BE49-F238E27FC236}">
                <a16:creationId xmlns:a16="http://schemas.microsoft.com/office/drawing/2014/main" id="{77D9E9D2-505F-0E7C-E845-C5678130B473}"/>
              </a:ext>
            </a:extLst>
          </p:cNvPr>
          <p:cNvSpPr>
            <a:spLocks noGrp="1"/>
          </p:cNvSpPr>
          <p:nvPr>
            <p:ph type="pic" sz="quarter" idx="4294967295"/>
          </p:nvPr>
        </p:nvSpPr>
        <p:spPr>
          <a:xfrm>
            <a:off x="2805141" y="2431243"/>
            <a:ext cx="9004568" cy="3295901"/>
          </a:xfrm>
          <a:prstGeom prst="rect">
            <a:avLst/>
          </a:prstGeom>
          <a:solidFill>
            <a:schemeClr val="bg1">
              <a:lumMod val="85000"/>
            </a:schemeClr>
          </a:solidFill>
        </p:spPr>
        <p:txBody>
          <a:bodyPr/>
          <a:lstStyle>
            <a:lvl1pPr>
              <a:defRPr sz="1200">
                <a:latin typeface="Poppins" pitchFamily="2" charset="77"/>
                <a:cs typeface="Poppins" pitchFamily="2" charset="77"/>
              </a:defRPr>
            </a:lvl1pPr>
          </a:lstStyle>
          <a:p>
            <a:endParaRPr lang="pt-BR" dirty="0"/>
          </a:p>
        </p:txBody>
      </p:sp>
      <p:sp>
        <p:nvSpPr>
          <p:cNvPr id="7" name="Espaço Reservado para Texto 8">
            <a:extLst>
              <a:ext uri="{FF2B5EF4-FFF2-40B4-BE49-F238E27FC236}">
                <a16:creationId xmlns:a16="http://schemas.microsoft.com/office/drawing/2014/main" id="{B79890C7-E0F3-5660-10F8-DFF87BDACA49}"/>
              </a:ext>
            </a:extLst>
          </p:cNvPr>
          <p:cNvSpPr>
            <a:spLocks noGrp="1"/>
          </p:cNvSpPr>
          <p:nvPr>
            <p:ph type="body" sz="quarter" idx="11"/>
          </p:nvPr>
        </p:nvSpPr>
        <p:spPr>
          <a:xfrm>
            <a:off x="2805142" y="5860191"/>
            <a:ext cx="9004801" cy="279351"/>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8" name="Espaço Reservado para Texto 8">
            <a:extLst>
              <a:ext uri="{FF2B5EF4-FFF2-40B4-BE49-F238E27FC236}">
                <a16:creationId xmlns:a16="http://schemas.microsoft.com/office/drawing/2014/main" id="{54D85AE8-3082-9CC0-AA41-526BEEC898CE}"/>
              </a:ext>
            </a:extLst>
          </p:cNvPr>
          <p:cNvSpPr>
            <a:spLocks noGrp="1"/>
          </p:cNvSpPr>
          <p:nvPr>
            <p:ph type="body" sz="quarter" idx="10"/>
          </p:nvPr>
        </p:nvSpPr>
        <p:spPr>
          <a:xfrm>
            <a:off x="2805142" y="823383"/>
            <a:ext cx="9004801" cy="1363119"/>
          </a:xfrm>
          <a:prstGeom prst="rect">
            <a:avLst/>
          </a:prstGeom>
        </p:spPr>
        <p:txBody>
          <a:bodyPr/>
          <a:lstStyle>
            <a:lvl1pPr>
              <a:defRPr sz="1600" b="0" i="0">
                <a:latin typeface="Poppins" pitchFamily="2" charset="77"/>
                <a:cs typeface="Poppins" pitchFamily="2" charset="77"/>
              </a:defRPr>
            </a:lvl1pPr>
          </a:lstStyle>
          <a:p>
            <a:pPr lvl="0"/>
            <a:endParaRPr lang="pt-BR"/>
          </a:p>
        </p:txBody>
      </p:sp>
      <p:sp>
        <p:nvSpPr>
          <p:cNvPr id="9" name="Retângulo: Cantos Arredondados 6">
            <a:extLst>
              <a:ext uri="{FF2B5EF4-FFF2-40B4-BE49-F238E27FC236}">
                <a16:creationId xmlns:a16="http://schemas.microsoft.com/office/drawing/2014/main" id="{20A1A7A8-A6B1-6E0B-7995-AFB659D2B7F2}"/>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Google Shape;101;p34">
            <a:extLst>
              <a:ext uri="{FF2B5EF4-FFF2-40B4-BE49-F238E27FC236}">
                <a16:creationId xmlns:a16="http://schemas.microsoft.com/office/drawing/2014/main" id="{31CE1242-71E6-C62C-E193-A902C7BDE2A0}"/>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0210429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4135395" y="-103796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Tree>
    <p:extLst>
      <p:ext uri="{BB962C8B-B14F-4D97-AF65-F5344CB8AC3E}">
        <p14:creationId xmlns:p14="http://schemas.microsoft.com/office/powerpoint/2010/main" val="13589449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ítulo e Conteúdo" userDrawn="1">
  <p:cSld name="1_Título e Conteúdo">
    <p:spTree>
      <p:nvGrpSpPr>
        <p:cNvPr id="1" name="Shape 14"/>
        <p:cNvGrpSpPr/>
        <p:nvPr/>
      </p:nvGrpSpPr>
      <p:grpSpPr>
        <a:xfrm>
          <a:off x="0" y="0"/>
          <a:ext cx="0" cy="0"/>
          <a:chOff x="0" y="0"/>
          <a:chExt cx="0" cy="0"/>
        </a:xfrm>
      </p:grpSpPr>
      <p:pic>
        <p:nvPicPr>
          <p:cNvPr id="2" name="Google Shape;22;p4">
            <a:extLst>
              <a:ext uri="{FF2B5EF4-FFF2-40B4-BE49-F238E27FC236}">
                <a16:creationId xmlns:a16="http://schemas.microsoft.com/office/drawing/2014/main" id="{4774E8B0-98E0-7A0D-DD6A-31206E95DE3D}"/>
              </a:ext>
            </a:extLst>
          </p:cNvPr>
          <p:cNvPicPr preferRelativeResize="0"/>
          <p:nvPr userDrawn="1"/>
        </p:nvPicPr>
        <p:blipFill rotWithShape="1">
          <a:blip r:embed="rId2">
            <a:alphaModFix/>
          </a:blip>
          <a:srcRect b="91713"/>
          <a:stretch/>
        </p:blipFill>
        <p:spPr>
          <a:xfrm>
            <a:off x="0" y="0"/>
            <a:ext cx="12192000" cy="568301"/>
          </a:xfrm>
          <a:prstGeom prst="rect">
            <a:avLst/>
          </a:prstGeom>
          <a:noFill/>
          <a:ln>
            <a:noFill/>
          </a:ln>
        </p:spPr>
      </p:pic>
      <p:pic>
        <p:nvPicPr>
          <p:cNvPr id="7" name="Google Shape;23;p4">
            <a:extLst>
              <a:ext uri="{FF2B5EF4-FFF2-40B4-BE49-F238E27FC236}">
                <a16:creationId xmlns:a16="http://schemas.microsoft.com/office/drawing/2014/main" id="{54770894-68D4-3162-22A1-63B498C9AC03}"/>
              </a:ext>
            </a:extLst>
          </p:cNvPr>
          <p:cNvPicPr preferRelativeResize="0"/>
          <p:nvPr userDrawn="1"/>
        </p:nvPicPr>
        <p:blipFill rotWithShape="1">
          <a:blip r:embed="rId2">
            <a:alphaModFix/>
          </a:blip>
          <a:srcRect t="69153" b="22164"/>
          <a:stretch/>
        </p:blipFill>
        <p:spPr>
          <a:xfrm>
            <a:off x="0" y="6262650"/>
            <a:ext cx="12192000" cy="595350"/>
          </a:xfrm>
          <a:prstGeom prst="rect">
            <a:avLst/>
          </a:prstGeom>
          <a:noFill/>
          <a:ln>
            <a:noFill/>
          </a:ln>
        </p:spPr>
      </p:pic>
      <p:sp>
        <p:nvSpPr>
          <p:cNvPr id="13" name="Espaço Reservado para Texto 12">
            <a:extLst>
              <a:ext uri="{FF2B5EF4-FFF2-40B4-BE49-F238E27FC236}">
                <a16:creationId xmlns:a16="http://schemas.microsoft.com/office/drawing/2014/main" id="{1C904D48-A0F9-60D5-EB49-9DF762449177}"/>
              </a:ext>
            </a:extLst>
          </p:cNvPr>
          <p:cNvSpPr>
            <a:spLocks noGrp="1"/>
          </p:cNvSpPr>
          <p:nvPr>
            <p:ph type="body" sz="quarter" idx="10"/>
          </p:nvPr>
        </p:nvSpPr>
        <p:spPr>
          <a:xfrm>
            <a:off x="3178176" y="1031875"/>
            <a:ext cx="4616450" cy="536575"/>
          </a:xfrm>
          <a:prstGeom prst="rect">
            <a:avLst/>
          </a:prstGeom>
        </p:spPr>
        <p:txBody>
          <a:bodyPr/>
          <a:lstStyle/>
          <a:p>
            <a:pPr lvl="0"/>
            <a:endParaRPr lang="pt-BR"/>
          </a:p>
        </p:txBody>
      </p:sp>
      <p:sp>
        <p:nvSpPr>
          <p:cNvPr id="3" name="Retângulo: Cantos Arredondados 6">
            <a:extLst>
              <a:ext uri="{FF2B5EF4-FFF2-40B4-BE49-F238E27FC236}">
                <a16:creationId xmlns:a16="http://schemas.microsoft.com/office/drawing/2014/main" id="{087C939B-3A56-0228-0A84-E9011EFDFCD1}"/>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Google Shape;101;p34">
            <a:extLst>
              <a:ext uri="{FF2B5EF4-FFF2-40B4-BE49-F238E27FC236}">
                <a16:creationId xmlns:a16="http://schemas.microsoft.com/office/drawing/2014/main" id="{87392B7F-CF2B-644A-35D8-53F22A186347}"/>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7298997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3_Atividade_seminario2" userDrawn="1">
  <p:cSld name="3_Atividade_seminario2">
    <p:spTree>
      <p:nvGrpSpPr>
        <p:cNvPr id="1" name="Shape 452"/>
        <p:cNvGrpSpPr/>
        <p:nvPr/>
      </p:nvGrpSpPr>
      <p:grpSpPr>
        <a:xfrm>
          <a:off x="0" y="0"/>
          <a:ext cx="0" cy="0"/>
          <a:chOff x="0" y="0"/>
          <a:chExt cx="0" cy="0"/>
        </a:xfrm>
      </p:grpSpPr>
      <p:pic>
        <p:nvPicPr>
          <p:cNvPr id="5" name="Google Shape;22;p4">
            <a:extLst>
              <a:ext uri="{FF2B5EF4-FFF2-40B4-BE49-F238E27FC236}">
                <a16:creationId xmlns:a16="http://schemas.microsoft.com/office/drawing/2014/main" id="{B36FC4F7-12D0-9D87-77F5-84F03FCC4B22}"/>
              </a:ext>
            </a:extLst>
          </p:cNvPr>
          <p:cNvPicPr preferRelativeResize="0"/>
          <p:nvPr userDrawn="1"/>
        </p:nvPicPr>
        <p:blipFill rotWithShape="1">
          <a:blip r:embed="rId2">
            <a:alphaModFix/>
          </a:blip>
          <a:srcRect b="91713"/>
          <a:stretch/>
        </p:blipFill>
        <p:spPr>
          <a:xfrm>
            <a:off x="0" y="0"/>
            <a:ext cx="12192000" cy="568301"/>
          </a:xfrm>
          <a:prstGeom prst="rect">
            <a:avLst/>
          </a:prstGeom>
          <a:noFill/>
          <a:ln>
            <a:noFill/>
          </a:ln>
        </p:spPr>
      </p:pic>
      <p:pic>
        <p:nvPicPr>
          <p:cNvPr id="6" name="Google Shape;23;p4">
            <a:extLst>
              <a:ext uri="{FF2B5EF4-FFF2-40B4-BE49-F238E27FC236}">
                <a16:creationId xmlns:a16="http://schemas.microsoft.com/office/drawing/2014/main" id="{2B016A40-80F4-2C44-91CC-E0383C166B36}"/>
              </a:ext>
            </a:extLst>
          </p:cNvPr>
          <p:cNvPicPr preferRelativeResize="0"/>
          <p:nvPr userDrawn="1"/>
        </p:nvPicPr>
        <p:blipFill rotWithShape="1">
          <a:blip r:embed="rId2">
            <a:alphaModFix/>
          </a:blip>
          <a:srcRect t="69153" b="22164"/>
          <a:stretch/>
        </p:blipFill>
        <p:spPr>
          <a:xfrm>
            <a:off x="0" y="6262650"/>
            <a:ext cx="12192000" cy="595350"/>
          </a:xfrm>
          <a:prstGeom prst="rect">
            <a:avLst/>
          </a:prstGeom>
          <a:noFill/>
          <a:ln>
            <a:noFill/>
          </a:ln>
        </p:spPr>
      </p:pic>
      <p:sp>
        <p:nvSpPr>
          <p:cNvPr id="461" name="Google Shape;461;p35"/>
          <p:cNvSpPr txBox="1">
            <a:spLocks noGrp="1"/>
          </p:cNvSpPr>
          <p:nvPr>
            <p:ph type="body" idx="1"/>
          </p:nvPr>
        </p:nvSpPr>
        <p:spPr>
          <a:xfrm>
            <a:off x="5327897" y="1310099"/>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64" name="Google Shape;464;p35"/>
          <p:cNvSpPr txBox="1">
            <a:spLocks noGrp="1"/>
          </p:cNvSpPr>
          <p:nvPr>
            <p:ph type="body" idx="2"/>
          </p:nvPr>
        </p:nvSpPr>
        <p:spPr>
          <a:xfrm>
            <a:off x="5327897" y="2714368"/>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67" name="Google Shape;467;p35"/>
          <p:cNvSpPr txBox="1">
            <a:spLocks noGrp="1"/>
          </p:cNvSpPr>
          <p:nvPr>
            <p:ph type="body" idx="3"/>
          </p:nvPr>
        </p:nvSpPr>
        <p:spPr>
          <a:xfrm>
            <a:off x="5327897" y="4152739"/>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0" name="Google Shape;470;p35"/>
          <p:cNvSpPr txBox="1">
            <a:spLocks noGrp="1"/>
          </p:cNvSpPr>
          <p:nvPr>
            <p:ph type="body" idx="4"/>
          </p:nvPr>
        </p:nvSpPr>
        <p:spPr>
          <a:xfrm>
            <a:off x="5327897" y="5557008"/>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1" name="Google Shape;471;p35"/>
          <p:cNvSpPr txBox="1">
            <a:spLocks noGrp="1"/>
          </p:cNvSpPr>
          <p:nvPr>
            <p:ph type="body" idx="5"/>
          </p:nvPr>
        </p:nvSpPr>
        <p:spPr>
          <a:xfrm>
            <a:off x="526578" y="3658093"/>
            <a:ext cx="2403423" cy="264240"/>
          </a:xfrm>
          <a:prstGeom prst="rect">
            <a:avLst/>
          </a:prstGeom>
          <a:noFill/>
          <a:ln>
            <a:noFill/>
          </a:ln>
        </p:spPr>
        <p:txBody>
          <a:bodyPr spcFirstLastPara="1" wrap="square" lIns="0" tIns="0" rIns="0" bIns="0" anchor="t" anchorCtr="0">
            <a:spAutoFit/>
          </a:bodyPr>
          <a:lstStyle>
            <a:lvl1pPr marL="0" marR="0" lvl="0" indent="-152408" algn="l" rtl="0">
              <a:lnSpc>
                <a:spcPct val="100000"/>
              </a:lnSpc>
              <a:spcBef>
                <a:spcPts val="293"/>
              </a:spcBef>
              <a:spcAft>
                <a:spcPts val="0"/>
              </a:spcAft>
              <a:buClr>
                <a:schemeClr val="dk1"/>
              </a:buClr>
              <a:buSzPts val="2200"/>
              <a:buFont typeface="Poppins"/>
              <a:buNone/>
              <a:defRPr sz="1467"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2" name="Google Shape;472;p35"/>
          <p:cNvSpPr txBox="1">
            <a:spLocks noGrp="1"/>
          </p:cNvSpPr>
          <p:nvPr>
            <p:ph type="body" idx="6" hasCustomPrompt="1"/>
          </p:nvPr>
        </p:nvSpPr>
        <p:spPr>
          <a:xfrm>
            <a:off x="854491" y="4775003"/>
            <a:ext cx="1733054" cy="274027"/>
          </a:xfrm>
          <a:prstGeom prst="rect">
            <a:avLst/>
          </a:prstGeom>
          <a:noFill/>
          <a:ln>
            <a:noFill/>
          </a:ln>
        </p:spPr>
        <p:txBody>
          <a:bodyPr spcFirstLastPara="1" wrap="square" lIns="91425" tIns="45700" rIns="91425" bIns="45700" anchor="t" anchorCtr="0">
            <a:noAutofit/>
          </a:bodyPr>
          <a:lstStyle>
            <a:lvl1pPr marL="0" marR="0" lvl="0" indent="-152408" algn="l" rtl="0">
              <a:lnSpc>
                <a:spcPct val="100000"/>
              </a:lnSpc>
              <a:spcBef>
                <a:spcPts val="227"/>
              </a:spcBef>
              <a:spcAft>
                <a:spcPts val="0"/>
              </a:spcAft>
              <a:buClr>
                <a:schemeClr val="dk1"/>
              </a:buClr>
              <a:buSzPts val="1700"/>
              <a:buFont typeface="Poppins"/>
              <a:buNone/>
              <a:defRPr sz="1133" b="1" i="0" u="none" strike="noStrike" cap="none">
                <a:solidFill>
                  <a:schemeClr val="tx1"/>
                </a:solidFill>
                <a:latin typeface="Poppins"/>
                <a:ea typeface="Poppins"/>
                <a:cs typeface="Poppins"/>
                <a:sym typeface="Poppins"/>
              </a:defRPr>
            </a:lvl1pPr>
            <a:lvl2pPr marL="609630" marR="0" lvl="1"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2pPr>
            <a:lvl3pPr marL="914446" marR="0" lvl="2"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3pPr>
            <a:lvl4pPr marL="1219261" marR="0" lvl="3"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4pPr>
            <a:lvl5pPr marL="1524076" marR="0" lvl="4"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pPr marL="0" marR="0" lvl="0" indent="-152408" algn="l" defTabSz="609630" rtl="0" eaLnBrk="1" fontAlgn="auto" latinLnBrk="0" hangingPunct="1">
              <a:lnSpc>
                <a:spcPct val="100000"/>
              </a:lnSpc>
              <a:spcBef>
                <a:spcPts val="227"/>
              </a:spcBef>
              <a:spcAft>
                <a:spcPts val="0"/>
              </a:spcAft>
              <a:buClr>
                <a:schemeClr val="dk1"/>
              </a:buClr>
              <a:buSzPts val="1700"/>
              <a:buFont typeface="Poppins"/>
              <a:buNone/>
              <a:tabLst/>
              <a:defRPr/>
            </a:pPr>
            <a:r>
              <a:rPr lang="pt-BR"/>
              <a:t>Próxima aula</a:t>
            </a:r>
          </a:p>
          <a:p>
            <a:endParaRPr/>
          </a:p>
        </p:txBody>
      </p:sp>
      <p:sp>
        <p:nvSpPr>
          <p:cNvPr id="473" name="Google Shape;473;p35"/>
          <p:cNvSpPr txBox="1">
            <a:spLocks noGrp="1"/>
          </p:cNvSpPr>
          <p:nvPr>
            <p:ph type="body" idx="7" hasCustomPrompt="1"/>
          </p:nvPr>
        </p:nvSpPr>
        <p:spPr>
          <a:xfrm>
            <a:off x="882213" y="5217603"/>
            <a:ext cx="1705332" cy="274027"/>
          </a:xfrm>
          <a:prstGeom prst="rect">
            <a:avLst/>
          </a:prstGeom>
          <a:noFill/>
          <a:ln>
            <a:noFill/>
          </a:ln>
        </p:spPr>
        <p:txBody>
          <a:bodyPr spcFirstLastPara="1" wrap="square" lIns="91425" tIns="45700" rIns="91425" bIns="45700" anchor="t" anchorCtr="0">
            <a:noAutofit/>
          </a:bodyPr>
          <a:lstStyle>
            <a:lvl1pPr marL="0" marR="0" lvl="0" indent="-152408" algn="l" rtl="0">
              <a:lnSpc>
                <a:spcPct val="100000"/>
              </a:lnSpc>
              <a:spcBef>
                <a:spcPts val="227"/>
              </a:spcBef>
              <a:spcAft>
                <a:spcPts val="0"/>
              </a:spcAft>
              <a:buClr>
                <a:schemeClr val="dk1"/>
              </a:buClr>
              <a:buSzPts val="1700"/>
              <a:buFont typeface="Poppins"/>
              <a:buNone/>
              <a:defRPr sz="1133" b="1" i="0" u="none" strike="noStrike" cap="none">
                <a:solidFill>
                  <a:schemeClr val="tx1"/>
                </a:solidFill>
                <a:latin typeface="Poppins"/>
                <a:ea typeface="Poppins"/>
                <a:cs typeface="Poppins"/>
                <a:sym typeface="Poppins"/>
              </a:defRPr>
            </a:lvl1pPr>
            <a:lvl2pPr marL="609630" marR="0" lvl="1"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2pPr>
            <a:lvl3pPr marL="914446" marR="0" lvl="2"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3pPr>
            <a:lvl4pPr marL="1219261" marR="0" lvl="3"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4pPr>
            <a:lvl5pPr marL="1524076" marR="0" lvl="4"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pPr marL="0" marR="0" lvl="0" indent="0" algn="l" rtl="0">
              <a:lnSpc>
                <a:spcPct val="100000"/>
              </a:lnSpc>
              <a:spcBef>
                <a:spcPts val="227"/>
              </a:spcBef>
              <a:spcAft>
                <a:spcPts val="0"/>
              </a:spcAft>
              <a:buClr>
                <a:schemeClr val="dk1"/>
              </a:buClr>
              <a:buSzPts val="1700"/>
              <a:buFont typeface="Poppins"/>
              <a:buNone/>
            </a:pPr>
            <a:r>
              <a:rPr lang="pt-BR"/>
              <a:t>Em grupo</a:t>
            </a:r>
          </a:p>
          <a:p>
            <a:endParaRPr/>
          </a:p>
        </p:txBody>
      </p:sp>
      <p:sp>
        <p:nvSpPr>
          <p:cNvPr id="8" name="Retângulo: Cantos Arredondados 7">
            <a:extLst>
              <a:ext uri="{FF2B5EF4-FFF2-40B4-BE49-F238E27FC236}">
                <a16:creationId xmlns:a16="http://schemas.microsoft.com/office/drawing/2014/main" id="{4C8CD08A-3F10-4A8B-688E-11D98E6B6F32}"/>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Google Shape;207;p37">
            <a:extLst>
              <a:ext uri="{FF2B5EF4-FFF2-40B4-BE49-F238E27FC236}">
                <a16:creationId xmlns:a16="http://schemas.microsoft.com/office/drawing/2014/main" id="{CD428D5A-2D7B-61CC-B1A7-9CE312A98350}"/>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878912996"/>
      </p:ext>
    </p:extLst>
  </p:cSld>
  <p:clrMapOvr>
    <a:masterClrMapping/>
  </p:clrMapOvr>
  <p:extLst>
    <p:ext uri="{DCECCB84-F9BA-43D5-87BE-67443E8EF086}">
      <p15:sldGuideLst xmlns:p15="http://schemas.microsoft.com/office/powerpoint/2012/main">
        <p15:guide id="1" orient="horz" pos="2160">
          <p15:clr>
            <a:srgbClr val="FBAE40"/>
          </p15:clr>
        </p15:guide>
        <p15:guide id="2" pos="3477">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3" r:id="rId1"/>
    <p:sldLayoutId id="2147483648" r:id="rId2"/>
    <p:sldLayoutId id="2147483731" r:id="rId3"/>
    <p:sldLayoutId id="2147483710" r:id="rId4"/>
    <p:sldLayoutId id="2147483735" r:id="rId5"/>
    <p:sldLayoutId id="2147483712" r:id="rId6"/>
    <p:sldLayoutId id="2147483713" r:id="rId7"/>
    <p:sldLayoutId id="2147483701" r:id="rId8"/>
    <p:sldLayoutId id="2147483658" r:id="rId9"/>
    <p:sldLayoutId id="2147483705" r:id="rId10"/>
    <p:sldLayoutId id="2147483707" r:id="rId11"/>
    <p:sldLayoutId id="2147483754" r:id="rId12"/>
    <p:sldLayoutId id="2147483757" r:id="rId13"/>
    <p:sldLayoutId id="2147483730" r:id="rId14"/>
    <p:sldLayoutId id="2147483765" r:id="rId15"/>
    <p:sldLayoutId id="2147483766"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emf"/><Relationship Id="rId1" Type="http://schemas.openxmlformats.org/officeDocument/2006/relationships/slideLayout" Target="../slideLayouts/slideLayout15.xml"/><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emf"/><Relationship Id="rId1" Type="http://schemas.openxmlformats.org/officeDocument/2006/relationships/slideLayout" Target="../slideLayouts/slideLayout13.xml"/><Relationship Id="rId4" Type="http://schemas.openxmlformats.org/officeDocument/2006/relationships/image" Target="../media/image14.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6.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Wo7GOmuN-og" TargetMode="External"/><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svg"/><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4.xml"/><Relationship Id="rId5" Type="http://schemas.openxmlformats.org/officeDocument/2006/relationships/image" Target="../media/image25.sv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svg"/><Relationship Id="rId2" Type="http://schemas.openxmlformats.org/officeDocument/2006/relationships/notesSlide" Target="../notesSlides/notesSlide16.xml"/><Relationship Id="rId1" Type="http://schemas.openxmlformats.org/officeDocument/2006/relationships/slideLayout" Target="../slideLayouts/slideLayout14.xml"/><Relationship Id="rId6" Type="http://schemas.openxmlformats.org/officeDocument/2006/relationships/image" Target="../media/image23.png"/><Relationship Id="rId5" Type="http://schemas.openxmlformats.org/officeDocument/2006/relationships/image" Target="../media/image22.sv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2.svg"/><Relationship Id="rId2" Type="http://schemas.openxmlformats.org/officeDocument/2006/relationships/notesSlide" Target="../notesSlides/notesSlide17.xml"/><Relationship Id="rId1" Type="http://schemas.openxmlformats.org/officeDocument/2006/relationships/slideLayout" Target="../slideLayouts/slideLayout14.xml"/><Relationship Id="rId6" Type="http://schemas.openxmlformats.org/officeDocument/2006/relationships/image" Target="../media/image21.png"/><Relationship Id="rId5" Type="http://schemas.openxmlformats.org/officeDocument/2006/relationships/image" Target="../media/image26.sv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2886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2">
          <a:extLst>
            <a:ext uri="{FF2B5EF4-FFF2-40B4-BE49-F238E27FC236}">
              <a16:creationId xmlns:a16="http://schemas.microsoft.com/office/drawing/2014/main" id="{284367C3-E7DC-AAFD-9DC1-EA5F91DA7D50}"/>
            </a:ext>
          </a:extLst>
        </p:cNvPr>
        <p:cNvGrpSpPr/>
        <p:nvPr/>
      </p:nvGrpSpPr>
      <p:grpSpPr>
        <a:xfrm>
          <a:off x="0" y="0"/>
          <a:ext cx="0" cy="0"/>
          <a:chOff x="0" y="0"/>
          <a:chExt cx="0" cy="0"/>
        </a:xfrm>
      </p:grpSpPr>
      <p:sp>
        <p:nvSpPr>
          <p:cNvPr id="6" name="Google Shape;643;p43">
            <a:extLst>
              <a:ext uri="{FF2B5EF4-FFF2-40B4-BE49-F238E27FC236}">
                <a16:creationId xmlns:a16="http://schemas.microsoft.com/office/drawing/2014/main" id="{658385B2-F98F-2CC0-4961-91EA35AACEF0}"/>
              </a:ext>
            </a:extLst>
          </p:cNvPr>
          <p:cNvSpPr txBox="1">
            <a:spLocks/>
          </p:cNvSpPr>
          <p:nvPr/>
        </p:nvSpPr>
        <p:spPr>
          <a:xfrm>
            <a:off x="1018822" y="1522736"/>
            <a:ext cx="6003459" cy="535430"/>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sz="3000" dirty="0">
                <a:solidFill>
                  <a:srgbClr val="FF161F"/>
                </a:solidFill>
              </a:rPr>
              <a:t>Introdução à informática</a:t>
            </a:r>
          </a:p>
        </p:txBody>
      </p:sp>
      <p:sp>
        <p:nvSpPr>
          <p:cNvPr id="8" name="Google Shape;643;p43">
            <a:extLst>
              <a:ext uri="{FF2B5EF4-FFF2-40B4-BE49-F238E27FC236}">
                <a16:creationId xmlns:a16="http://schemas.microsoft.com/office/drawing/2014/main" id="{C36ED86A-4920-F21C-E57D-5FC2F0FAA24C}"/>
              </a:ext>
            </a:extLst>
          </p:cNvPr>
          <p:cNvSpPr txBox="1">
            <a:spLocks/>
          </p:cNvSpPr>
          <p:nvPr/>
        </p:nvSpPr>
        <p:spPr>
          <a:xfrm>
            <a:off x="613181" y="2221967"/>
            <a:ext cx="6814747" cy="469116"/>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609630">
              <a:buSzPts val="4500"/>
              <a:defRPr/>
            </a:pPr>
            <a:r>
              <a:rPr lang="pt-BR" sz="2400" b="1" dirty="0">
                <a:solidFill>
                  <a:schemeClr val="tx1"/>
                </a:solidFill>
                <a:latin typeface="Poppins" panose="00000500000000000000" pitchFamily="2" charset="0"/>
                <a:cs typeface="Poppins" pitchFamily="2" charset="77"/>
              </a:rPr>
              <a:t>Endereçamento e protocolos de rede</a:t>
            </a:r>
          </a:p>
        </p:txBody>
      </p:sp>
      <p:sp>
        <p:nvSpPr>
          <p:cNvPr id="9" name="Google Shape;644;p43">
            <a:extLst>
              <a:ext uri="{FF2B5EF4-FFF2-40B4-BE49-F238E27FC236}">
                <a16:creationId xmlns:a16="http://schemas.microsoft.com/office/drawing/2014/main" id="{B3A8990D-9DDB-FF3E-41A3-3020BBC483EB}"/>
              </a:ext>
            </a:extLst>
          </p:cNvPr>
          <p:cNvSpPr txBox="1">
            <a:spLocks/>
          </p:cNvSpPr>
          <p:nvPr/>
        </p:nvSpPr>
        <p:spPr>
          <a:xfrm>
            <a:off x="613179" y="2854884"/>
            <a:ext cx="6814747" cy="535430"/>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500"/>
              </a:spcBef>
              <a:spcAft>
                <a:spcPts val="0"/>
              </a:spcAft>
              <a:buClr>
                <a:schemeClr val="dk1"/>
              </a:buClr>
              <a:buSzPts val="2500"/>
              <a:buFont typeface="Arial"/>
              <a:buNone/>
              <a:defRPr sz="2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1"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Arial"/>
              <a:buChar char="•"/>
              <a:defRPr sz="2400" b="1"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defTabSz="609630">
              <a:spcBef>
                <a:spcPts val="0"/>
              </a:spcBef>
              <a:buClr>
                <a:srgbClr val="000000"/>
              </a:buClr>
              <a:defRPr/>
            </a:pPr>
            <a:r>
              <a:rPr lang="pt-BR" sz="1667" b="0" dirty="0">
                <a:solidFill>
                  <a:schemeClr val="bg1">
                    <a:lumMod val="75000"/>
                  </a:schemeClr>
                </a:solidFill>
                <a:latin typeface="Poppins Medium" panose="00000600000000000000" pitchFamily="2" charset="0"/>
                <a:cs typeface="Poppins Medium" panose="00000600000000000000" pitchFamily="2" charset="0"/>
              </a:rPr>
              <a:t>Aula 2: Protocolos: TCP/IP, UDP, DNS</a:t>
            </a:r>
          </a:p>
        </p:txBody>
      </p:sp>
      <p:sp>
        <p:nvSpPr>
          <p:cNvPr id="10" name="Google Shape;644;p43">
            <a:extLst>
              <a:ext uri="{FF2B5EF4-FFF2-40B4-BE49-F238E27FC236}">
                <a16:creationId xmlns:a16="http://schemas.microsoft.com/office/drawing/2014/main" id="{625633EA-5223-4DF7-77BD-2B62A252C422}"/>
              </a:ext>
            </a:extLst>
          </p:cNvPr>
          <p:cNvSpPr txBox="1">
            <a:spLocks/>
          </p:cNvSpPr>
          <p:nvPr/>
        </p:nvSpPr>
        <p:spPr>
          <a:xfrm>
            <a:off x="613179" y="3390314"/>
            <a:ext cx="6814747" cy="699232"/>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609630">
              <a:buSzPts val="2500"/>
              <a:defRPr/>
            </a:pPr>
            <a:r>
              <a:rPr lang="pt-BR" sz="1667" dirty="0">
                <a:latin typeface="Poppins" panose="00000500000000000000" pitchFamily="2" charset="0"/>
                <a:cs typeface="Poppins"/>
              </a:rPr>
              <a:t>Código da aula: DADOSANO1C1B2S8A2</a:t>
            </a:r>
          </a:p>
        </p:txBody>
      </p:sp>
    </p:spTree>
    <p:extLst>
      <p:ext uri="{BB962C8B-B14F-4D97-AF65-F5344CB8AC3E}">
        <p14:creationId xmlns:p14="http://schemas.microsoft.com/office/powerpoint/2010/main" val="9403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0AB46-723C-D016-C179-37BB74EFD2CB}"/>
            </a:ext>
          </a:extLst>
        </p:cNvPr>
        <p:cNvGrpSpPr/>
        <p:nvPr/>
      </p:nvGrpSpPr>
      <p:grpSpPr>
        <a:xfrm>
          <a:off x="0" y="0"/>
          <a:ext cx="0" cy="0"/>
          <a:chOff x="0" y="0"/>
          <a:chExt cx="0" cy="0"/>
        </a:xfrm>
      </p:grpSpPr>
      <p:sp>
        <p:nvSpPr>
          <p:cNvPr id="32" name="Retângulo: Cantos Arredondados 31">
            <a:extLst>
              <a:ext uri="{FF2B5EF4-FFF2-40B4-BE49-F238E27FC236}">
                <a16:creationId xmlns:a16="http://schemas.microsoft.com/office/drawing/2014/main" id="{A9541EAE-8A41-C87D-6EA4-33F09F38F3AF}"/>
              </a:ext>
            </a:extLst>
          </p:cNvPr>
          <p:cNvSpPr/>
          <p:nvPr/>
        </p:nvSpPr>
        <p:spPr>
          <a:xfrm>
            <a:off x="113993" y="891153"/>
            <a:ext cx="2098825" cy="1571239"/>
          </a:xfrm>
          <a:prstGeom prst="roundRect">
            <a:avLst/>
          </a:prstGeom>
          <a:solidFill>
            <a:srgbClr val="FF1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5" name="Retângulo: Cantos Arredondados 34">
            <a:extLst>
              <a:ext uri="{FF2B5EF4-FFF2-40B4-BE49-F238E27FC236}">
                <a16:creationId xmlns:a16="http://schemas.microsoft.com/office/drawing/2014/main" id="{24760E12-4BD4-1FA7-0664-501C62DC0F75}"/>
              </a:ext>
            </a:extLst>
          </p:cNvPr>
          <p:cNvSpPr/>
          <p:nvPr/>
        </p:nvSpPr>
        <p:spPr>
          <a:xfrm>
            <a:off x="2078851" y="383070"/>
            <a:ext cx="2549765" cy="2090843"/>
          </a:xfrm>
          <a:prstGeom prst="roundRect">
            <a:avLst>
              <a:gd name="adj" fmla="val 1407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 name="Gráfico 1">
            <a:extLst>
              <a:ext uri="{FF2B5EF4-FFF2-40B4-BE49-F238E27FC236}">
                <a16:creationId xmlns:a16="http://schemas.microsoft.com/office/drawing/2014/main" id="{F6F8212D-1957-9D36-13A3-0F6927A64B03}"/>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1999" r="949"/>
          <a:stretch/>
        </p:blipFill>
        <p:spPr>
          <a:xfrm>
            <a:off x="-5171" y="1336655"/>
            <a:ext cx="12197171" cy="4987270"/>
          </a:xfrm>
          <a:prstGeom prst="rect">
            <a:avLst/>
          </a:prstGeom>
        </p:spPr>
      </p:pic>
      <p:sp>
        <p:nvSpPr>
          <p:cNvPr id="6" name="Google Shape;293;p3">
            <a:extLst>
              <a:ext uri="{FF2B5EF4-FFF2-40B4-BE49-F238E27FC236}">
                <a16:creationId xmlns:a16="http://schemas.microsoft.com/office/drawing/2014/main" id="{4FDE1525-FDD2-FAEF-21AF-64A9873CC84D}"/>
              </a:ext>
            </a:extLst>
          </p:cNvPr>
          <p:cNvSpPr/>
          <p:nvPr/>
        </p:nvSpPr>
        <p:spPr>
          <a:xfrm rot="-3438299">
            <a:off x="3101898" y="4687148"/>
            <a:ext cx="210524" cy="210524"/>
          </a:xfrm>
          <a:prstGeom prst="ellipse">
            <a:avLst/>
          </a:prstGeom>
          <a:solidFill>
            <a:schemeClr val="tx1"/>
          </a:solidFill>
          <a:ln>
            <a:noFill/>
          </a:ln>
        </p:spPr>
        <p:txBody>
          <a:bodyPr spcFirstLastPara="1" wrap="square" lIns="60950" tIns="30467" rIns="60950" bIns="30467" anchor="ctr" anchorCtr="0">
            <a:noAutofit/>
          </a:bodyPr>
          <a:lstStyle/>
          <a:p>
            <a:pPr algn="r">
              <a:buSzPts val="2700"/>
            </a:pPr>
            <a:endParaRPr sz="1800" dirty="0">
              <a:solidFill>
                <a:schemeClr val="tx1"/>
              </a:solidFill>
              <a:latin typeface="Calibri"/>
              <a:ea typeface="Calibri"/>
              <a:cs typeface="Calibri"/>
              <a:sym typeface="Calibri"/>
            </a:endParaRPr>
          </a:p>
        </p:txBody>
      </p:sp>
      <p:sp>
        <p:nvSpPr>
          <p:cNvPr id="11" name="Google Shape;298;p3">
            <a:extLst>
              <a:ext uri="{FF2B5EF4-FFF2-40B4-BE49-F238E27FC236}">
                <a16:creationId xmlns:a16="http://schemas.microsoft.com/office/drawing/2014/main" id="{FA37230E-713C-F00F-9E13-3F76CB1FB99C}"/>
              </a:ext>
            </a:extLst>
          </p:cNvPr>
          <p:cNvSpPr/>
          <p:nvPr/>
        </p:nvSpPr>
        <p:spPr>
          <a:xfrm rot="8953789">
            <a:off x="6038168" y="1499766"/>
            <a:ext cx="210524" cy="210524"/>
          </a:xfrm>
          <a:prstGeom prst="ellipse">
            <a:avLst/>
          </a:prstGeom>
          <a:solidFill>
            <a:srgbClr val="FF0000"/>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sp>
        <p:nvSpPr>
          <p:cNvPr id="15" name="Google Shape;302;p3">
            <a:extLst>
              <a:ext uri="{FF2B5EF4-FFF2-40B4-BE49-F238E27FC236}">
                <a16:creationId xmlns:a16="http://schemas.microsoft.com/office/drawing/2014/main" id="{EA4C9CE2-4F46-35D9-7B64-462FEA63F824}"/>
              </a:ext>
            </a:extLst>
          </p:cNvPr>
          <p:cNvSpPr/>
          <p:nvPr/>
        </p:nvSpPr>
        <p:spPr>
          <a:xfrm rot="-4951757">
            <a:off x="7445899" y="2445517"/>
            <a:ext cx="210524" cy="210524"/>
          </a:xfrm>
          <a:prstGeom prst="ellipse">
            <a:avLst/>
          </a:prstGeom>
          <a:solidFill>
            <a:schemeClr val="tx1"/>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sp>
        <p:nvSpPr>
          <p:cNvPr id="16" name="Google Shape;303;p3">
            <a:extLst>
              <a:ext uri="{FF2B5EF4-FFF2-40B4-BE49-F238E27FC236}">
                <a16:creationId xmlns:a16="http://schemas.microsoft.com/office/drawing/2014/main" id="{7646DBD4-622E-7F72-6DFC-808DA03F0D4E}"/>
              </a:ext>
            </a:extLst>
          </p:cNvPr>
          <p:cNvSpPr/>
          <p:nvPr/>
        </p:nvSpPr>
        <p:spPr>
          <a:xfrm rot="-2290074">
            <a:off x="8128877" y="5906090"/>
            <a:ext cx="210524" cy="210524"/>
          </a:xfrm>
          <a:prstGeom prst="ellipse">
            <a:avLst/>
          </a:prstGeom>
          <a:solidFill>
            <a:schemeClr val="tx1"/>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sp>
        <p:nvSpPr>
          <p:cNvPr id="21" name="Google Shape;308;p3">
            <a:extLst>
              <a:ext uri="{FF2B5EF4-FFF2-40B4-BE49-F238E27FC236}">
                <a16:creationId xmlns:a16="http://schemas.microsoft.com/office/drawing/2014/main" id="{5855E023-DDBE-170E-C246-26302FB6A06A}"/>
              </a:ext>
            </a:extLst>
          </p:cNvPr>
          <p:cNvSpPr/>
          <p:nvPr/>
        </p:nvSpPr>
        <p:spPr>
          <a:xfrm rot="4160691">
            <a:off x="9504311" y="4023267"/>
            <a:ext cx="210524" cy="210524"/>
          </a:xfrm>
          <a:prstGeom prst="ellipse">
            <a:avLst/>
          </a:prstGeom>
          <a:solidFill>
            <a:schemeClr val="tx1"/>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grpSp>
        <p:nvGrpSpPr>
          <p:cNvPr id="49" name="Agrupar 48">
            <a:extLst>
              <a:ext uri="{FF2B5EF4-FFF2-40B4-BE49-F238E27FC236}">
                <a16:creationId xmlns:a16="http://schemas.microsoft.com/office/drawing/2014/main" id="{73DE7B14-2AF5-C367-47A4-A9190C5315F4}"/>
              </a:ext>
            </a:extLst>
          </p:cNvPr>
          <p:cNvGrpSpPr/>
          <p:nvPr/>
        </p:nvGrpSpPr>
        <p:grpSpPr>
          <a:xfrm>
            <a:off x="587293" y="1657363"/>
            <a:ext cx="11429063" cy="4353397"/>
            <a:chOff x="880938" y="2486044"/>
            <a:chExt cx="17143595" cy="6530095"/>
          </a:xfrm>
          <a:solidFill>
            <a:srgbClr val="3E3593"/>
          </a:solidFill>
        </p:grpSpPr>
        <p:sp>
          <p:nvSpPr>
            <p:cNvPr id="3" name="Google Shape;290;p3">
              <a:extLst>
                <a:ext uri="{FF2B5EF4-FFF2-40B4-BE49-F238E27FC236}">
                  <a16:creationId xmlns:a16="http://schemas.microsoft.com/office/drawing/2014/main" id="{8656C297-8E6A-BD70-7A48-2EF0E4259AD7}"/>
                </a:ext>
              </a:extLst>
            </p:cNvPr>
            <p:cNvSpPr/>
            <p:nvPr/>
          </p:nvSpPr>
          <p:spPr>
            <a:xfrm>
              <a:off x="880938" y="819417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4" name="Google Shape;291;p3">
              <a:extLst>
                <a:ext uri="{FF2B5EF4-FFF2-40B4-BE49-F238E27FC236}">
                  <a16:creationId xmlns:a16="http://schemas.microsoft.com/office/drawing/2014/main" id="{04FE9E49-3875-817C-F741-4D6EF023FB56}"/>
                </a:ext>
              </a:extLst>
            </p:cNvPr>
            <p:cNvSpPr/>
            <p:nvPr/>
          </p:nvSpPr>
          <p:spPr>
            <a:xfrm>
              <a:off x="2332293" y="819417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5" name="Google Shape;292;p3">
              <a:extLst>
                <a:ext uri="{FF2B5EF4-FFF2-40B4-BE49-F238E27FC236}">
                  <a16:creationId xmlns:a16="http://schemas.microsoft.com/office/drawing/2014/main" id="{0D37ACC5-642A-6962-9F34-3E6E5810A74D}"/>
                </a:ext>
              </a:extLst>
            </p:cNvPr>
            <p:cNvSpPr/>
            <p:nvPr/>
          </p:nvSpPr>
          <p:spPr>
            <a:xfrm>
              <a:off x="3751845" y="8108805"/>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7" name="Google Shape;294;p3">
              <a:extLst>
                <a:ext uri="{FF2B5EF4-FFF2-40B4-BE49-F238E27FC236}">
                  <a16:creationId xmlns:a16="http://schemas.microsoft.com/office/drawing/2014/main" id="{3904EE83-2314-5D78-E117-6745A4486FD3}"/>
                </a:ext>
              </a:extLst>
            </p:cNvPr>
            <p:cNvSpPr/>
            <p:nvPr/>
          </p:nvSpPr>
          <p:spPr>
            <a:xfrm rot="-3438299">
              <a:off x="5201643" y="5679995"/>
              <a:ext cx="315786" cy="315786"/>
            </a:xfrm>
            <a:prstGeom prst="ellipse">
              <a:avLst/>
            </a:prstGeom>
            <a:grpFill/>
            <a:ln>
              <a:noFill/>
            </a:ln>
          </p:spPr>
          <p:txBody>
            <a:bodyPr spcFirstLastPara="1" wrap="square" lIns="60950" tIns="30467" rIns="60950" bIns="30467" anchor="ctr" anchorCtr="0">
              <a:noAutofit/>
            </a:bodyPr>
            <a:lstStyle/>
            <a:p>
              <a:pPr algn="r">
                <a:buSzPts val="2700"/>
              </a:pPr>
              <a:endParaRPr sz="1800" dirty="0">
                <a:solidFill>
                  <a:srgbClr val="E38099"/>
                </a:solidFill>
                <a:latin typeface="Calibri"/>
                <a:ea typeface="Calibri"/>
                <a:cs typeface="Calibri"/>
                <a:sym typeface="Calibri"/>
              </a:endParaRPr>
            </a:p>
          </p:txBody>
        </p:sp>
        <p:sp>
          <p:nvSpPr>
            <p:cNvPr id="8" name="Google Shape;295;p3">
              <a:extLst>
                <a:ext uri="{FF2B5EF4-FFF2-40B4-BE49-F238E27FC236}">
                  <a16:creationId xmlns:a16="http://schemas.microsoft.com/office/drawing/2014/main" id="{CFE2E919-1862-7DC1-A349-5D62E026BB28}"/>
                </a:ext>
              </a:extLst>
            </p:cNvPr>
            <p:cNvSpPr/>
            <p:nvPr/>
          </p:nvSpPr>
          <p:spPr>
            <a:xfrm rot="-911770">
              <a:off x="6624186" y="5419662"/>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9" name="Google Shape;296;p3">
              <a:extLst>
                <a:ext uri="{FF2B5EF4-FFF2-40B4-BE49-F238E27FC236}">
                  <a16:creationId xmlns:a16="http://schemas.microsoft.com/office/drawing/2014/main" id="{C49E94EA-882C-EF15-C337-177AF2070D22}"/>
                </a:ext>
              </a:extLst>
            </p:cNvPr>
            <p:cNvSpPr/>
            <p:nvPr/>
          </p:nvSpPr>
          <p:spPr>
            <a:xfrm rot="-911770">
              <a:off x="7693774" y="475130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0" name="Google Shape;297;p3">
              <a:extLst>
                <a:ext uri="{FF2B5EF4-FFF2-40B4-BE49-F238E27FC236}">
                  <a16:creationId xmlns:a16="http://schemas.microsoft.com/office/drawing/2014/main" id="{893E4627-471B-E015-BCC2-809896384FEF}"/>
                </a:ext>
              </a:extLst>
            </p:cNvPr>
            <p:cNvSpPr/>
            <p:nvPr/>
          </p:nvSpPr>
          <p:spPr>
            <a:xfrm rot="8953789">
              <a:off x="10518635" y="248604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2" name="Google Shape;299;p3">
              <a:extLst>
                <a:ext uri="{FF2B5EF4-FFF2-40B4-BE49-F238E27FC236}">
                  <a16:creationId xmlns:a16="http://schemas.microsoft.com/office/drawing/2014/main" id="{62245AF0-8BDB-09C0-FF51-BC591DD763C6}"/>
                </a:ext>
              </a:extLst>
            </p:cNvPr>
            <p:cNvSpPr/>
            <p:nvPr/>
          </p:nvSpPr>
          <p:spPr>
            <a:xfrm rot="8953789">
              <a:off x="8026134" y="314839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3" name="Google Shape;300;p3">
              <a:extLst>
                <a:ext uri="{FF2B5EF4-FFF2-40B4-BE49-F238E27FC236}">
                  <a16:creationId xmlns:a16="http://schemas.microsoft.com/office/drawing/2014/main" id="{8937DCC9-0A60-51FC-4037-63C32B66E69B}"/>
                </a:ext>
              </a:extLst>
            </p:cNvPr>
            <p:cNvSpPr/>
            <p:nvPr/>
          </p:nvSpPr>
          <p:spPr>
            <a:xfrm rot="-4951757">
              <a:off x="11180603" y="6509091"/>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4" name="Google Shape;301;p3">
              <a:extLst>
                <a:ext uri="{FF2B5EF4-FFF2-40B4-BE49-F238E27FC236}">
                  <a16:creationId xmlns:a16="http://schemas.microsoft.com/office/drawing/2014/main" id="{3FA1AF33-0004-A8A9-F49A-62BABD330A4C}"/>
                </a:ext>
              </a:extLst>
            </p:cNvPr>
            <p:cNvSpPr/>
            <p:nvPr/>
          </p:nvSpPr>
          <p:spPr>
            <a:xfrm rot="-4951757">
              <a:off x="11209817" y="5070056"/>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7" name="Google Shape;304;p3">
              <a:extLst>
                <a:ext uri="{FF2B5EF4-FFF2-40B4-BE49-F238E27FC236}">
                  <a16:creationId xmlns:a16="http://schemas.microsoft.com/office/drawing/2014/main" id="{C0524E82-FA0A-3BC8-7121-CD182DBF6672}"/>
                </a:ext>
              </a:extLst>
            </p:cNvPr>
            <p:cNvSpPr/>
            <p:nvPr/>
          </p:nvSpPr>
          <p:spPr>
            <a:xfrm rot="-2290074">
              <a:off x="13545995" y="8700353"/>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8" name="Google Shape;305;p3">
              <a:extLst>
                <a:ext uri="{FF2B5EF4-FFF2-40B4-BE49-F238E27FC236}">
                  <a16:creationId xmlns:a16="http://schemas.microsoft.com/office/drawing/2014/main" id="{889DBC1E-5083-BE95-4CDE-675F7EDC26B1}"/>
                </a:ext>
              </a:extLst>
            </p:cNvPr>
            <p:cNvSpPr/>
            <p:nvPr/>
          </p:nvSpPr>
          <p:spPr>
            <a:xfrm rot="-2290074">
              <a:off x="14277272" y="7524837"/>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9" name="Google Shape;306;p3">
              <a:extLst>
                <a:ext uri="{FF2B5EF4-FFF2-40B4-BE49-F238E27FC236}">
                  <a16:creationId xmlns:a16="http://schemas.microsoft.com/office/drawing/2014/main" id="{5E146C07-991F-9F7E-0ED5-CB35AD4B869C}"/>
                </a:ext>
              </a:extLst>
            </p:cNvPr>
            <p:cNvSpPr/>
            <p:nvPr/>
          </p:nvSpPr>
          <p:spPr>
            <a:xfrm rot="5404380">
              <a:off x="11261456" y="7971407"/>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20" name="Google Shape;307;p3">
              <a:extLst>
                <a:ext uri="{FF2B5EF4-FFF2-40B4-BE49-F238E27FC236}">
                  <a16:creationId xmlns:a16="http://schemas.microsoft.com/office/drawing/2014/main" id="{581821C5-DBC4-5C0A-9EED-BF4D66E5C7C4}"/>
                </a:ext>
              </a:extLst>
            </p:cNvPr>
            <p:cNvSpPr/>
            <p:nvPr/>
          </p:nvSpPr>
          <p:spPr>
            <a:xfrm rot="4160691">
              <a:off x="14897363" y="4884671"/>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22" name="Google Shape;309;p3">
              <a:extLst>
                <a:ext uri="{FF2B5EF4-FFF2-40B4-BE49-F238E27FC236}">
                  <a16:creationId xmlns:a16="http://schemas.microsoft.com/office/drawing/2014/main" id="{6BA58139-F4D3-6458-C053-C34954902C17}"/>
                </a:ext>
              </a:extLst>
            </p:cNvPr>
            <p:cNvSpPr/>
            <p:nvPr/>
          </p:nvSpPr>
          <p:spPr>
            <a:xfrm rot="-9744855">
              <a:off x="17708747" y="4757012"/>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23" name="Google Shape;310;p3">
              <a:extLst>
                <a:ext uri="{FF2B5EF4-FFF2-40B4-BE49-F238E27FC236}">
                  <a16:creationId xmlns:a16="http://schemas.microsoft.com/office/drawing/2014/main" id="{49C301D5-DAD8-ED4C-8446-370654C5F54D}"/>
                </a:ext>
              </a:extLst>
            </p:cNvPr>
            <p:cNvSpPr/>
            <p:nvPr/>
          </p:nvSpPr>
          <p:spPr>
            <a:xfrm rot="-9744855">
              <a:off x="16321559" y="4758488"/>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grpSp>
      <p:sp>
        <p:nvSpPr>
          <p:cNvPr id="24" name="Google Shape;311;p3">
            <a:extLst>
              <a:ext uri="{FF2B5EF4-FFF2-40B4-BE49-F238E27FC236}">
                <a16:creationId xmlns:a16="http://schemas.microsoft.com/office/drawing/2014/main" id="{96105FAC-8B57-CFE7-FCF0-43DE0A8A0743}"/>
              </a:ext>
            </a:extLst>
          </p:cNvPr>
          <p:cNvSpPr/>
          <p:nvPr/>
        </p:nvSpPr>
        <p:spPr>
          <a:xfrm>
            <a:off x="2933526" y="2830191"/>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7</a:t>
            </a:r>
            <a:endParaRPr sz="2000" dirty="0">
              <a:solidFill>
                <a:srgbClr val="FFFFFF"/>
              </a:solidFill>
              <a:latin typeface="Calibri"/>
              <a:ea typeface="Calibri"/>
              <a:cs typeface="Calibri"/>
              <a:sym typeface="Calibri"/>
            </a:endParaRPr>
          </a:p>
        </p:txBody>
      </p:sp>
      <p:cxnSp>
        <p:nvCxnSpPr>
          <p:cNvPr id="25" name="Google Shape;312;p3">
            <a:extLst>
              <a:ext uri="{FF2B5EF4-FFF2-40B4-BE49-F238E27FC236}">
                <a16:creationId xmlns:a16="http://schemas.microsoft.com/office/drawing/2014/main" id="{7E817C24-80D8-533D-F3C8-C605634F7DE1}"/>
              </a:ext>
            </a:extLst>
          </p:cNvPr>
          <p:cNvCxnSpPr>
            <a:cxnSpLocks/>
            <a:stCxn id="24" idx="4"/>
          </p:cNvCxnSpPr>
          <p:nvPr/>
        </p:nvCxnSpPr>
        <p:spPr>
          <a:xfrm>
            <a:off x="3201572" y="3366284"/>
            <a:ext cx="89" cy="1323283"/>
          </a:xfrm>
          <a:prstGeom prst="straightConnector1">
            <a:avLst/>
          </a:prstGeom>
          <a:noFill/>
          <a:ln w="9525" cap="flat" cmpd="sng">
            <a:solidFill>
              <a:schemeClr val="tx1"/>
            </a:solidFill>
            <a:prstDash val="solid"/>
            <a:round/>
            <a:headEnd type="none" w="sm" len="sm"/>
            <a:tailEnd type="none" w="sm" len="sm"/>
          </a:ln>
        </p:spPr>
      </p:cxnSp>
      <p:cxnSp>
        <p:nvCxnSpPr>
          <p:cNvPr id="28" name="Google Shape;315;p3">
            <a:extLst>
              <a:ext uri="{FF2B5EF4-FFF2-40B4-BE49-F238E27FC236}">
                <a16:creationId xmlns:a16="http://schemas.microsoft.com/office/drawing/2014/main" id="{EA3A357E-1121-886D-5345-477D7BE5CC16}"/>
              </a:ext>
            </a:extLst>
          </p:cNvPr>
          <p:cNvCxnSpPr>
            <a:cxnSpLocks/>
            <a:endCxn id="16" idx="1"/>
          </p:cNvCxnSpPr>
          <p:nvPr/>
        </p:nvCxnSpPr>
        <p:spPr>
          <a:xfrm flipV="1">
            <a:off x="7013622" y="5998830"/>
            <a:ext cx="1116003" cy="15420"/>
          </a:xfrm>
          <a:prstGeom prst="straightConnector1">
            <a:avLst/>
          </a:prstGeom>
          <a:noFill/>
          <a:ln w="9525" cap="flat" cmpd="sng">
            <a:solidFill>
              <a:schemeClr val="tx1"/>
            </a:solidFill>
            <a:prstDash val="solid"/>
            <a:round/>
            <a:headEnd type="none" w="sm" len="sm"/>
            <a:tailEnd type="none" w="sm" len="sm"/>
          </a:ln>
        </p:spPr>
      </p:cxnSp>
      <p:sp>
        <p:nvSpPr>
          <p:cNvPr id="30" name="Google Shape;317;p3">
            <a:extLst>
              <a:ext uri="{FF2B5EF4-FFF2-40B4-BE49-F238E27FC236}">
                <a16:creationId xmlns:a16="http://schemas.microsoft.com/office/drawing/2014/main" id="{86A60774-0B77-43AC-EB0D-3BF8D7C9698C}"/>
              </a:ext>
            </a:extLst>
          </p:cNvPr>
          <p:cNvSpPr/>
          <p:nvPr/>
        </p:nvSpPr>
        <p:spPr>
          <a:xfrm>
            <a:off x="5860040" y="626852"/>
            <a:ext cx="536093" cy="536093"/>
          </a:xfrm>
          <a:prstGeom prst="ellipse">
            <a:avLst/>
          </a:prstGeom>
          <a:solidFill>
            <a:srgbClr val="FF0000"/>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8</a:t>
            </a:r>
            <a:endParaRPr sz="2000" dirty="0">
              <a:solidFill>
                <a:srgbClr val="FFFFFF"/>
              </a:solidFill>
              <a:latin typeface="Calibri"/>
              <a:ea typeface="Calibri"/>
              <a:cs typeface="Calibri"/>
              <a:sym typeface="Calibri"/>
            </a:endParaRPr>
          </a:p>
        </p:txBody>
      </p:sp>
      <p:cxnSp>
        <p:nvCxnSpPr>
          <p:cNvPr id="31" name="Google Shape;318;p3">
            <a:extLst>
              <a:ext uri="{FF2B5EF4-FFF2-40B4-BE49-F238E27FC236}">
                <a16:creationId xmlns:a16="http://schemas.microsoft.com/office/drawing/2014/main" id="{9E95F1D2-3A13-3FCE-BB9A-899688F2CD40}"/>
              </a:ext>
            </a:extLst>
          </p:cNvPr>
          <p:cNvCxnSpPr>
            <a:cxnSpLocks/>
            <a:stCxn id="30" idx="4"/>
            <a:endCxn id="11" idx="7"/>
          </p:cNvCxnSpPr>
          <p:nvPr/>
        </p:nvCxnSpPr>
        <p:spPr>
          <a:xfrm flipH="1">
            <a:off x="6117555" y="1162945"/>
            <a:ext cx="10531" cy="544115"/>
          </a:xfrm>
          <a:prstGeom prst="straightConnector1">
            <a:avLst/>
          </a:prstGeom>
          <a:noFill/>
          <a:ln w="9525" cap="flat" cmpd="sng">
            <a:solidFill>
              <a:srgbClr val="FF0000"/>
            </a:solidFill>
            <a:prstDash val="solid"/>
            <a:round/>
            <a:headEnd type="none" w="sm" len="sm"/>
            <a:tailEnd type="none" w="sm" len="sm"/>
          </a:ln>
        </p:spPr>
      </p:cxnSp>
      <p:sp>
        <p:nvSpPr>
          <p:cNvPr id="33" name="Google Shape;320;p3">
            <a:extLst>
              <a:ext uri="{FF2B5EF4-FFF2-40B4-BE49-F238E27FC236}">
                <a16:creationId xmlns:a16="http://schemas.microsoft.com/office/drawing/2014/main" id="{48841E5B-0D10-E6C7-012C-2CCA482E1FE7}"/>
              </a:ext>
            </a:extLst>
          </p:cNvPr>
          <p:cNvSpPr/>
          <p:nvPr/>
        </p:nvSpPr>
        <p:spPr>
          <a:xfrm>
            <a:off x="8025148" y="1688132"/>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9</a:t>
            </a:r>
            <a:endParaRPr sz="2000" dirty="0">
              <a:solidFill>
                <a:srgbClr val="FFFFFF"/>
              </a:solidFill>
              <a:latin typeface="Calibri"/>
              <a:ea typeface="Calibri"/>
              <a:cs typeface="Calibri"/>
              <a:sym typeface="Calibri"/>
            </a:endParaRPr>
          </a:p>
        </p:txBody>
      </p:sp>
      <p:cxnSp>
        <p:nvCxnSpPr>
          <p:cNvPr id="34" name="Google Shape;321;p3">
            <a:extLst>
              <a:ext uri="{FF2B5EF4-FFF2-40B4-BE49-F238E27FC236}">
                <a16:creationId xmlns:a16="http://schemas.microsoft.com/office/drawing/2014/main" id="{83B109E7-A6DC-8F18-68D4-B9E709E08DDA}"/>
              </a:ext>
            </a:extLst>
          </p:cNvPr>
          <p:cNvCxnSpPr>
            <a:cxnSpLocks/>
            <a:stCxn id="33" idx="3"/>
            <a:endCxn id="15" idx="5"/>
          </p:cNvCxnSpPr>
          <p:nvPr/>
        </p:nvCxnSpPr>
        <p:spPr>
          <a:xfrm flipH="1">
            <a:off x="7634639" y="2145716"/>
            <a:ext cx="469019" cy="340942"/>
          </a:xfrm>
          <a:prstGeom prst="straightConnector1">
            <a:avLst/>
          </a:prstGeom>
          <a:noFill/>
          <a:ln w="9525" cap="flat" cmpd="sng">
            <a:solidFill>
              <a:schemeClr val="tx1"/>
            </a:solidFill>
            <a:prstDash val="solid"/>
            <a:round/>
            <a:headEnd type="none" w="sm" len="sm"/>
            <a:tailEnd type="none" w="sm" len="sm"/>
          </a:ln>
        </p:spPr>
      </p:cxnSp>
      <p:pic>
        <p:nvPicPr>
          <p:cNvPr id="37" name="Google Shape;324;p3">
            <a:extLst>
              <a:ext uri="{FF2B5EF4-FFF2-40B4-BE49-F238E27FC236}">
                <a16:creationId xmlns:a16="http://schemas.microsoft.com/office/drawing/2014/main" id="{A2734125-982B-E930-EAB6-D145E10C60FF}"/>
              </a:ext>
            </a:extLst>
          </p:cNvPr>
          <p:cNvPicPr preferRelativeResize="0"/>
          <p:nvPr/>
        </p:nvPicPr>
        <p:blipFill rotWithShape="1">
          <a:blip r:embed="rId5">
            <a:alphaModFix/>
          </a:blip>
          <a:srcRect/>
          <a:stretch/>
        </p:blipFill>
        <p:spPr>
          <a:xfrm rot="-2744266">
            <a:off x="5733709" y="483267"/>
            <a:ext cx="595814" cy="351746"/>
          </a:xfrm>
          <a:prstGeom prst="rect">
            <a:avLst/>
          </a:prstGeom>
          <a:noFill/>
          <a:ln>
            <a:noFill/>
          </a:ln>
        </p:spPr>
      </p:pic>
      <p:pic>
        <p:nvPicPr>
          <p:cNvPr id="38" name="Google Shape;325;p3">
            <a:extLst>
              <a:ext uri="{FF2B5EF4-FFF2-40B4-BE49-F238E27FC236}">
                <a16:creationId xmlns:a16="http://schemas.microsoft.com/office/drawing/2014/main" id="{7D463925-649A-A900-E2FF-05B4EC26D84B}"/>
              </a:ext>
            </a:extLst>
          </p:cNvPr>
          <p:cNvPicPr preferRelativeResize="0"/>
          <p:nvPr/>
        </p:nvPicPr>
        <p:blipFill rotWithShape="1">
          <a:blip r:embed="rId6">
            <a:alphaModFix/>
          </a:blip>
          <a:srcRect/>
          <a:stretch/>
        </p:blipFill>
        <p:spPr>
          <a:xfrm rot="18723761">
            <a:off x="7890945" y="1533230"/>
            <a:ext cx="595814" cy="351746"/>
          </a:xfrm>
          <a:prstGeom prst="rect">
            <a:avLst/>
          </a:prstGeom>
          <a:noFill/>
          <a:ln>
            <a:noFill/>
          </a:ln>
        </p:spPr>
      </p:pic>
      <p:pic>
        <p:nvPicPr>
          <p:cNvPr id="39" name="Google Shape;326;p3">
            <a:extLst>
              <a:ext uri="{FF2B5EF4-FFF2-40B4-BE49-F238E27FC236}">
                <a16:creationId xmlns:a16="http://schemas.microsoft.com/office/drawing/2014/main" id="{99CC978D-B78B-8EFC-7FD4-5E2CD4139BF9}"/>
              </a:ext>
            </a:extLst>
          </p:cNvPr>
          <p:cNvPicPr preferRelativeResize="0"/>
          <p:nvPr/>
        </p:nvPicPr>
        <p:blipFill rotWithShape="1">
          <a:blip r:embed="rId6">
            <a:alphaModFix/>
          </a:blip>
          <a:srcRect/>
          <a:stretch/>
        </p:blipFill>
        <p:spPr>
          <a:xfrm rot="-2744266">
            <a:off x="10072805" y="3716052"/>
            <a:ext cx="595814" cy="351746"/>
          </a:xfrm>
          <a:prstGeom prst="rect">
            <a:avLst/>
          </a:prstGeom>
          <a:noFill/>
          <a:ln>
            <a:noFill/>
          </a:ln>
        </p:spPr>
      </p:pic>
      <p:pic>
        <p:nvPicPr>
          <p:cNvPr id="40" name="Google Shape;327;p3">
            <a:extLst>
              <a:ext uri="{FF2B5EF4-FFF2-40B4-BE49-F238E27FC236}">
                <a16:creationId xmlns:a16="http://schemas.microsoft.com/office/drawing/2014/main" id="{9ED85041-A17A-040F-46F2-CAF2E117553A}"/>
              </a:ext>
            </a:extLst>
          </p:cNvPr>
          <p:cNvPicPr preferRelativeResize="0"/>
          <p:nvPr/>
        </p:nvPicPr>
        <p:blipFill rotWithShape="1">
          <a:blip r:embed="rId6">
            <a:alphaModFix/>
          </a:blip>
          <a:srcRect/>
          <a:stretch/>
        </p:blipFill>
        <p:spPr>
          <a:xfrm rot="-2744266">
            <a:off x="2837838" y="2679825"/>
            <a:ext cx="595814" cy="351746"/>
          </a:xfrm>
          <a:prstGeom prst="rect">
            <a:avLst/>
          </a:prstGeom>
          <a:noFill/>
          <a:ln>
            <a:noFill/>
          </a:ln>
        </p:spPr>
      </p:pic>
      <p:sp>
        <p:nvSpPr>
          <p:cNvPr id="45" name="Google Shape;332;p3">
            <a:extLst>
              <a:ext uri="{FF2B5EF4-FFF2-40B4-BE49-F238E27FC236}">
                <a16:creationId xmlns:a16="http://schemas.microsoft.com/office/drawing/2014/main" id="{FDD4F824-8F01-059D-AF54-16C3EE1C547B}"/>
              </a:ext>
            </a:extLst>
          </p:cNvPr>
          <p:cNvSpPr/>
          <p:nvPr/>
        </p:nvSpPr>
        <p:spPr>
          <a:xfrm>
            <a:off x="10174052" y="3851166"/>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11</a:t>
            </a:r>
            <a:endParaRPr sz="2000" dirty="0">
              <a:solidFill>
                <a:srgbClr val="FFFFFF"/>
              </a:solidFill>
              <a:latin typeface="Calibri"/>
              <a:ea typeface="Calibri"/>
              <a:cs typeface="Calibri"/>
              <a:sym typeface="Calibri"/>
            </a:endParaRPr>
          </a:p>
        </p:txBody>
      </p:sp>
      <p:cxnSp>
        <p:nvCxnSpPr>
          <p:cNvPr id="46" name="Google Shape;333;p3">
            <a:extLst>
              <a:ext uri="{FF2B5EF4-FFF2-40B4-BE49-F238E27FC236}">
                <a16:creationId xmlns:a16="http://schemas.microsoft.com/office/drawing/2014/main" id="{6AA2ECB3-BC01-9BB0-1D1C-191F6728930B}"/>
              </a:ext>
            </a:extLst>
          </p:cNvPr>
          <p:cNvCxnSpPr>
            <a:cxnSpLocks/>
            <a:stCxn id="45" idx="2"/>
          </p:cNvCxnSpPr>
          <p:nvPr/>
        </p:nvCxnSpPr>
        <p:spPr>
          <a:xfrm flipH="1">
            <a:off x="9579615" y="4119213"/>
            <a:ext cx="594436" cy="12271"/>
          </a:xfrm>
          <a:prstGeom prst="straightConnector1">
            <a:avLst/>
          </a:prstGeom>
          <a:noFill/>
          <a:ln w="9525" cap="flat" cmpd="sng">
            <a:solidFill>
              <a:schemeClr val="tx1"/>
            </a:solidFill>
            <a:prstDash val="solid"/>
            <a:round/>
            <a:headEnd type="none" w="sm" len="sm"/>
            <a:tailEnd type="none" w="sm" len="sm"/>
          </a:ln>
        </p:spPr>
      </p:cxnSp>
      <p:pic>
        <p:nvPicPr>
          <p:cNvPr id="47" name="Google Shape;334;p3">
            <a:extLst>
              <a:ext uri="{FF2B5EF4-FFF2-40B4-BE49-F238E27FC236}">
                <a16:creationId xmlns:a16="http://schemas.microsoft.com/office/drawing/2014/main" id="{338EFD55-A586-D878-580D-273990CBF58B}"/>
              </a:ext>
            </a:extLst>
          </p:cNvPr>
          <p:cNvPicPr preferRelativeResize="0"/>
          <p:nvPr/>
        </p:nvPicPr>
        <p:blipFill rotWithShape="1">
          <a:blip r:embed="rId6">
            <a:alphaModFix/>
          </a:blip>
          <a:srcRect/>
          <a:stretch/>
        </p:blipFill>
        <p:spPr>
          <a:xfrm rot="-2744266">
            <a:off x="6539506" y="5588364"/>
            <a:ext cx="595814" cy="351746"/>
          </a:xfrm>
          <a:prstGeom prst="rect">
            <a:avLst/>
          </a:prstGeom>
          <a:noFill/>
          <a:ln>
            <a:noFill/>
          </a:ln>
        </p:spPr>
      </p:pic>
      <p:sp>
        <p:nvSpPr>
          <p:cNvPr id="50" name="Google Shape;313;p3">
            <a:extLst>
              <a:ext uri="{FF2B5EF4-FFF2-40B4-BE49-F238E27FC236}">
                <a16:creationId xmlns:a16="http://schemas.microsoft.com/office/drawing/2014/main" id="{8828F16D-4F44-203F-ECE7-F69838767CE1}"/>
              </a:ext>
            </a:extLst>
          </p:cNvPr>
          <p:cNvSpPr txBox="1"/>
          <p:nvPr/>
        </p:nvSpPr>
        <p:spPr>
          <a:xfrm>
            <a:off x="674718" y="3401346"/>
            <a:ext cx="2408485" cy="584749"/>
          </a:xfrm>
          <a:prstGeom prst="rect">
            <a:avLst/>
          </a:prstGeom>
          <a:noFill/>
          <a:ln>
            <a:noFill/>
          </a:ln>
        </p:spPr>
        <p:txBody>
          <a:bodyPr spcFirstLastPara="1" wrap="square" lIns="60950" tIns="30467" rIns="60950" bIns="30467" anchor="t" anchorCtr="0">
            <a:spAutoFit/>
          </a:bodyPr>
          <a:lstStyle/>
          <a:p>
            <a:pPr>
              <a:buSzPts val="2250"/>
            </a:pPr>
            <a:r>
              <a:rPr lang="pt-BR" sz="1700" dirty="0">
                <a:latin typeface="Poppins" pitchFamily="2" charset="77"/>
                <a:ea typeface="Poppins Light"/>
                <a:cs typeface="Poppins" pitchFamily="2" charset="77"/>
                <a:sym typeface="Poppins Light"/>
              </a:rPr>
              <a:t>Redes e dispositivos de conectividade</a:t>
            </a:r>
          </a:p>
        </p:txBody>
      </p:sp>
      <p:sp>
        <p:nvSpPr>
          <p:cNvPr id="51" name="Google Shape;316;p3">
            <a:extLst>
              <a:ext uri="{FF2B5EF4-FFF2-40B4-BE49-F238E27FC236}">
                <a16:creationId xmlns:a16="http://schemas.microsoft.com/office/drawing/2014/main" id="{0A204FCA-7D74-4F65-7F10-60E21B0E1668}"/>
              </a:ext>
            </a:extLst>
          </p:cNvPr>
          <p:cNvSpPr txBox="1"/>
          <p:nvPr/>
        </p:nvSpPr>
        <p:spPr>
          <a:xfrm>
            <a:off x="2406164" y="5976757"/>
            <a:ext cx="4223598" cy="323139"/>
          </a:xfrm>
          <a:prstGeom prst="rect">
            <a:avLst/>
          </a:prstGeom>
          <a:noFill/>
          <a:ln>
            <a:noFill/>
          </a:ln>
        </p:spPr>
        <p:txBody>
          <a:bodyPr spcFirstLastPara="1" wrap="square" lIns="60950" tIns="30467" rIns="60950" bIns="30467" anchor="t" anchorCtr="0">
            <a:spAutoFit/>
          </a:bodyPr>
          <a:lstStyle/>
          <a:p>
            <a:pPr>
              <a:buSzPts val="2250"/>
            </a:pPr>
            <a:r>
              <a:rPr lang="pt-BR" sz="1700" dirty="0">
                <a:solidFill>
                  <a:schemeClr val="dk1"/>
                </a:solidFill>
                <a:latin typeface="Poppins" pitchFamily="2" charset="77"/>
                <a:ea typeface="Poppins Light"/>
                <a:cs typeface="Poppins" pitchFamily="2" charset="77"/>
                <a:sym typeface="Poppins Light"/>
              </a:rPr>
              <a:t>Organização digital e produtividade II</a:t>
            </a:r>
          </a:p>
        </p:txBody>
      </p:sp>
      <p:sp>
        <p:nvSpPr>
          <p:cNvPr id="52" name="Google Shape;319;p3">
            <a:extLst>
              <a:ext uri="{FF2B5EF4-FFF2-40B4-BE49-F238E27FC236}">
                <a16:creationId xmlns:a16="http://schemas.microsoft.com/office/drawing/2014/main" id="{B80E0297-CC45-CA65-347D-56DB44B222A3}"/>
              </a:ext>
            </a:extLst>
          </p:cNvPr>
          <p:cNvSpPr txBox="1"/>
          <p:nvPr/>
        </p:nvSpPr>
        <p:spPr>
          <a:xfrm>
            <a:off x="6510730" y="504694"/>
            <a:ext cx="4607718" cy="323139"/>
          </a:xfrm>
          <a:prstGeom prst="rect">
            <a:avLst/>
          </a:prstGeom>
          <a:noFill/>
          <a:ln>
            <a:noFill/>
          </a:ln>
        </p:spPr>
        <p:txBody>
          <a:bodyPr spcFirstLastPara="1" wrap="square" lIns="60950" tIns="30467" rIns="60950" bIns="30467" anchor="t" anchorCtr="0">
            <a:spAutoFit/>
          </a:bodyPr>
          <a:lstStyle/>
          <a:p>
            <a:pPr>
              <a:buSzPts val="2250"/>
            </a:pPr>
            <a:r>
              <a:rPr lang="pt-BR" sz="1700" dirty="0">
                <a:solidFill>
                  <a:schemeClr val="dk1"/>
                </a:solidFill>
                <a:latin typeface="Poppins" pitchFamily="2" charset="77"/>
                <a:ea typeface="Poppins Light"/>
                <a:cs typeface="Poppins" pitchFamily="2" charset="77"/>
                <a:sym typeface="Poppins Light"/>
              </a:rPr>
              <a:t>Endereçamento e protocolos de rede</a:t>
            </a:r>
          </a:p>
        </p:txBody>
      </p:sp>
      <p:sp>
        <p:nvSpPr>
          <p:cNvPr id="53" name="Google Shape;322;p3">
            <a:extLst>
              <a:ext uri="{FF2B5EF4-FFF2-40B4-BE49-F238E27FC236}">
                <a16:creationId xmlns:a16="http://schemas.microsoft.com/office/drawing/2014/main" id="{4571F5A3-A2B3-274C-A848-4B49245B9EFC}"/>
              </a:ext>
            </a:extLst>
          </p:cNvPr>
          <p:cNvSpPr txBox="1"/>
          <p:nvPr/>
        </p:nvSpPr>
        <p:spPr>
          <a:xfrm>
            <a:off x="8631837" y="1564675"/>
            <a:ext cx="2486612" cy="584749"/>
          </a:xfrm>
          <a:prstGeom prst="rect">
            <a:avLst/>
          </a:prstGeom>
          <a:noFill/>
          <a:ln>
            <a:noFill/>
          </a:ln>
        </p:spPr>
        <p:txBody>
          <a:bodyPr spcFirstLastPara="1" wrap="square" lIns="60950" tIns="30467" rIns="60950" bIns="30467" anchor="t" anchorCtr="0">
            <a:spAutoFit/>
          </a:bodyPr>
          <a:lstStyle/>
          <a:p>
            <a:pPr>
              <a:buSzPts val="2250"/>
            </a:pPr>
            <a:r>
              <a:rPr lang="pt-BR" sz="1700" dirty="0">
                <a:solidFill>
                  <a:schemeClr val="dk1"/>
                </a:solidFill>
                <a:latin typeface="Poppins" pitchFamily="2" charset="77"/>
                <a:ea typeface="Poppins Light"/>
                <a:cs typeface="Poppins" pitchFamily="2" charset="77"/>
                <a:sym typeface="Poppins Light"/>
              </a:rPr>
              <a:t>Organização digital e produtividade I</a:t>
            </a:r>
          </a:p>
        </p:txBody>
      </p:sp>
      <p:sp>
        <p:nvSpPr>
          <p:cNvPr id="54" name="Google Shape;329;p3">
            <a:extLst>
              <a:ext uri="{FF2B5EF4-FFF2-40B4-BE49-F238E27FC236}">
                <a16:creationId xmlns:a16="http://schemas.microsoft.com/office/drawing/2014/main" id="{B696A472-CD64-5EB0-DE8C-E47DB582DB9A}"/>
              </a:ext>
            </a:extLst>
          </p:cNvPr>
          <p:cNvSpPr txBox="1"/>
          <p:nvPr/>
        </p:nvSpPr>
        <p:spPr>
          <a:xfrm>
            <a:off x="154176" y="1440887"/>
            <a:ext cx="1865581" cy="471770"/>
          </a:xfrm>
          <a:prstGeom prst="rect">
            <a:avLst/>
          </a:prstGeom>
          <a:noFill/>
          <a:ln>
            <a:noFill/>
          </a:ln>
        </p:spPr>
        <p:txBody>
          <a:bodyPr spcFirstLastPara="1" wrap="square" lIns="60950" tIns="30467" rIns="60950" bIns="30467" anchor="t" anchorCtr="0">
            <a:spAutoFit/>
          </a:bodyPr>
          <a:lstStyle/>
          <a:p>
            <a:pPr algn="r">
              <a:buSzPts val="2000"/>
            </a:pPr>
            <a:r>
              <a:rPr lang="pt-BR" sz="1333" b="1" dirty="0">
                <a:solidFill>
                  <a:srgbClr val="FFFFFF"/>
                </a:solidFill>
                <a:latin typeface="Poppins" pitchFamily="2" charset="77"/>
                <a:ea typeface="Poppins SemiBold"/>
                <a:cs typeface="Poppins" pitchFamily="2" charset="77"/>
                <a:sym typeface="Poppins SemiBold"/>
              </a:rPr>
              <a:t>Introdução à informática </a:t>
            </a:r>
          </a:p>
        </p:txBody>
      </p:sp>
      <p:sp>
        <p:nvSpPr>
          <p:cNvPr id="57" name="Google Shape;335;p3">
            <a:extLst>
              <a:ext uri="{FF2B5EF4-FFF2-40B4-BE49-F238E27FC236}">
                <a16:creationId xmlns:a16="http://schemas.microsoft.com/office/drawing/2014/main" id="{96A6D64F-70A8-0AAB-12E2-0F2B06B71AA0}"/>
              </a:ext>
            </a:extLst>
          </p:cNvPr>
          <p:cNvSpPr txBox="1"/>
          <p:nvPr/>
        </p:nvSpPr>
        <p:spPr>
          <a:xfrm>
            <a:off x="10123327" y="4473469"/>
            <a:ext cx="2093345" cy="584749"/>
          </a:xfrm>
          <a:prstGeom prst="rect">
            <a:avLst/>
          </a:prstGeom>
          <a:noFill/>
          <a:ln>
            <a:noFill/>
          </a:ln>
        </p:spPr>
        <p:txBody>
          <a:bodyPr spcFirstLastPara="1" wrap="square" lIns="60950" tIns="30467" rIns="60950" bIns="30467" anchor="t" anchorCtr="0">
            <a:spAutoFit/>
          </a:bodyPr>
          <a:lstStyle/>
          <a:p>
            <a:pPr>
              <a:buSzPts val="2250"/>
            </a:pPr>
            <a:r>
              <a:rPr lang="pt-BR" sz="1700" dirty="0">
                <a:solidFill>
                  <a:schemeClr val="dk1"/>
                </a:solidFill>
                <a:latin typeface="Poppins" pitchFamily="2" charset="77"/>
                <a:ea typeface="Poppins Light"/>
                <a:cs typeface="Poppins" pitchFamily="2" charset="77"/>
                <a:sym typeface="Poppins Light"/>
              </a:rPr>
              <a:t>Ferramentas de escritório I</a:t>
            </a:r>
            <a:endParaRPr lang="pt-BR" sz="1700" dirty="0">
              <a:latin typeface="Poppins" pitchFamily="2" charset="77"/>
              <a:cs typeface="Poppins" pitchFamily="2" charset="77"/>
            </a:endParaRPr>
          </a:p>
        </p:txBody>
      </p:sp>
      <p:sp>
        <p:nvSpPr>
          <p:cNvPr id="26" name="Google Shape;331;p3">
            <a:extLst>
              <a:ext uri="{FF2B5EF4-FFF2-40B4-BE49-F238E27FC236}">
                <a16:creationId xmlns:a16="http://schemas.microsoft.com/office/drawing/2014/main" id="{1AF0D784-8BB0-B825-D995-F2E98E522A0E}"/>
              </a:ext>
            </a:extLst>
          </p:cNvPr>
          <p:cNvSpPr txBox="1"/>
          <p:nvPr/>
        </p:nvSpPr>
        <p:spPr>
          <a:xfrm>
            <a:off x="2113937" y="905380"/>
            <a:ext cx="2435785" cy="1046222"/>
          </a:xfrm>
          <a:prstGeom prst="rect">
            <a:avLst/>
          </a:prstGeom>
          <a:noFill/>
          <a:ln>
            <a:noFill/>
          </a:ln>
        </p:spPr>
        <p:txBody>
          <a:bodyPr spcFirstLastPara="1" wrap="square" lIns="60950" tIns="30467" rIns="60950" bIns="30467" anchor="t" anchorCtr="0">
            <a:spAutoFit/>
          </a:bodyPr>
          <a:lstStyle/>
          <a:p>
            <a:pPr algn="ctr">
              <a:buSzPts val="3600"/>
            </a:pPr>
            <a:r>
              <a:rPr lang="pt-BR" sz="2133" b="1" dirty="0">
                <a:solidFill>
                  <a:srgbClr val="FFFFFF"/>
                </a:solidFill>
                <a:latin typeface="Poppins"/>
                <a:ea typeface="Poppins"/>
                <a:cs typeface="Poppins"/>
                <a:sym typeface="Poppins"/>
              </a:rPr>
              <a:t>Mapa da Unidade 1 Componente 1</a:t>
            </a:r>
            <a:endParaRPr lang="pt-BR" sz="2133" dirty="0"/>
          </a:p>
        </p:txBody>
      </p:sp>
      <p:sp>
        <p:nvSpPr>
          <p:cNvPr id="27" name="Google Shape;314;p3">
            <a:extLst>
              <a:ext uri="{FF2B5EF4-FFF2-40B4-BE49-F238E27FC236}">
                <a16:creationId xmlns:a16="http://schemas.microsoft.com/office/drawing/2014/main" id="{B0D440F7-A28D-340C-4AE4-59FE8D4810B7}"/>
              </a:ext>
            </a:extLst>
          </p:cNvPr>
          <p:cNvSpPr/>
          <p:nvPr/>
        </p:nvSpPr>
        <p:spPr>
          <a:xfrm>
            <a:off x="6649008" y="5735630"/>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10</a:t>
            </a:r>
            <a:endParaRPr sz="2000" dirty="0">
              <a:solidFill>
                <a:srgbClr val="FFFFFF"/>
              </a:solidFill>
              <a:latin typeface="Calibri"/>
              <a:ea typeface="Calibri"/>
              <a:cs typeface="Calibri"/>
              <a:sym typeface="Calibri"/>
            </a:endParaRPr>
          </a:p>
        </p:txBody>
      </p:sp>
      <p:sp>
        <p:nvSpPr>
          <p:cNvPr id="29" name="Google Shape;323;p3">
            <a:extLst>
              <a:ext uri="{FF2B5EF4-FFF2-40B4-BE49-F238E27FC236}">
                <a16:creationId xmlns:a16="http://schemas.microsoft.com/office/drawing/2014/main" id="{88AC3B01-DAA7-33E9-5449-EACE328FB7E2}"/>
              </a:ext>
            </a:extLst>
          </p:cNvPr>
          <p:cNvSpPr txBox="1"/>
          <p:nvPr/>
        </p:nvSpPr>
        <p:spPr>
          <a:xfrm>
            <a:off x="6510730" y="260976"/>
            <a:ext cx="1728649" cy="276973"/>
          </a:xfrm>
          <a:prstGeom prst="rect">
            <a:avLst/>
          </a:prstGeom>
          <a:noFill/>
          <a:ln>
            <a:noFill/>
          </a:ln>
        </p:spPr>
        <p:txBody>
          <a:bodyPr spcFirstLastPara="1" wrap="square" lIns="60950" tIns="30467" rIns="60950" bIns="30467" anchor="t" anchorCtr="0">
            <a:spAutoFit/>
          </a:bodyPr>
          <a:lstStyle/>
          <a:p>
            <a:pPr>
              <a:buSzPts val="1800"/>
            </a:pPr>
            <a:r>
              <a:rPr lang="pt-BR" sz="1400" b="1" dirty="0">
                <a:solidFill>
                  <a:srgbClr val="FA161E"/>
                </a:solidFill>
                <a:latin typeface="Poppins"/>
                <a:ea typeface="Poppins"/>
                <a:cs typeface="Poppins"/>
                <a:sym typeface="Poppins"/>
              </a:rPr>
              <a:t>Você está aqui!</a:t>
            </a:r>
            <a:endParaRPr sz="1400" dirty="0"/>
          </a:p>
        </p:txBody>
      </p:sp>
    </p:spTree>
    <p:extLst>
      <p:ext uri="{BB962C8B-B14F-4D97-AF65-F5344CB8AC3E}">
        <p14:creationId xmlns:p14="http://schemas.microsoft.com/office/powerpoint/2010/main" val="378169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EA2F6-7E6C-7FA8-DE47-8B8AC4286DC7}"/>
            </a:ext>
          </a:extLst>
        </p:cNvPr>
        <p:cNvGrpSpPr/>
        <p:nvPr/>
      </p:nvGrpSpPr>
      <p:grpSpPr>
        <a:xfrm>
          <a:off x="0" y="0"/>
          <a:ext cx="0" cy="0"/>
          <a:chOff x="0" y="0"/>
          <a:chExt cx="0" cy="0"/>
        </a:xfrm>
      </p:grpSpPr>
      <p:pic>
        <p:nvPicPr>
          <p:cNvPr id="6" name="Gráfico 5">
            <a:extLst>
              <a:ext uri="{FF2B5EF4-FFF2-40B4-BE49-F238E27FC236}">
                <a16:creationId xmlns:a16="http://schemas.microsoft.com/office/drawing/2014/main" id="{45146CB0-AE20-DEC4-C8E6-28DF95F1143B}"/>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6" t="30197" r="53546" b="6024"/>
          <a:stretch/>
        </p:blipFill>
        <p:spPr>
          <a:xfrm rot="21026348">
            <a:off x="5678584" y="2638764"/>
            <a:ext cx="8603297" cy="4647676"/>
          </a:xfrm>
          <a:prstGeom prst="rect">
            <a:avLst/>
          </a:prstGeom>
        </p:spPr>
      </p:pic>
      <p:sp>
        <p:nvSpPr>
          <p:cNvPr id="7" name="Google Shape;341;p4">
            <a:extLst>
              <a:ext uri="{FF2B5EF4-FFF2-40B4-BE49-F238E27FC236}">
                <a16:creationId xmlns:a16="http://schemas.microsoft.com/office/drawing/2014/main" id="{DECEB60D-326E-612E-4BC6-3925C9E3CC32}"/>
              </a:ext>
            </a:extLst>
          </p:cNvPr>
          <p:cNvSpPr/>
          <p:nvPr/>
        </p:nvSpPr>
        <p:spPr>
          <a:xfrm rot="-3438299">
            <a:off x="10617267" y="5326573"/>
            <a:ext cx="408000" cy="408000"/>
          </a:xfrm>
          <a:prstGeom prst="ellipse">
            <a:avLst/>
          </a:prstGeom>
          <a:solidFill>
            <a:srgbClr val="FA161E"/>
          </a:solidFill>
          <a:ln>
            <a:noFill/>
          </a:ln>
        </p:spPr>
        <p:style>
          <a:lnRef idx="0">
            <a:scrgbClr r="0" g="0" b="0"/>
          </a:lnRef>
          <a:fillRef idx="0">
            <a:scrgbClr r="0" g="0" b="0"/>
          </a:fillRef>
          <a:effectRef idx="0">
            <a:scrgbClr r="0" g="0" b="0"/>
          </a:effectRef>
          <a:fontRef idx="major"/>
        </p:style>
        <p:txBody>
          <a:bodyPr spcFirstLastPara="1" wrap="square" lIns="60950" tIns="30467" rIns="60950" bIns="30467"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r">
              <a:buSzPts val="2700"/>
            </a:pPr>
            <a:endParaRPr sz="1800" dirty="0">
              <a:solidFill>
                <a:srgbClr val="FFFFFF"/>
              </a:solidFill>
              <a:latin typeface="Calibri"/>
              <a:ea typeface="Calibri"/>
              <a:cs typeface="Calibri"/>
              <a:sym typeface="Calibri"/>
            </a:endParaRPr>
          </a:p>
        </p:txBody>
      </p:sp>
      <p:sp>
        <p:nvSpPr>
          <p:cNvPr id="8" name="Google Shape;342;p4">
            <a:extLst>
              <a:ext uri="{FF2B5EF4-FFF2-40B4-BE49-F238E27FC236}">
                <a16:creationId xmlns:a16="http://schemas.microsoft.com/office/drawing/2014/main" id="{241DDA92-9183-9916-1A26-6FEACCFBC8D3}"/>
              </a:ext>
            </a:extLst>
          </p:cNvPr>
          <p:cNvSpPr/>
          <p:nvPr/>
        </p:nvSpPr>
        <p:spPr>
          <a:xfrm>
            <a:off x="9084502" y="3402930"/>
            <a:ext cx="1317209" cy="1317209"/>
          </a:xfrm>
          <a:prstGeom prst="ellipse">
            <a:avLst/>
          </a:prstGeom>
          <a:solidFill>
            <a:srgbClr val="FA161E"/>
          </a:solidFill>
          <a:ln>
            <a:noFill/>
          </a:ln>
        </p:spPr>
        <p:style>
          <a:lnRef idx="0">
            <a:scrgbClr r="0" g="0" b="0"/>
          </a:lnRef>
          <a:fillRef idx="0">
            <a:scrgbClr r="0" g="0" b="0"/>
          </a:fillRef>
          <a:effectRef idx="0">
            <a:scrgbClr r="0" g="0" b="0"/>
          </a:effectRef>
          <a:fontRef idx="major"/>
        </p:style>
        <p:txBody>
          <a:bodyPr spcFirstLastPara="1" wrap="square" lIns="36000" tIns="36000" rIns="36000" bIns="36000"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buSzPts val="6000"/>
            </a:pPr>
            <a:r>
              <a:rPr lang="pt-BR" sz="4200" b="1" dirty="0">
                <a:solidFill>
                  <a:srgbClr val="FFFFFF"/>
                </a:solidFill>
                <a:latin typeface="Poppins"/>
                <a:ea typeface="Calibri"/>
                <a:cs typeface="Poppins"/>
                <a:sym typeface="Poppins"/>
              </a:rPr>
              <a:t>8</a:t>
            </a:r>
            <a:endParaRPr sz="4200" dirty="0">
              <a:solidFill>
                <a:srgbClr val="FFFFFF"/>
              </a:solidFill>
              <a:latin typeface="Calibri"/>
              <a:ea typeface="Calibri"/>
              <a:cs typeface="Calibri"/>
              <a:sym typeface="Calibri"/>
            </a:endParaRPr>
          </a:p>
        </p:txBody>
      </p:sp>
      <p:cxnSp>
        <p:nvCxnSpPr>
          <p:cNvPr id="9" name="Google Shape;343;p4">
            <a:extLst>
              <a:ext uri="{FF2B5EF4-FFF2-40B4-BE49-F238E27FC236}">
                <a16:creationId xmlns:a16="http://schemas.microsoft.com/office/drawing/2014/main" id="{9F9B2CD1-82CA-C9C9-ED40-A2D0DEE36D01}"/>
              </a:ext>
            </a:extLst>
          </p:cNvPr>
          <p:cNvCxnSpPr/>
          <p:nvPr/>
        </p:nvCxnSpPr>
        <p:spPr>
          <a:xfrm>
            <a:off x="10016903" y="4528943"/>
            <a:ext cx="634075" cy="900448"/>
          </a:xfrm>
          <a:prstGeom prst="straightConnector1">
            <a:avLst/>
          </a:prstGeom>
          <a:noFill/>
          <a:ln w="9525" cap="flat" cmpd="sng">
            <a:solidFill>
              <a:srgbClr val="FA161E"/>
            </a:solidFill>
            <a:prstDash val="solid"/>
            <a:round/>
            <a:headEnd type="none" w="sm" len="sm"/>
            <a:tailEnd type="none" w="sm" len="sm"/>
          </a:ln>
        </p:spPr>
      </p:cxnSp>
      <p:sp>
        <p:nvSpPr>
          <p:cNvPr id="10" name="Google Shape;344;p4">
            <a:extLst>
              <a:ext uri="{FF2B5EF4-FFF2-40B4-BE49-F238E27FC236}">
                <a16:creationId xmlns:a16="http://schemas.microsoft.com/office/drawing/2014/main" id="{DC0D6DA0-7C71-BA20-539A-F7FF81D7F28A}"/>
              </a:ext>
            </a:extLst>
          </p:cNvPr>
          <p:cNvSpPr txBox="1"/>
          <p:nvPr/>
        </p:nvSpPr>
        <p:spPr>
          <a:xfrm>
            <a:off x="3380130" y="3442233"/>
            <a:ext cx="4487736" cy="338528"/>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SzPts val="3200"/>
            </a:pPr>
            <a:r>
              <a:rPr lang="pt-BR" sz="1800" dirty="0">
                <a:solidFill>
                  <a:schemeClr val="tx1">
                    <a:lumMod val="95000"/>
                    <a:lumOff val="5000"/>
                  </a:schemeClr>
                </a:solidFill>
                <a:latin typeface="Poppins" panose="00000500000000000000" pitchFamily="2" charset="0"/>
                <a:ea typeface="Poppins Light"/>
                <a:cs typeface="Poppins" pitchFamily="2" charset="77"/>
                <a:sym typeface="Poppins Light"/>
              </a:rPr>
              <a:t>Endereçamento e protocolos de rede</a:t>
            </a:r>
          </a:p>
        </p:txBody>
      </p:sp>
      <p:sp>
        <p:nvSpPr>
          <p:cNvPr id="11" name="Google Shape;345;p4">
            <a:extLst>
              <a:ext uri="{FF2B5EF4-FFF2-40B4-BE49-F238E27FC236}">
                <a16:creationId xmlns:a16="http://schemas.microsoft.com/office/drawing/2014/main" id="{18039296-4E10-B946-745A-0241B2F34A8D}"/>
              </a:ext>
            </a:extLst>
          </p:cNvPr>
          <p:cNvSpPr txBox="1"/>
          <p:nvPr/>
        </p:nvSpPr>
        <p:spPr>
          <a:xfrm>
            <a:off x="3380130" y="3072901"/>
            <a:ext cx="2582980" cy="40008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SzPts val="3000"/>
            </a:pPr>
            <a:r>
              <a:rPr lang="pt-BR" sz="2200" b="1" dirty="0">
                <a:solidFill>
                  <a:srgbClr val="FA161E"/>
                </a:solidFill>
                <a:latin typeface="Poppins"/>
                <a:ea typeface="Poppins"/>
                <a:cs typeface="Poppins"/>
                <a:sym typeface="Poppins"/>
              </a:rPr>
              <a:t>Você está aqui!</a:t>
            </a:r>
            <a:endParaRPr sz="2200" dirty="0">
              <a:latin typeface="Arial"/>
              <a:ea typeface="Arial"/>
              <a:cs typeface="Arial"/>
            </a:endParaRPr>
          </a:p>
        </p:txBody>
      </p:sp>
      <p:sp>
        <p:nvSpPr>
          <p:cNvPr id="15" name="Google Shape;349;p4">
            <a:extLst>
              <a:ext uri="{FF2B5EF4-FFF2-40B4-BE49-F238E27FC236}">
                <a16:creationId xmlns:a16="http://schemas.microsoft.com/office/drawing/2014/main" id="{3B4AED73-0605-CC3C-EE07-866FBC5AE30B}"/>
              </a:ext>
            </a:extLst>
          </p:cNvPr>
          <p:cNvSpPr txBox="1"/>
          <p:nvPr/>
        </p:nvSpPr>
        <p:spPr>
          <a:xfrm>
            <a:off x="3380130" y="5079775"/>
            <a:ext cx="4785301" cy="699232"/>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SzPts val="2500"/>
            </a:pPr>
            <a:r>
              <a:rPr lang="pt-BR" sz="1800" dirty="0">
                <a:latin typeface="Poppins"/>
                <a:ea typeface="Poppins"/>
                <a:cs typeface="Poppins"/>
                <a:sym typeface="Poppins"/>
              </a:rPr>
              <a:t>Código da aula: DADOSANO1C1B2S8A2</a:t>
            </a:r>
            <a:endParaRPr lang="pt-BR" sz="1800" dirty="0">
              <a:latin typeface="Arial"/>
              <a:ea typeface="Arial"/>
              <a:cs typeface="Arial"/>
            </a:endParaRPr>
          </a:p>
        </p:txBody>
      </p:sp>
      <p:sp>
        <p:nvSpPr>
          <p:cNvPr id="16" name="Google Shape;350;p4">
            <a:extLst>
              <a:ext uri="{FF2B5EF4-FFF2-40B4-BE49-F238E27FC236}">
                <a16:creationId xmlns:a16="http://schemas.microsoft.com/office/drawing/2014/main" id="{4AD27A5C-7526-3A24-E706-AE53876E4537}"/>
              </a:ext>
            </a:extLst>
          </p:cNvPr>
          <p:cNvSpPr txBox="1"/>
          <p:nvPr/>
        </p:nvSpPr>
        <p:spPr>
          <a:xfrm>
            <a:off x="3380131" y="4576477"/>
            <a:ext cx="4977806" cy="535430"/>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Clr>
                <a:schemeClr val="dk1"/>
              </a:buClr>
              <a:buSzPts val="2500"/>
            </a:pPr>
            <a:r>
              <a:rPr lang="pt-BR" sz="1800" b="1" dirty="0">
                <a:solidFill>
                  <a:schemeClr val="dk1"/>
                </a:solidFill>
                <a:latin typeface="Poppins" panose="00000500000000000000" pitchFamily="2" charset="0"/>
                <a:ea typeface="Poppins"/>
                <a:cs typeface="Poppins"/>
                <a:sym typeface="Poppins"/>
              </a:rPr>
              <a:t>Aula 2: Protocolos: TCP/IP, UDP, DNS</a:t>
            </a:r>
          </a:p>
        </p:txBody>
      </p:sp>
      <p:sp>
        <p:nvSpPr>
          <p:cNvPr id="2" name="Retângulo: Cantos Arredondados 1">
            <a:extLst>
              <a:ext uri="{FF2B5EF4-FFF2-40B4-BE49-F238E27FC236}">
                <a16:creationId xmlns:a16="http://schemas.microsoft.com/office/drawing/2014/main" id="{D531D86E-A568-2485-3583-02009416BF2C}"/>
              </a:ext>
            </a:extLst>
          </p:cNvPr>
          <p:cNvSpPr/>
          <p:nvPr/>
        </p:nvSpPr>
        <p:spPr>
          <a:xfrm>
            <a:off x="113993" y="891153"/>
            <a:ext cx="2098825" cy="1571239"/>
          </a:xfrm>
          <a:prstGeom prst="roundRect">
            <a:avLst/>
          </a:prstGeom>
          <a:solidFill>
            <a:srgbClr val="FF1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Retângulo: Cantos Arredondados 3">
            <a:extLst>
              <a:ext uri="{FF2B5EF4-FFF2-40B4-BE49-F238E27FC236}">
                <a16:creationId xmlns:a16="http://schemas.microsoft.com/office/drawing/2014/main" id="{2B9917CF-FF31-DE60-9A93-65C959A84CDE}"/>
              </a:ext>
            </a:extLst>
          </p:cNvPr>
          <p:cNvSpPr/>
          <p:nvPr/>
        </p:nvSpPr>
        <p:spPr>
          <a:xfrm>
            <a:off x="2078851" y="383070"/>
            <a:ext cx="2549765" cy="2090843"/>
          </a:xfrm>
          <a:prstGeom prst="roundRect">
            <a:avLst>
              <a:gd name="adj" fmla="val 1407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Google Shape;329;p3">
            <a:extLst>
              <a:ext uri="{FF2B5EF4-FFF2-40B4-BE49-F238E27FC236}">
                <a16:creationId xmlns:a16="http://schemas.microsoft.com/office/drawing/2014/main" id="{A3ECE4F4-4CD6-3E20-9655-AB0C933582B3}"/>
              </a:ext>
            </a:extLst>
          </p:cNvPr>
          <p:cNvSpPr txBox="1"/>
          <p:nvPr/>
        </p:nvSpPr>
        <p:spPr>
          <a:xfrm>
            <a:off x="154176" y="1440887"/>
            <a:ext cx="1865581" cy="471770"/>
          </a:xfrm>
          <a:prstGeom prst="rect">
            <a:avLst/>
          </a:prstGeom>
          <a:noFill/>
          <a:ln>
            <a:noFill/>
          </a:ln>
        </p:spPr>
        <p:txBody>
          <a:bodyPr spcFirstLastPara="1" wrap="square" lIns="60950" tIns="30467" rIns="60950" bIns="30467" anchor="t" anchorCtr="0">
            <a:spAutoFit/>
          </a:bodyPr>
          <a:lstStyle/>
          <a:p>
            <a:pPr algn="r">
              <a:buSzPts val="2000"/>
            </a:pPr>
            <a:r>
              <a:rPr lang="pt-BR" sz="1333" b="1" dirty="0">
                <a:solidFill>
                  <a:srgbClr val="FFFFFF"/>
                </a:solidFill>
                <a:latin typeface="Poppins" pitchFamily="2" charset="77"/>
                <a:ea typeface="Poppins SemiBold"/>
                <a:cs typeface="Poppins" pitchFamily="2" charset="77"/>
                <a:sym typeface="Poppins SemiBold"/>
              </a:rPr>
              <a:t>Introdução à informática </a:t>
            </a:r>
          </a:p>
        </p:txBody>
      </p:sp>
      <p:sp>
        <p:nvSpPr>
          <p:cNvPr id="17" name="Google Shape;331;p3">
            <a:extLst>
              <a:ext uri="{FF2B5EF4-FFF2-40B4-BE49-F238E27FC236}">
                <a16:creationId xmlns:a16="http://schemas.microsoft.com/office/drawing/2014/main" id="{0D328430-9785-BC52-440C-9C33693C1763}"/>
              </a:ext>
            </a:extLst>
          </p:cNvPr>
          <p:cNvSpPr txBox="1"/>
          <p:nvPr/>
        </p:nvSpPr>
        <p:spPr>
          <a:xfrm>
            <a:off x="2113937" y="905380"/>
            <a:ext cx="2435785" cy="1046222"/>
          </a:xfrm>
          <a:prstGeom prst="rect">
            <a:avLst/>
          </a:prstGeom>
          <a:noFill/>
          <a:ln>
            <a:noFill/>
          </a:ln>
        </p:spPr>
        <p:txBody>
          <a:bodyPr spcFirstLastPara="1" wrap="square" lIns="60950" tIns="30467" rIns="60950" bIns="30467" anchor="t" anchorCtr="0">
            <a:spAutoFit/>
          </a:bodyPr>
          <a:lstStyle/>
          <a:p>
            <a:pPr algn="ctr">
              <a:buSzPts val="3600"/>
            </a:pPr>
            <a:r>
              <a:rPr lang="pt-BR" sz="2133" b="1" dirty="0">
                <a:solidFill>
                  <a:srgbClr val="FFFFFF"/>
                </a:solidFill>
                <a:latin typeface="Poppins"/>
                <a:ea typeface="Poppins"/>
                <a:cs typeface="Poppins"/>
                <a:sym typeface="Poppins"/>
              </a:rPr>
              <a:t>Mapa da Unidade 1 Componente 1</a:t>
            </a:r>
            <a:endParaRPr lang="pt-BR" sz="2133" dirty="0"/>
          </a:p>
        </p:txBody>
      </p:sp>
    </p:spTree>
    <p:extLst>
      <p:ext uri="{BB962C8B-B14F-4D97-AF65-F5344CB8AC3E}">
        <p14:creationId xmlns:p14="http://schemas.microsoft.com/office/powerpoint/2010/main" val="1743587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3">
          <a:extLst>
            <a:ext uri="{FF2B5EF4-FFF2-40B4-BE49-F238E27FC236}">
              <a16:creationId xmlns:a16="http://schemas.microsoft.com/office/drawing/2014/main" id="{3E0FAE20-2573-60A8-3082-6684C8249A7D}"/>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634565F8-815F-8BCF-1067-111FC0728845}"/>
              </a:ext>
            </a:extLst>
          </p:cNvPr>
          <p:cNvSpPr txBox="1"/>
          <p:nvPr/>
        </p:nvSpPr>
        <p:spPr>
          <a:xfrm>
            <a:off x="6215922" y="319790"/>
            <a:ext cx="184731" cy="188065"/>
          </a:xfrm>
          <a:prstGeom prst="rect">
            <a:avLst/>
          </a:prstGeom>
          <a:noFill/>
        </p:spPr>
        <p:txBody>
          <a:bodyPr wrap="none" rtlCol="0">
            <a:spAutoFit/>
          </a:bodyPr>
          <a:lstStyle/>
          <a:p>
            <a:endParaRPr lang="pt-BR" sz="622" dirty="0"/>
          </a:p>
        </p:txBody>
      </p:sp>
      <p:sp>
        <p:nvSpPr>
          <p:cNvPr id="4" name="Espaço Reservado para Texto 7">
            <a:extLst>
              <a:ext uri="{FF2B5EF4-FFF2-40B4-BE49-F238E27FC236}">
                <a16:creationId xmlns:a16="http://schemas.microsoft.com/office/drawing/2014/main" id="{D7F8DA65-E114-D2E5-2284-C78C4C261B96}"/>
              </a:ext>
            </a:extLst>
          </p:cNvPr>
          <p:cNvSpPr>
            <a:spLocks noGrp="1"/>
          </p:cNvSpPr>
          <p:nvPr>
            <p:ph type="body" sz="quarter" idx="10"/>
          </p:nvPr>
        </p:nvSpPr>
        <p:spPr>
          <a:xfrm>
            <a:off x="1403741" y="1342524"/>
            <a:ext cx="4020592" cy="1397696"/>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r>
              <a:rPr lang="pt-BR" sz="1500" dirty="0">
                <a:solidFill>
                  <a:schemeClr val="tx1">
                    <a:lumMod val="95000"/>
                    <a:lumOff val="5000"/>
                  </a:schemeClr>
                </a:solidFill>
                <a:latin typeface="Poppins" panose="00000500000000000000" pitchFamily="2" charset="0"/>
              </a:rPr>
              <a:t>Compreender e aplicar o conceito de protocolos: TCP/IP, UDP, DNS.</a:t>
            </a:r>
            <a:endParaRPr lang="pt-BR" sz="1500" noProof="0" dirty="0">
              <a:solidFill>
                <a:schemeClr val="tx1">
                  <a:lumMod val="95000"/>
                  <a:lumOff val="5000"/>
                </a:schemeClr>
              </a:solidFill>
              <a:latin typeface="Poppins" panose="00000500000000000000" pitchFamily="2" charset="0"/>
            </a:endParaRPr>
          </a:p>
        </p:txBody>
      </p:sp>
      <p:sp>
        <p:nvSpPr>
          <p:cNvPr id="13" name="Espaço Reservado para Texto 7">
            <a:extLst>
              <a:ext uri="{FF2B5EF4-FFF2-40B4-BE49-F238E27FC236}">
                <a16:creationId xmlns:a16="http://schemas.microsoft.com/office/drawing/2014/main" id="{8AF92186-AF6E-7E51-4BAF-A03639015285}"/>
              </a:ext>
            </a:extLst>
          </p:cNvPr>
          <p:cNvSpPr>
            <a:spLocks noGrp="1"/>
          </p:cNvSpPr>
          <p:nvPr>
            <p:ph type="body" sz="quarter" idx="11"/>
          </p:nvPr>
        </p:nvSpPr>
        <p:spPr>
          <a:xfrm>
            <a:off x="7387165" y="1355465"/>
            <a:ext cx="4397398" cy="1555292"/>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r>
              <a:rPr lang="pt-BR" sz="1500" dirty="0">
                <a:solidFill>
                  <a:schemeClr val="tx1">
                    <a:lumMod val="95000"/>
                    <a:lumOff val="5000"/>
                  </a:schemeClr>
                </a:solidFill>
                <a:latin typeface="Poppins" panose="00000500000000000000" pitchFamily="2" charset="0"/>
              </a:rPr>
              <a:t>Interpretar endereçamento IP e funcionamento de protocolos de rede.</a:t>
            </a:r>
            <a:endParaRPr lang="pt-BR" sz="1500" noProof="0" dirty="0">
              <a:solidFill>
                <a:schemeClr val="tx1">
                  <a:lumMod val="95000"/>
                  <a:lumOff val="5000"/>
                </a:schemeClr>
              </a:solidFill>
              <a:latin typeface="Poppins" panose="00000500000000000000" pitchFamily="2" charset="0"/>
            </a:endParaRPr>
          </a:p>
        </p:txBody>
      </p:sp>
      <p:sp>
        <p:nvSpPr>
          <p:cNvPr id="14" name="Espaço Reservado para Texto 7">
            <a:extLst>
              <a:ext uri="{FF2B5EF4-FFF2-40B4-BE49-F238E27FC236}">
                <a16:creationId xmlns:a16="http://schemas.microsoft.com/office/drawing/2014/main" id="{FFE3D6FC-C84A-7A7E-C188-5EC547C5C483}"/>
              </a:ext>
            </a:extLst>
          </p:cNvPr>
          <p:cNvSpPr>
            <a:spLocks noGrp="1"/>
          </p:cNvSpPr>
          <p:nvPr>
            <p:ph type="body" sz="quarter" idx="12"/>
          </p:nvPr>
        </p:nvSpPr>
        <p:spPr>
          <a:xfrm>
            <a:off x="7387165" y="3649330"/>
            <a:ext cx="4397398" cy="1590171"/>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r>
              <a:rPr lang="pt-BR" sz="1500" dirty="0">
                <a:solidFill>
                  <a:schemeClr val="tx1">
                    <a:lumMod val="95000"/>
                    <a:lumOff val="5000"/>
                  </a:schemeClr>
                </a:solidFill>
                <a:latin typeface="Poppins" panose="00000500000000000000" pitchFamily="2" charset="0"/>
              </a:rPr>
              <a:t>Interagir com confiança e disposição para aprender com os outros.</a:t>
            </a:r>
            <a:endParaRPr lang="pt-BR" sz="1500" noProof="0" dirty="0">
              <a:solidFill>
                <a:schemeClr val="tx1">
                  <a:lumMod val="95000"/>
                  <a:lumOff val="5000"/>
                </a:schemeClr>
              </a:solidFill>
              <a:latin typeface="Poppins" panose="00000500000000000000" pitchFamily="2" charset="0"/>
            </a:endParaRPr>
          </a:p>
        </p:txBody>
      </p:sp>
      <p:sp>
        <p:nvSpPr>
          <p:cNvPr id="15" name="Espaço Reservado para Texto 7">
            <a:extLst>
              <a:ext uri="{FF2B5EF4-FFF2-40B4-BE49-F238E27FC236}">
                <a16:creationId xmlns:a16="http://schemas.microsoft.com/office/drawing/2014/main" id="{FE1411F6-AC69-19D3-F3C3-611018F1C2FD}"/>
              </a:ext>
            </a:extLst>
          </p:cNvPr>
          <p:cNvSpPr>
            <a:spLocks noGrp="1"/>
          </p:cNvSpPr>
          <p:nvPr>
            <p:ph type="body" sz="quarter" idx="13"/>
          </p:nvPr>
        </p:nvSpPr>
        <p:spPr>
          <a:xfrm>
            <a:off x="1395390" y="2964375"/>
            <a:ext cx="4028943" cy="1239283"/>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a:spcAft>
                <a:spcPts val="400"/>
              </a:spcAft>
            </a:pPr>
            <a:r>
              <a:rPr lang="pt-BR" sz="1500" noProof="0" dirty="0">
                <a:solidFill>
                  <a:schemeClr val="tx1">
                    <a:lumMod val="95000"/>
                    <a:lumOff val="5000"/>
                  </a:schemeClr>
                </a:solidFill>
                <a:latin typeface="Poppins" panose="00000500000000000000" pitchFamily="2" charset="0"/>
              </a:rPr>
              <a:t>Recurso audiovisual para exibição de vídeos e imagens.</a:t>
            </a:r>
          </a:p>
          <a:p>
            <a:pPr>
              <a:spcAft>
                <a:spcPts val="400"/>
              </a:spcAft>
            </a:pPr>
            <a:r>
              <a:rPr lang="pt-BR" sz="1500" noProof="0" dirty="0">
                <a:solidFill>
                  <a:schemeClr val="tx1">
                    <a:lumMod val="95000"/>
                    <a:lumOff val="5000"/>
                  </a:schemeClr>
                </a:solidFill>
                <a:latin typeface="Poppins" panose="00000500000000000000" pitchFamily="2" charset="0"/>
              </a:rPr>
              <a:t>Acesso ao laboratório de informática e/ou à internet.</a:t>
            </a:r>
          </a:p>
          <a:p>
            <a:pPr>
              <a:spcAft>
                <a:spcPts val="400"/>
              </a:spcAft>
            </a:pPr>
            <a:r>
              <a:rPr lang="pt-BR" sz="1500" dirty="0">
                <a:solidFill>
                  <a:schemeClr val="tx1">
                    <a:lumMod val="95000"/>
                    <a:lumOff val="5000"/>
                  </a:schemeClr>
                </a:solidFill>
                <a:latin typeface="Poppins" panose="00000500000000000000" pitchFamily="2" charset="0"/>
              </a:rPr>
              <a:t>Papel e caneta.</a:t>
            </a:r>
          </a:p>
          <a:p>
            <a:pPr marL="0" indent="0">
              <a:spcAft>
                <a:spcPts val="400"/>
              </a:spcAft>
              <a:buNone/>
            </a:pPr>
            <a:endParaRPr lang="pt-BR" sz="1500" noProof="0" dirty="0">
              <a:solidFill>
                <a:schemeClr val="tx1">
                  <a:lumMod val="95000"/>
                  <a:lumOff val="5000"/>
                </a:schemeClr>
              </a:solidFill>
              <a:latin typeface="Poppins" panose="00000500000000000000" pitchFamily="2" charset="0"/>
            </a:endParaRPr>
          </a:p>
          <a:p>
            <a:pPr marL="0" indent="0">
              <a:spcAft>
                <a:spcPts val="400"/>
              </a:spcAft>
              <a:buNone/>
            </a:pPr>
            <a:endParaRPr lang="pt-BR" sz="1500" noProof="0" dirty="0">
              <a:solidFill>
                <a:schemeClr val="tx1">
                  <a:lumMod val="95000"/>
                  <a:lumOff val="5000"/>
                </a:schemeClr>
              </a:solidFill>
              <a:latin typeface="Poppins" panose="00000500000000000000" pitchFamily="2" charset="0"/>
            </a:endParaRPr>
          </a:p>
        </p:txBody>
      </p:sp>
    </p:spTree>
    <p:extLst>
      <p:ext uri="{BB962C8B-B14F-4D97-AF65-F5344CB8AC3E}">
        <p14:creationId xmlns:p14="http://schemas.microsoft.com/office/powerpoint/2010/main" val="2955423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16" name="Espaço Reservado para Texto 15">
            <a:extLst>
              <a:ext uri="{FF2B5EF4-FFF2-40B4-BE49-F238E27FC236}">
                <a16:creationId xmlns:a16="http://schemas.microsoft.com/office/drawing/2014/main" id="{5E8B49E6-9C17-0E48-69CE-F7DDFEB8A1CF}"/>
              </a:ext>
            </a:extLst>
          </p:cNvPr>
          <p:cNvSpPr>
            <a:spLocks noGrp="1"/>
          </p:cNvSpPr>
          <p:nvPr>
            <p:ph type="body" sz="quarter" idx="11"/>
          </p:nvPr>
        </p:nvSpPr>
        <p:spPr>
          <a:xfrm>
            <a:off x="3581400" y="2338807"/>
            <a:ext cx="6971195" cy="304523"/>
          </a:xfrm>
        </p:spPr>
        <p:txBody>
          <a:bodyPr/>
          <a:lstStyle/>
          <a:p>
            <a:r>
              <a:rPr lang="pt-BR" sz="1800" dirty="0"/>
              <a:t>Para que serve o endereço IP em uma rede?</a:t>
            </a:r>
          </a:p>
        </p:txBody>
      </p:sp>
      <p:sp>
        <p:nvSpPr>
          <p:cNvPr id="17" name="Espaço Reservado para Texto 16">
            <a:extLst>
              <a:ext uri="{FF2B5EF4-FFF2-40B4-BE49-F238E27FC236}">
                <a16:creationId xmlns:a16="http://schemas.microsoft.com/office/drawing/2014/main" id="{1C8D0275-593C-465B-F87E-C5B8A989BF2C}"/>
              </a:ext>
            </a:extLst>
          </p:cNvPr>
          <p:cNvSpPr>
            <a:spLocks noGrp="1"/>
          </p:cNvSpPr>
          <p:nvPr>
            <p:ph type="body" sz="quarter" idx="12"/>
          </p:nvPr>
        </p:nvSpPr>
        <p:spPr>
          <a:xfrm>
            <a:off x="3581400" y="3291307"/>
            <a:ext cx="6971195" cy="304523"/>
          </a:xfrm>
        </p:spPr>
        <p:txBody>
          <a:bodyPr/>
          <a:lstStyle/>
          <a:p>
            <a:r>
              <a:rPr lang="pt-BR" sz="1800" dirty="0"/>
              <a:t>Qual é a diferença entre IPv4 e IPv6?</a:t>
            </a:r>
          </a:p>
        </p:txBody>
      </p:sp>
      <p:sp>
        <p:nvSpPr>
          <p:cNvPr id="19" name="Espaço Reservado para Texto 18">
            <a:extLst>
              <a:ext uri="{FF2B5EF4-FFF2-40B4-BE49-F238E27FC236}">
                <a16:creationId xmlns:a16="http://schemas.microsoft.com/office/drawing/2014/main" id="{E418C936-D934-CE11-4011-3D37EFE0EE50}"/>
              </a:ext>
            </a:extLst>
          </p:cNvPr>
          <p:cNvSpPr>
            <a:spLocks noGrp="1"/>
          </p:cNvSpPr>
          <p:nvPr>
            <p:ph type="body" sz="quarter" idx="13"/>
          </p:nvPr>
        </p:nvSpPr>
        <p:spPr>
          <a:xfrm>
            <a:off x="3581400" y="4218407"/>
            <a:ext cx="6971195" cy="304523"/>
          </a:xfrm>
        </p:spPr>
        <p:txBody>
          <a:bodyPr/>
          <a:lstStyle/>
          <a:p>
            <a:r>
              <a:rPr lang="pt-BR" sz="1800" dirty="0"/>
              <a:t>O que indica a máscara de sub-rede?</a:t>
            </a:r>
          </a:p>
        </p:txBody>
      </p:sp>
      <p:sp>
        <p:nvSpPr>
          <p:cNvPr id="21" name="Espaço Reservado para Texto 20">
            <a:extLst>
              <a:ext uri="{FF2B5EF4-FFF2-40B4-BE49-F238E27FC236}">
                <a16:creationId xmlns:a16="http://schemas.microsoft.com/office/drawing/2014/main" id="{E2B25944-36EC-6042-5B7F-3D3B1B558F6A}"/>
              </a:ext>
            </a:extLst>
          </p:cNvPr>
          <p:cNvSpPr>
            <a:spLocks noGrp="1"/>
          </p:cNvSpPr>
          <p:nvPr>
            <p:ph type="body" sz="quarter" idx="15"/>
          </p:nvPr>
        </p:nvSpPr>
        <p:spPr>
          <a:xfrm>
            <a:off x="2855535" y="931604"/>
            <a:ext cx="2790522" cy="443538"/>
          </a:xfrm>
        </p:spPr>
        <p:txBody>
          <a:bodyPr/>
          <a:lstStyle/>
          <a:p>
            <a:r>
              <a:rPr lang="pt-BR" sz="3200" b="1" dirty="0">
                <a:solidFill>
                  <a:srgbClr val="FF0000"/>
                </a:solidFill>
              </a:rPr>
              <a:t>Endereço IP</a:t>
            </a:r>
          </a:p>
        </p:txBody>
      </p:sp>
      <p:sp>
        <p:nvSpPr>
          <p:cNvPr id="18" name="CaixaDeTexto 17">
            <a:extLst>
              <a:ext uri="{FF2B5EF4-FFF2-40B4-BE49-F238E27FC236}">
                <a16:creationId xmlns:a16="http://schemas.microsoft.com/office/drawing/2014/main" id="{675975C5-9124-E0A1-1BDC-F765691531C6}"/>
              </a:ext>
            </a:extLst>
          </p:cNvPr>
          <p:cNvSpPr txBox="1"/>
          <p:nvPr/>
        </p:nvSpPr>
        <p:spPr>
          <a:xfrm>
            <a:off x="1838476" y="3347962"/>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pic>
        <p:nvPicPr>
          <p:cNvPr id="6" name="Imagem 5">
            <a:extLst>
              <a:ext uri="{FF2B5EF4-FFF2-40B4-BE49-F238E27FC236}">
                <a16:creationId xmlns:a16="http://schemas.microsoft.com/office/drawing/2014/main" id="{EAB0D723-9F8E-03E4-B7E3-94F94D4C774E}"/>
              </a:ext>
            </a:extLst>
          </p:cNvPr>
          <p:cNvPicPr>
            <a:picLocks noChangeAspect="1"/>
          </p:cNvPicPr>
          <p:nvPr/>
        </p:nvPicPr>
        <p:blipFill>
          <a:blip r:embed="rId3"/>
          <a:stretch>
            <a:fillRect/>
          </a:stretch>
        </p:blipFill>
        <p:spPr>
          <a:xfrm>
            <a:off x="3218392" y="2234063"/>
            <a:ext cx="296333" cy="592667"/>
          </a:xfrm>
          <a:prstGeom prst="rect">
            <a:avLst/>
          </a:prstGeom>
        </p:spPr>
      </p:pic>
      <p:pic>
        <p:nvPicPr>
          <p:cNvPr id="7" name="Imagem 6">
            <a:extLst>
              <a:ext uri="{FF2B5EF4-FFF2-40B4-BE49-F238E27FC236}">
                <a16:creationId xmlns:a16="http://schemas.microsoft.com/office/drawing/2014/main" id="{0CE3D029-2ED4-FBF7-FA5E-54A5BBAC1D97}"/>
              </a:ext>
            </a:extLst>
          </p:cNvPr>
          <p:cNvPicPr>
            <a:picLocks noChangeAspect="1"/>
          </p:cNvPicPr>
          <p:nvPr/>
        </p:nvPicPr>
        <p:blipFill>
          <a:blip r:embed="rId3"/>
          <a:stretch>
            <a:fillRect/>
          </a:stretch>
        </p:blipFill>
        <p:spPr>
          <a:xfrm>
            <a:off x="3218392" y="3183632"/>
            <a:ext cx="296333" cy="592667"/>
          </a:xfrm>
          <a:prstGeom prst="rect">
            <a:avLst/>
          </a:prstGeom>
        </p:spPr>
      </p:pic>
      <p:pic>
        <p:nvPicPr>
          <p:cNvPr id="8" name="Imagem 7">
            <a:extLst>
              <a:ext uri="{FF2B5EF4-FFF2-40B4-BE49-F238E27FC236}">
                <a16:creationId xmlns:a16="http://schemas.microsoft.com/office/drawing/2014/main" id="{9AFC706B-EB30-4CC0-965F-296864D12B36}"/>
              </a:ext>
            </a:extLst>
          </p:cNvPr>
          <p:cNvPicPr>
            <a:picLocks noChangeAspect="1"/>
          </p:cNvPicPr>
          <p:nvPr/>
        </p:nvPicPr>
        <p:blipFill>
          <a:blip r:embed="rId3"/>
          <a:stretch>
            <a:fillRect/>
          </a:stretch>
        </p:blipFill>
        <p:spPr>
          <a:xfrm>
            <a:off x="3218392" y="4121478"/>
            <a:ext cx="296333" cy="592667"/>
          </a:xfrm>
          <a:prstGeom prst="rect">
            <a:avLst/>
          </a:prstGeom>
        </p:spPr>
      </p:pic>
    </p:spTree>
    <p:extLst>
      <p:ext uri="{BB962C8B-B14F-4D97-AF65-F5344CB8AC3E}">
        <p14:creationId xmlns:p14="http://schemas.microsoft.com/office/powerpoint/2010/main" val="3788491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8D771-C1E9-9505-D43A-9D44E6B44E6F}"/>
            </a:ext>
          </a:extLst>
        </p:cNvPr>
        <p:cNvGrpSpPr/>
        <p:nvPr/>
      </p:nvGrpSpPr>
      <p:grpSpPr>
        <a:xfrm>
          <a:off x="0" y="0"/>
          <a:ext cx="0" cy="0"/>
          <a:chOff x="0" y="0"/>
          <a:chExt cx="0" cy="0"/>
        </a:xfrm>
      </p:grpSpPr>
      <p:sp>
        <p:nvSpPr>
          <p:cNvPr id="2" name="Espaço Reservado para Texto 22">
            <a:extLst>
              <a:ext uri="{FF2B5EF4-FFF2-40B4-BE49-F238E27FC236}">
                <a16:creationId xmlns:a16="http://schemas.microsoft.com/office/drawing/2014/main" id="{87DD63C6-B5F5-C1D4-0B5C-AF6E89E1B8F7}"/>
              </a:ext>
            </a:extLst>
          </p:cNvPr>
          <p:cNvSpPr>
            <a:spLocks noGrp="1"/>
          </p:cNvSpPr>
          <p:nvPr>
            <p:ph type="body" sz="quarter" idx="4294967295"/>
          </p:nvPr>
        </p:nvSpPr>
        <p:spPr>
          <a:xfrm>
            <a:off x="2707488" y="814581"/>
            <a:ext cx="6777024" cy="500136"/>
          </a:xfrm>
          <a:prstGeom prst="rect">
            <a:avLst/>
          </a:prstGeom>
        </p:spPr>
        <p:txBody>
          <a:bodyPr/>
          <a:lstStyle>
            <a:lvl1pPr>
              <a:defRPr sz="4400" b="1"/>
            </a:lvl1pPr>
          </a:lstStyle>
          <a:p>
            <a:pPr lvl="0"/>
            <a:r>
              <a:rPr lang="pt-BR" sz="3200" dirty="0">
                <a:solidFill>
                  <a:srgbClr val="FF161F"/>
                </a:solidFill>
                <a:latin typeface="Poppins" pitchFamily="2" charset="77"/>
                <a:cs typeface="Poppins" pitchFamily="2" charset="77"/>
              </a:rPr>
              <a:t>Protocolos de rede: as regras da comunicação</a:t>
            </a:r>
          </a:p>
        </p:txBody>
      </p:sp>
      <p:sp>
        <p:nvSpPr>
          <p:cNvPr id="14" name="Google Shape;136;p4">
            <a:extLst>
              <a:ext uri="{FF2B5EF4-FFF2-40B4-BE49-F238E27FC236}">
                <a16:creationId xmlns:a16="http://schemas.microsoft.com/office/drawing/2014/main" id="{54DDBB14-ABE7-8CA3-EB9E-0CC81AEB584F}"/>
              </a:ext>
            </a:extLst>
          </p:cNvPr>
          <p:cNvSpPr txBox="1"/>
          <p:nvPr/>
        </p:nvSpPr>
        <p:spPr>
          <a:xfrm>
            <a:off x="8196837" y="2543253"/>
            <a:ext cx="3688055" cy="2278274"/>
          </a:xfrm>
          <a:prstGeom prst="rect">
            <a:avLst/>
          </a:prstGeom>
          <a:solidFill>
            <a:srgbClr val="AAA6D3">
              <a:alpha val="50000"/>
            </a:srgbClr>
          </a:solidFill>
          <a:ln w="19050" cap="flat" cmpd="sng">
            <a:noFill/>
            <a:prstDash val="solid"/>
            <a:round/>
            <a:headEnd type="none" w="sm" len="sm"/>
            <a:tailEnd type="none" w="sm" len="sm"/>
          </a:ln>
          <a:effectLst/>
        </p:spPr>
        <p:txBody>
          <a:bodyPr spcFirstLastPara="1" wrap="square" lIns="168000" tIns="168000" rIns="96000" bIns="168000" anchor="t" anchorCtr="0">
            <a:spAutoFit/>
          </a:bodyPr>
          <a:lstStyle/>
          <a:p>
            <a:pPr>
              <a:buSzPts val="1800"/>
            </a:pPr>
            <a:endParaRPr lang="pt-BR" sz="1800" dirty="0">
              <a:latin typeface="Poppins" panose="00000500000000000000" pitchFamily="2" charset="0"/>
              <a:cs typeface="Poppins" panose="00000500000000000000" pitchFamily="2" charset="0"/>
            </a:endParaRPr>
          </a:p>
          <a:p>
            <a:pPr>
              <a:buSzPts val="1800"/>
            </a:pPr>
            <a:r>
              <a:rPr lang="pt-BR" sz="1800" dirty="0">
                <a:latin typeface="Poppins" panose="00000500000000000000" pitchFamily="2" charset="0"/>
                <a:cs typeface="Poppins" panose="00000500000000000000" pitchFamily="2" charset="0"/>
              </a:rPr>
              <a:t>Protocolos são as regras que tornam a internet possível. Sem protocolos, cada máquina teria sua própria “língua” e não se comunicaria.</a:t>
            </a:r>
            <a:endParaRPr lang="pt-BR" sz="1800" dirty="0">
              <a:latin typeface="Poppins" panose="00000500000000000000" pitchFamily="2" charset="0"/>
              <a:cs typeface="Poppins" panose="00000500000000000000" pitchFamily="2" charset="0"/>
              <a:sym typeface="Lato"/>
            </a:endParaRPr>
          </a:p>
        </p:txBody>
      </p:sp>
      <p:grpSp>
        <p:nvGrpSpPr>
          <p:cNvPr id="15" name="Agrupar 14">
            <a:extLst>
              <a:ext uri="{FF2B5EF4-FFF2-40B4-BE49-F238E27FC236}">
                <a16:creationId xmlns:a16="http://schemas.microsoft.com/office/drawing/2014/main" id="{CB0A908D-7957-BF9D-2F5C-446143610ABC}"/>
              </a:ext>
            </a:extLst>
          </p:cNvPr>
          <p:cNvGrpSpPr/>
          <p:nvPr/>
        </p:nvGrpSpPr>
        <p:grpSpPr>
          <a:xfrm>
            <a:off x="7858132" y="2163491"/>
            <a:ext cx="3499948" cy="728133"/>
            <a:chOff x="12496121" y="1426319"/>
            <a:chExt cx="5249922" cy="1092200"/>
          </a:xfrm>
        </p:grpSpPr>
        <p:pic>
          <p:nvPicPr>
            <p:cNvPr id="16" name="Imagem 15">
              <a:extLst>
                <a:ext uri="{FF2B5EF4-FFF2-40B4-BE49-F238E27FC236}">
                  <a16:creationId xmlns:a16="http://schemas.microsoft.com/office/drawing/2014/main" id="{86A09106-971E-6EB8-8832-4F394745FAC2}"/>
                </a:ext>
              </a:extLst>
            </p:cNvPr>
            <p:cNvPicPr>
              <a:picLocks noChangeAspect="1"/>
            </p:cNvPicPr>
            <p:nvPr/>
          </p:nvPicPr>
          <p:blipFill>
            <a:blip r:embed="rId2"/>
            <a:stretch>
              <a:fillRect/>
            </a:stretch>
          </p:blipFill>
          <p:spPr>
            <a:xfrm>
              <a:off x="12496121" y="1426319"/>
              <a:ext cx="5207000" cy="1092200"/>
            </a:xfrm>
            <a:prstGeom prst="rect">
              <a:avLst/>
            </a:prstGeom>
          </p:spPr>
        </p:pic>
        <p:pic>
          <p:nvPicPr>
            <p:cNvPr id="17" name="Gráfico 16">
              <a:extLst>
                <a:ext uri="{FF2B5EF4-FFF2-40B4-BE49-F238E27FC236}">
                  <a16:creationId xmlns:a16="http://schemas.microsoft.com/office/drawing/2014/main" id="{BAEE29B7-75D3-C29E-B0D6-1E8FD1949B8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90124" y="1574173"/>
              <a:ext cx="749300" cy="723900"/>
            </a:xfrm>
            <a:prstGeom prst="rect">
              <a:avLst/>
            </a:prstGeom>
          </p:spPr>
        </p:pic>
        <p:sp>
          <p:nvSpPr>
            <p:cNvPr id="18" name="CaixaDeTexto 17">
              <a:extLst>
                <a:ext uri="{FF2B5EF4-FFF2-40B4-BE49-F238E27FC236}">
                  <a16:creationId xmlns:a16="http://schemas.microsoft.com/office/drawing/2014/main" id="{3FA15F9C-DD6F-2566-B5CA-2EA7FB2E08BF}"/>
                </a:ext>
              </a:extLst>
            </p:cNvPr>
            <p:cNvSpPr txBox="1"/>
            <p:nvPr/>
          </p:nvSpPr>
          <p:spPr>
            <a:xfrm>
              <a:off x="13963023" y="1780400"/>
              <a:ext cx="3783020" cy="313070"/>
            </a:xfrm>
            <a:prstGeom prst="rect">
              <a:avLst/>
            </a:prstGeom>
            <a:noFill/>
            <a:ln>
              <a:noFill/>
            </a:ln>
          </p:spPr>
          <p:txBody>
            <a:bodyPr spcFirstLastPara="1" wrap="square" lIns="60950" tIns="30467" rIns="60950" bIns="30467" rtlCol="0" anchor="t" anchorCtr="0">
              <a:noAutofit/>
            </a:bodyPr>
            <a:lstStyle/>
            <a:p>
              <a:pPr algn="ctr"/>
              <a:r>
                <a:rPr lang="pt-BR" sz="1500" b="1" dirty="0">
                  <a:solidFill>
                    <a:schemeClr val="bg1"/>
                  </a:solidFill>
                  <a:latin typeface="Poppins" pitchFamily="2" charset="77"/>
                  <a:cs typeface="Poppins" pitchFamily="2" charset="77"/>
                </a:rPr>
                <a:t>DESTAQUE</a:t>
              </a:r>
            </a:p>
          </p:txBody>
        </p:sp>
      </p:grpSp>
      <p:sp>
        <p:nvSpPr>
          <p:cNvPr id="4" name="Rectangle 2">
            <a:extLst>
              <a:ext uri="{FF2B5EF4-FFF2-40B4-BE49-F238E27FC236}">
                <a16:creationId xmlns:a16="http://schemas.microsoft.com/office/drawing/2014/main" id="{4265E494-A551-291E-B655-F2F01D94A601}"/>
              </a:ext>
            </a:extLst>
          </p:cNvPr>
          <p:cNvSpPr>
            <a:spLocks noGrp="1" noChangeArrowheads="1"/>
          </p:cNvSpPr>
          <p:nvPr>
            <p:ph type="body" sz="quarter" idx="4294967295"/>
          </p:nvPr>
        </p:nvSpPr>
        <p:spPr bwMode="auto">
          <a:xfrm>
            <a:off x="3039440" y="2401957"/>
            <a:ext cx="4598959" cy="2339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00000"/>
              </a:lnSpc>
              <a:spcBef>
                <a:spcPct val="0"/>
              </a:spcBef>
              <a:spcAft>
                <a:spcPts val="1200"/>
              </a:spcAft>
              <a:buClrTx/>
              <a:buSzTx/>
              <a:tabLst/>
            </a:pPr>
            <a:r>
              <a:rPr kumimoji="0" lang="pt-BR" altLang="pt-BR"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é o conjunto de regras que permite a troca de dados entre computadores; </a:t>
            </a:r>
            <a:endParaRPr lang="pt-BR" altLang="pt-BR" sz="1800" dirty="0">
              <a:solidFill>
                <a:schemeClr val="tx1"/>
              </a:solidFill>
              <a:latin typeface="Poppins" panose="00000500000000000000" pitchFamily="2" charset="0"/>
              <a:cs typeface="Poppins" panose="00000500000000000000" pitchFamily="2" charset="0"/>
            </a:endParaRPr>
          </a:p>
          <a:p>
            <a:pPr marR="0" lvl="0" defTabSz="914400" rtl="0" eaLnBrk="0" fontAlgn="base" latinLnBrk="0" hangingPunct="0">
              <a:lnSpc>
                <a:spcPct val="100000"/>
              </a:lnSpc>
              <a:spcBef>
                <a:spcPct val="0"/>
              </a:spcBef>
              <a:spcAft>
                <a:spcPts val="1200"/>
              </a:spcAft>
              <a:buClrTx/>
              <a:buSzTx/>
              <a:tabLst/>
            </a:pPr>
            <a:r>
              <a:rPr kumimoji="0" lang="pt-BR" altLang="pt-BR"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definem </a:t>
            </a:r>
            <a:r>
              <a:rPr kumimoji="0" lang="pt-BR" altLang="pt-BR" sz="18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como os dados são enviados, recebidos e interpretados</a:t>
            </a:r>
            <a:r>
              <a:rPr lang="pt-BR" altLang="pt-BR" sz="1800" dirty="0">
                <a:solidFill>
                  <a:schemeClr val="tx1"/>
                </a:solidFill>
                <a:latin typeface="Poppins" panose="00000500000000000000" pitchFamily="2" charset="0"/>
                <a:cs typeface="Poppins" panose="00000500000000000000" pitchFamily="2" charset="0"/>
              </a:rPr>
              <a:t>;</a:t>
            </a:r>
            <a:endParaRPr kumimoji="0" lang="pt-BR" altLang="pt-BR"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R="0" lvl="0" defTabSz="914400" rtl="0" eaLnBrk="0" fontAlgn="base" latinLnBrk="0" hangingPunct="0">
              <a:lnSpc>
                <a:spcPct val="100000"/>
              </a:lnSpc>
              <a:spcBef>
                <a:spcPct val="0"/>
              </a:spcBef>
              <a:spcAft>
                <a:spcPts val="1200"/>
              </a:spcAft>
              <a:buClrTx/>
              <a:buSzTx/>
              <a:tabLst/>
            </a:pPr>
            <a:r>
              <a:rPr kumimoji="0" lang="pt-BR" altLang="pt-BR"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são a </a:t>
            </a:r>
            <a:r>
              <a:rPr kumimoji="0" lang="pt-BR" altLang="pt-BR" sz="18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base da internet</a:t>
            </a:r>
            <a:r>
              <a:rPr kumimoji="0" lang="pt-BR" altLang="pt-BR"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pois garantem ordem e organização no tráfego de dados.</a:t>
            </a:r>
          </a:p>
        </p:txBody>
      </p:sp>
      <p:sp>
        <p:nvSpPr>
          <p:cNvPr id="6" name="Triângulo 6">
            <a:extLst>
              <a:ext uri="{FF2B5EF4-FFF2-40B4-BE49-F238E27FC236}">
                <a16:creationId xmlns:a16="http://schemas.microsoft.com/office/drawing/2014/main" id="{4AD17DA5-0161-4013-43D4-746279A5FB36}"/>
              </a:ext>
            </a:extLst>
          </p:cNvPr>
          <p:cNvSpPr/>
          <p:nvPr/>
        </p:nvSpPr>
        <p:spPr>
          <a:xfrm rot="5400000">
            <a:off x="2811327" y="2529799"/>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dirty="0"/>
          </a:p>
        </p:txBody>
      </p:sp>
      <p:sp>
        <p:nvSpPr>
          <p:cNvPr id="7" name="Triângulo 6">
            <a:extLst>
              <a:ext uri="{FF2B5EF4-FFF2-40B4-BE49-F238E27FC236}">
                <a16:creationId xmlns:a16="http://schemas.microsoft.com/office/drawing/2014/main" id="{1CAA4B06-6FFC-49B5-917A-7DB8F6B993BA}"/>
              </a:ext>
            </a:extLst>
          </p:cNvPr>
          <p:cNvSpPr/>
          <p:nvPr/>
        </p:nvSpPr>
        <p:spPr>
          <a:xfrm rot="5400000">
            <a:off x="2811327" y="3209849"/>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dirty="0"/>
          </a:p>
        </p:txBody>
      </p:sp>
      <p:sp>
        <p:nvSpPr>
          <p:cNvPr id="8" name="Triângulo 6">
            <a:extLst>
              <a:ext uri="{FF2B5EF4-FFF2-40B4-BE49-F238E27FC236}">
                <a16:creationId xmlns:a16="http://schemas.microsoft.com/office/drawing/2014/main" id="{3E187F87-3874-C853-69C2-9E6CA100DA24}"/>
              </a:ext>
            </a:extLst>
          </p:cNvPr>
          <p:cNvSpPr/>
          <p:nvPr/>
        </p:nvSpPr>
        <p:spPr>
          <a:xfrm rot="5400000">
            <a:off x="2811327" y="3921268"/>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dirty="0"/>
          </a:p>
        </p:txBody>
      </p:sp>
      <p:sp>
        <p:nvSpPr>
          <p:cNvPr id="5" name="CaixaDeTexto 4">
            <a:extLst>
              <a:ext uri="{FF2B5EF4-FFF2-40B4-BE49-F238E27FC236}">
                <a16:creationId xmlns:a16="http://schemas.microsoft.com/office/drawing/2014/main" id="{28DCF4A8-A087-8527-0269-8E58FFDC518B}"/>
              </a:ext>
            </a:extLst>
          </p:cNvPr>
          <p:cNvSpPr txBox="1"/>
          <p:nvPr/>
        </p:nvSpPr>
        <p:spPr>
          <a:xfrm>
            <a:off x="8120637" y="4841110"/>
            <a:ext cx="1735381" cy="261610"/>
          </a:xfrm>
          <a:prstGeom prst="rect">
            <a:avLst/>
          </a:prstGeom>
          <a:noFill/>
          <a:ln>
            <a:noFill/>
          </a:ln>
        </p:spPr>
        <p:txBody>
          <a:bodyPr wrap="square">
            <a:spAutoFit/>
          </a:bodyPr>
          <a:lstStyle/>
          <a:p>
            <a:pPr>
              <a:buNone/>
            </a:pPr>
            <a:r>
              <a:rPr lang="pt-BR" sz="1100" dirty="0">
                <a:effectLst/>
                <a:latin typeface="Poppins" panose="00000500000000000000" pitchFamily="2" charset="0"/>
                <a:cs typeface="Poppins" panose="00000500000000000000" pitchFamily="2" charset="0"/>
              </a:rPr>
              <a:t>Fonte: STALLINGS, 2017.</a:t>
            </a:r>
          </a:p>
        </p:txBody>
      </p:sp>
    </p:spTree>
    <p:extLst>
      <p:ext uri="{BB962C8B-B14F-4D97-AF65-F5344CB8AC3E}">
        <p14:creationId xmlns:p14="http://schemas.microsoft.com/office/powerpoint/2010/main" val="2493060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65D6F-E601-AF07-ACE0-6259C0974200}"/>
            </a:ext>
          </a:extLst>
        </p:cNvPr>
        <p:cNvGrpSpPr/>
        <p:nvPr/>
      </p:nvGrpSpPr>
      <p:grpSpPr>
        <a:xfrm>
          <a:off x="0" y="0"/>
          <a:ext cx="0" cy="0"/>
          <a:chOff x="0" y="0"/>
          <a:chExt cx="0" cy="0"/>
        </a:xfrm>
      </p:grpSpPr>
      <p:sp>
        <p:nvSpPr>
          <p:cNvPr id="24" name="Espaço Reservado para Texto 39">
            <a:extLst>
              <a:ext uri="{FF2B5EF4-FFF2-40B4-BE49-F238E27FC236}">
                <a16:creationId xmlns:a16="http://schemas.microsoft.com/office/drawing/2014/main" id="{D337BACE-E84A-1D00-42AB-2B25DA162DE9}"/>
              </a:ext>
            </a:extLst>
          </p:cNvPr>
          <p:cNvSpPr>
            <a:spLocks noGrp="1"/>
          </p:cNvSpPr>
          <p:nvPr>
            <p:ph type="body" sz="quarter" idx="10"/>
          </p:nvPr>
        </p:nvSpPr>
        <p:spPr>
          <a:xfrm>
            <a:off x="2782474" y="910926"/>
            <a:ext cx="8540120" cy="520699"/>
          </a:xfrm>
        </p:spPr>
        <p:txBody>
          <a:bodyPr>
            <a:normAutofit/>
          </a:bodyPr>
          <a:lstStyle>
            <a:lvl1pPr>
              <a:defRPr sz="2400">
                <a:latin typeface="Poppins" pitchFamily="2" charset="77"/>
                <a:cs typeface="Poppins" pitchFamily="2" charset="77"/>
              </a:defRPr>
            </a:lvl1pPr>
          </a:lstStyle>
          <a:p>
            <a:pPr>
              <a:lnSpc>
                <a:spcPct val="90000"/>
              </a:lnSpc>
              <a:spcAft>
                <a:spcPts val="600"/>
              </a:spcAft>
            </a:pPr>
            <a:r>
              <a:rPr lang="pt-BR" sz="3000" b="1" dirty="0">
                <a:solidFill>
                  <a:srgbClr val="FF161F"/>
                </a:solidFill>
              </a:rPr>
              <a:t>TCP/IP: a base da internet</a:t>
            </a:r>
          </a:p>
        </p:txBody>
      </p:sp>
      <p:sp>
        <p:nvSpPr>
          <p:cNvPr id="5" name="CaixaDeTexto 4">
            <a:extLst>
              <a:ext uri="{FF2B5EF4-FFF2-40B4-BE49-F238E27FC236}">
                <a16:creationId xmlns:a16="http://schemas.microsoft.com/office/drawing/2014/main" id="{F3C0BFF0-372F-F0CA-D10F-327D9E5EEAA8}"/>
              </a:ext>
            </a:extLst>
          </p:cNvPr>
          <p:cNvSpPr txBox="1"/>
          <p:nvPr/>
        </p:nvSpPr>
        <p:spPr>
          <a:xfrm>
            <a:off x="2782474" y="1598549"/>
            <a:ext cx="5194992" cy="2330415"/>
          </a:xfrm>
          <a:prstGeom prst="rect">
            <a:avLst/>
          </a:prstGeom>
        </p:spPr>
        <p:txBody>
          <a:bodyPr>
            <a:normAutofit/>
          </a:bodyPr>
          <a:lstStyle/>
          <a:p>
            <a:r>
              <a:rPr lang="pt-BR" sz="1800" b="1" dirty="0">
                <a:latin typeface="Poppins" panose="00000500000000000000" pitchFamily="2" charset="0"/>
                <a:cs typeface="Poppins" panose="00000500000000000000" pitchFamily="2" charset="0"/>
              </a:rPr>
              <a:t>TCP/IP (Transmission Control Protocol/Internet Protocol)</a:t>
            </a:r>
            <a:r>
              <a:rPr lang="pt-BR" sz="1800" dirty="0">
                <a:latin typeface="Poppins" panose="00000500000000000000" pitchFamily="2" charset="0"/>
                <a:cs typeface="Poppins" panose="00000500000000000000" pitchFamily="2" charset="0"/>
              </a:rPr>
              <a:t> é o conjunto </a:t>
            </a:r>
          </a:p>
          <a:p>
            <a:r>
              <a:rPr lang="pt-BR" sz="1800" dirty="0">
                <a:latin typeface="Poppins" panose="00000500000000000000" pitchFamily="2" charset="0"/>
                <a:cs typeface="Poppins" panose="00000500000000000000" pitchFamily="2" charset="0"/>
              </a:rPr>
              <a:t>de protocolos que estrutura a internet. Ele organiza a comunicação em </a:t>
            </a:r>
            <a:r>
              <a:rPr lang="pt-BR" sz="1800" b="1" dirty="0">
                <a:latin typeface="Poppins" panose="00000500000000000000" pitchFamily="2" charset="0"/>
                <a:cs typeface="Poppins" panose="00000500000000000000" pitchFamily="2" charset="0"/>
              </a:rPr>
              <a:t>camadas</a:t>
            </a:r>
            <a:r>
              <a:rPr lang="pt-BR" sz="1800" dirty="0">
                <a:latin typeface="Poppins" panose="00000500000000000000" pitchFamily="2" charset="0"/>
                <a:cs typeface="Poppins" panose="00000500000000000000" pitchFamily="2" charset="0"/>
              </a:rPr>
              <a:t> (aplicação, transporte, rede e enlace). Cada camada tem funções específicas, pois ao </a:t>
            </a:r>
            <a:r>
              <a:rPr lang="pt-BR" sz="1800" b="1" dirty="0">
                <a:latin typeface="Poppins" panose="00000500000000000000" pitchFamily="2" charset="0"/>
                <a:cs typeface="Poppins" panose="00000500000000000000" pitchFamily="2" charset="0"/>
              </a:rPr>
              <a:t>dividir tarefas, evita confusões</a:t>
            </a:r>
            <a:r>
              <a:rPr lang="pt-BR" sz="1800" dirty="0">
                <a:latin typeface="Poppins" panose="00000500000000000000" pitchFamily="2" charset="0"/>
                <a:cs typeface="Poppins" panose="00000500000000000000" pitchFamily="2" charset="0"/>
              </a:rPr>
              <a:t>.</a:t>
            </a:r>
          </a:p>
          <a:p>
            <a:endParaRPr lang="pt-BR" sz="1800" b="1" dirty="0">
              <a:latin typeface="Poppins" panose="00000500000000000000" pitchFamily="2" charset="0"/>
              <a:cs typeface="Poppins" panose="00000500000000000000" pitchFamily="2" charset="0"/>
            </a:endParaRPr>
          </a:p>
          <a:p>
            <a:pPr algn="just"/>
            <a:endParaRPr lang="pt-BR" sz="1800" dirty="0">
              <a:latin typeface="Poppins" panose="00000500000000000000" pitchFamily="2" charset="0"/>
              <a:cs typeface="Poppins" panose="00000500000000000000" pitchFamily="2" charset="0"/>
            </a:endParaRPr>
          </a:p>
        </p:txBody>
      </p:sp>
      <p:sp>
        <p:nvSpPr>
          <p:cNvPr id="2" name="CaixaDeTexto 1">
            <a:extLst>
              <a:ext uri="{FF2B5EF4-FFF2-40B4-BE49-F238E27FC236}">
                <a16:creationId xmlns:a16="http://schemas.microsoft.com/office/drawing/2014/main" id="{9BBFAA08-B570-1FE6-FE18-6DAAC0EE1CFF}"/>
              </a:ext>
            </a:extLst>
          </p:cNvPr>
          <p:cNvSpPr txBox="1"/>
          <p:nvPr/>
        </p:nvSpPr>
        <p:spPr>
          <a:xfrm>
            <a:off x="12323852" y="375391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CaixaDeTexto 3">
            <a:extLst>
              <a:ext uri="{FF2B5EF4-FFF2-40B4-BE49-F238E27FC236}">
                <a16:creationId xmlns:a16="http://schemas.microsoft.com/office/drawing/2014/main" id="{BA1CAD67-9995-45FF-5439-E3E237326129}"/>
              </a:ext>
            </a:extLst>
          </p:cNvPr>
          <p:cNvSpPr txBox="1"/>
          <p:nvPr/>
        </p:nvSpPr>
        <p:spPr>
          <a:xfrm>
            <a:off x="186031" y="3715005"/>
            <a:ext cx="12115839" cy="2416046"/>
          </a:xfrm>
          <a:prstGeom prst="rect">
            <a:avLst/>
          </a:prstGeom>
          <a:noFill/>
          <a:ln>
            <a:noFill/>
          </a:ln>
        </p:spPr>
        <p:txBody>
          <a:bodyPr wrap="square">
            <a:spAutoFit/>
          </a:bodyPr>
          <a:lstStyle/>
          <a:p>
            <a:pPr>
              <a:spcAft>
                <a:spcPts val="600"/>
              </a:spcAft>
            </a:pPr>
            <a:r>
              <a:rPr lang="pt-BR" sz="1800" b="1" dirty="0">
                <a:latin typeface="Poppins" panose="00000500000000000000" pitchFamily="2" charset="0"/>
                <a:cs typeface="Poppins" panose="00000500000000000000" pitchFamily="2" charset="0"/>
              </a:rPr>
              <a:t>Exemplo: </a:t>
            </a:r>
          </a:p>
          <a:p>
            <a:pPr>
              <a:spcAft>
                <a:spcPts val="600"/>
              </a:spcAft>
            </a:pPr>
            <a:r>
              <a:rPr lang="pt-BR" sz="1800" dirty="0">
                <a:latin typeface="Poppins" panose="00000500000000000000" pitchFamily="2" charset="0"/>
                <a:cs typeface="Poppins" panose="00000500000000000000" pitchFamily="2" charset="0"/>
              </a:rPr>
              <a:t>Ao mandar uma foto no WhatsApp:</a:t>
            </a:r>
          </a:p>
          <a:p>
            <a:pPr indent="-285750">
              <a:spcAft>
                <a:spcPts val="600"/>
              </a:spcAft>
              <a:buFont typeface="Wingdings" panose="05000000000000000000" pitchFamily="2" charset="2"/>
              <a:buChar char="ü"/>
            </a:pPr>
            <a:r>
              <a:rPr lang="pt-BR" sz="1800" dirty="0">
                <a:latin typeface="Poppins" panose="00000500000000000000" pitchFamily="2" charset="0"/>
                <a:cs typeface="Poppins" panose="00000500000000000000" pitchFamily="2" charset="0"/>
              </a:rPr>
              <a:t>uma camada </a:t>
            </a:r>
            <a:r>
              <a:rPr lang="pt-BR" sz="1800" b="1" dirty="0">
                <a:latin typeface="Poppins" panose="00000500000000000000" pitchFamily="2" charset="0"/>
                <a:cs typeface="Poppins" panose="00000500000000000000" pitchFamily="2" charset="0"/>
              </a:rPr>
              <a:t>(aplicação) </a:t>
            </a:r>
            <a:r>
              <a:rPr lang="pt-BR" sz="1800" dirty="0">
                <a:latin typeface="Poppins" panose="00000500000000000000" pitchFamily="2" charset="0"/>
                <a:cs typeface="Poppins" panose="00000500000000000000" pitchFamily="2" charset="0"/>
              </a:rPr>
              <a:t>cuida do envio; </a:t>
            </a:r>
          </a:p>
          <a:p>
            <a:pPr indent="-285750">
              <a:spcAft>
                <a:spcPts val="600"/>
              </a:spcAft>
              <a:buFont typeface="Wingdings" panose="05000000000000000000" pitchFamily="2" charset="2"/>
              <a:buChar char="ü"/>
            </a:pPr>
            <a:r>
              <a:rPr lang="pt-BR" sz="1800" dirty="0">
                <a:latin typeface="Poppins" panose="00000500000000000000" pitchFamily="2" charset="0"/>
                <a:cs typeface="Poppins" panose="00000500000000000000" pitchFamily="2" charset="0"/>
              </a:rPr>
              <a:t>outra camada </a:t>
            </a:r>
            <a:r>
              <a:rPr lang="pt-BR" sz="1800" b="1" dirty="0">
                <a:latin typeface="Poppins" panose="00000500000000000000" pitchFamily="2" charset="0"/>
                <a:cs typeface="Poppins" panose="00000500000000000000" pitchFamily="2" charset="0"/>
              </a:rPr>
              <a:t>(transporte) </a:t>
            </a:r>
            <a:r>
              <a:rPr lang="pt-BR" sz="1800" dirty="0">
                <a:latin typeface="Poppins" panose="00000500000000000000" pitchFamily="2" charset="0"/>
                <a:cs typeface="Poppins" panose="00000500000000000000" pitchFamily="2" charset="0"/>
              </a:rPr>
              <a:t>garante que os dados cheguem completos;</a:t>
            </a:r>
          </a:p>
          <a:p>
            <a:pPr indent="-285750">
              <a:spcAft>
                <a:spcPts val="600"/>
              </a:spcAft>
              <a:buFont typeface="Wingdings" panose="05000000000000000000" pitchFamily="2" charset="2"/>
              <a:buChar char="ü"/>
            </a:pPr>
            <a:r>
              <a:rPr lang="pt-BR" sz="1800" dirty="0">
                <a:latin typeface="Poppins" panose="00000500000000000000" pitchFamily="2" charset="0"/>
                <a:cs typeface="Poppins" panose="00000500000000000000" pitchFamily="2" charset="0"/>
              </a:rPr>
              <a:t>outras camadas </a:t>
            </a:r>
            <a:r>
              <a:rPr lang="pt-BR" sz="1800" b="1" dirty="0">
                <a:latin typeface="Poppins" panose="00000500000000000000" pitchFamily="2" charset="0"/>
                <a:cs typeface="Poppins" panose="00000500000000000000" pitchFamily="2" charset="0"/>
              </a:rPr>
              <a:t>(rede e enlace) </a:t>
            </a:r>
            <a:r>
              <a:rPr lang="pt-BR" sz="1800" dirty="0">
                <a:latin typeface="Poppins" panose="00000500000000000000" pitchFamily="2" charset="0"/>
                <a:cs typeface="Poppins" panose="00000500000000000000" pitchFamily="2" charset="0"/>
              </a:rPr>
              <a:t>definem a rota e entregam a mensagem. Essas camadas também dividem a foto em pacotes menores, que são enviados pela rede e depois reorganizados no destino.</a:t>
            </a:r>
          </a:p>
          <a:p>
            <a:pPr indent="-285750" algn="just">
              <a:buFont typeface="Wingdings" panose="05000000000000000000" pitchFamily="2" charset="2"/>
              <a:buChar char="ü"/>
            </a:pPr>
            <a:endParaRPr lang="pt-BR" sz="1800" dirty="0">
              <a:latin typeface="Poppins" panose="00000500000000000000" pitchFamily="2" charset="0"/>
              <a:cs typeface="Poppins" panose="00000500000000000000" pitchFamily="2" charset="0"/>
            </a:endParaRPr>
          </a:p>
        </p:txBody>
      </p:sp>
      <p:sp>
        <p:nvSpPr>
          <p:cNvPr id="9" name="Google Shape;136;p4">
            <a:extLst>
              <a:ext uri="{FF2B5EF4-FFF2-40B4-BE49-F238E27FC236}">
                <a16:creationId xmlns:a16="http://schemas.microsoft.com/office/drawing/2014/main" id="{2D37AC46-75BE-8E13-1F24-1E160548D3CD}"/>
              </a:ext>
            </a:extLst>
          </p:cNvPr>
          <p:cNvSpPr txBox="1"/>
          <p:nvPr/>
        </p:nvSpPr>
        <p:spPr>
          <a:xfrm>
            <a:off x="8161351" y="2113585"/>
            <a:ext cx="3471333" cy="1324166"/>
          </a:xfrm>
          <a:prstGeom prst="rect">
            <a:avLst/>
          </a:prstGeom>
          <a:solidFill>
            <a:srgbClr val="AAA6D3">
              <a:alpha val="50000"/>
            </a:srgbClr>
          </a:solidFill>
          <a:ln w="19050" cap="flat" cmpd="sng">
            <a:noFill/>
            <a:prstDash val="solid"/>
            <a:round/>
            <a:headEnd type="none" w="sm" len="sm"/>
            <a:tailEnd type="none" w="sm" len="sm"/>
          </a:ln>
          <a:effectLst/>
        </p:spPr>
        <p:txBody>
          <a:bodyPr spcFirstLastPara="1" wrap="square" lIns="168000" tIns="168000" rIns="96000" bIns="168000" anchor="t" anchorCtr="0">
            <a:spAutoFit/>
          </a:bodyPr>
          <a:lstStyle/>
          <a:p>
            <a:pPr>
              <a:buSzPts val="1800"/>
            </a:pPr>
            <a:endParaRPr lang="pt-BR" sz="1600" dirty="0">
              <a:latin typeface="Poppins" panose="00000500000000000000" pitchFamily="2" charset="0"/>
              <a:ea typeface="Lato"/>
              <a:cs typeface="Poppins" panose="00000500000000000000" pitchFamily="2" charset="0"/>
              <a:sym typeface="Lato"/>
            </a:endParaRPr>
          </a:p>
          <a:p>
            <a:pPr lvl="0">
              <a:defRPr/>
            </a:pPr>
            <a:r>
              <a:rPr lang="pt-BR" sz="1600" dirty="0">
                <a:latin typeface="Poppins" panose="00000500000000000000" pitchFamily="2" charset="0"/>
                <a:cs typeface="Poppins" panose="00000500000000000000" pitchFamily="2" charset="0"/>
              </a:rPr>
              <a:t>Permite que diferentes tecnologias (Wi-Fi, cabo, fibra, 4G) funcionem juntas.</a:t>
            </a:r>
          </a:p>
        </p:txBody>
      </p:sp>
      <p:grpSp>
        <p:nvGrpSpPr>
          <p:cNvPr id="10" name="Agrupar 9">
            <a:extLst>
              <a:ext uri="{FF2B5EF4-FFF2-40B4-BE49-F238E27FC236}">
                <a16:creationId xmlns:a16="http://schemas.microsoft.com/office/drawing/2014/main" id="{3665C4C9-6194-F117-2D77-0D756E87602E}"/>
              </a:ext>
            </a:extLst>
          </p:cNvPr>
          <p:cNvGrpSpPr/>
          <p:nvPr/>
        </p:nvGrpSpPr>
        <p:grpSpPr>
          <a:xfrm>
            <a:off x="7894565" y="1737762"/>
            <a:ext cx="3499948" cy="728133"/>
            <a:chOff x="12496121" y="1426319"/>
            <a:chExt cx="5249922" cy="1092200"/>
          </a:xfrm>
        </p:grpSpPr>
        <p:pic>
          <p:nvPicPr>
            <p:cNvPr id="11" name="Imagem 10">
              <a:extLst>
                <a:ext uri="{FF2B5EF4-FFF2-40B4-BE49-F238E27FC236}">
                  <a16:creationId xmlns:a16="http://schemas.microsoft.com/office/drawing/2014/main" id="{957F0879-103C-7CFB-C610-E6F772599A5C}"/>
                </a:ext>
              </a:extLst>
            </p:cNvPr>
            <p:cNvPicPr>
              <a:picLocks noChangeAspect="1"/>
            </p:cNvPicPr>
            <p:nvPr/>
          </p:nvPicPr>
          <p:blipFill>
            <a:blip r:embed="rId2"/>
            <a:stretch>
              <a:fillRect/>
            </a:stretch>
          </p:blipFill>
          <p:spPr>
            <a:xfrm>
              <a:off x="12496121" y="1426319"/>
              <a:ext cx="5207000" cy="1092200"/>
            </a:xfrm>
            <a:prstGeom prst="rect">
              <a:avLst/>
            </a:prstGeom>
          </p:spPr>
        </p:pic>
        <p:pic>
          <p:nvPicPr>
            <p:cNvPr id="12" name="Gráfico 11">
              <a:extLst>
                <a:ext uri="{FF2B5EF4-FFF2-40B4-BE49-F238E27FC236}">
                  <a16:creationId xmlns:a16="http://schemas.microsoft.com/office/drawing/2014/main" id="{CA2003B6-CA8D-9D44-0C79-352F24F9262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90124" y="1574173"/>
              <a:ext cx="749300" cy="723900"/>
            </a:xfrm>
            <a:prstGeom prst="rect">
              <a:avLst/>
            </a:prstGeom>
          </p:spPr>
        </p:pic>
        <p:sp>
          <p:nvSpPr>
            <p:cNvPr id="13" name="CaixaDeTexto 12">
              <a:extLst>
                <a:ext uri="{FF2B5EF4-FFF2-40B4-BE49-F238E27FC236}">
                  <a16:creationId xmlns:a16="http://schemas.microsoft.com/office/drawing/2014/main" id="{73D9FE07-456F-5FBD-53D5-84C7041187F2}"/>
                </a:ext>
              </a:extLst>
            </p:cNvPr>
            <p:cNvSpPr txBox="1"/>
            <p:nvPr/>
          </p:nvSpPr>
          <p:spPr>
            <a:xfrm>
              <a:off x="13963023" y="1780400"/>
              <a:ext cx="3783020" cy="313070"/>
            </a:xfrm>
            <a:prstGeom prst="rect">
              <a:avLst/>
            </a:prstGeom>
            <a:noFill/>
            <a:ln>
              <a:noFill/>
            </a:ln>
          </p:spPr>
          <p:txBody>
            <a:bodyPr spcFirstLastPara="1" wrap="square" lIns="60950" tIns="30467" rIns="60950" bIns="30467" rtlCol="0" anchor="t" anchorCtr="0">
              <a:noAutofit/>
            </a:bodyPr>
            <a:lstStyle/>
            <a:p>
              <a:pPr algn="ctr"/>
              <a:r>
                <a:rPr lang="pt-BR" sz="1500" b="1" dirty="0">
                  <a:solidFill>
                    <a:schemeClr val="bg1"/>
                  </a:solidFill>
                  <a:latin typeface="Poppins" pitchFamily="2" charset="77"/>
                  <a:cs typeface="Poppins" pitchFamily="2" charset="77"/>
                </a:rPr>
                <a:t>DESTAQUE</a:t>
              </a:r>
            </a:p>
          </p:txBody>
        </p:sp>
      </p:grpSp>
      <p:sp>
        <p:nvSpPr>
          <p:cNvPr id="6" name="CaixaDeTexto 5">
            <a:extLst>
              <a:ext uri="{FF2B5EF4-FFF2-40B4-BE49-F238E27FC236}">
                <a16:creationId xmlns:a16="http://schemas.microsoft.com/office/drawing/2014/main" id="{06045EFC-5E4D-3495-FC86-80F00F7B7AFE}"/>
              </a:ext>
            </a:extLst>
          </p:cNvPr>
          <p:cNvSpPr txBox="1"/>
          <p:nvPr/>
        </p:nvSpPr>
        <p:spPr>
          <a:xfrm>
            <a:off x="186031" y="5869441"/>
            <a:ext cx="6093068" cy="261610"/>
          </a:xfrm>
          <a:prstGeom prst="rect">
            <a:avLst/>
          </a:prstGeom>
          <a:noFill/>
          <a:ln>
            <a:noFill/>
          </a:ln>
        </p:spPr>
        <p:txBody>
          <a:bodyPr wrap="square">
            <a:spAutoFit/>
          </a:bodyPr>
          <a:lstStyle/>
          <a:p>
            <a:pPr>
              <a:buNone/>
            </a:pPr>
            <a:r>
              <a:rPr lang="pt-BR" sz="1100" dirty="0">
                <a:effectLst/>
                <a:latin typeface="Poppins" panose="00000500000000000000" pitchFamily="2" charset="0"/>
                <a:cs typeface="Poppins" panose="00000500000000000000" pitchFamily="2" charset="0"/>
              </a:rPr>
              <a:t>Fonte: TANENBAUM; AUSTIN, 2013.</a:t>
            </a:r>
          </a:p>
        </p:txBody>
      </p:sp>
    </p:spTree>
    <p:extLst>
      <p:ext uri="{BB962C8B-B14F-4D97-AF65-F5344CB8AC3E}">
        <p14:creationId xmlns:p14="http://schemas.microsoft.com/office/powerpoint/2010/main" val="3567065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591;p15">
            <a:extLst>
              <a:ext uri="{FF2B5EF4-FFF2-40B4-BE49-F238E27FC236}">
                <a16:creationId xmlns:a16="http://schemas.microsoft.com/office/drawing/2014/main" id="{3190FB35-1708-3222-5CE0-E89648E8FD3B}"/>
              </a:ext>
            </a:extLst>
          </p:cNvPr>
          <p:cNvSpPr txBox="1"/>
          <p:nvPr/>
        </p:nvSpPr>
        <p:spPr>
          <a:xfrm>
            <a:off x="3104707" y="2735932"/>
            <a:ext cx="685357" cy="570490"/>
          </a:xfrm>
          <a:prstGeom prst="rect">
            <a:avLst/>
          </a:prstGeom>
          <a:solidFill>
            <a:srgbClr val="312F67"/>
          </a:solidFill>
          <a:ln>
            <a:noFill/>
          </a:ln>
        </p:spPr>
        <p:txBody>
          <a:bodyPr spcFirstLastPara="1" wrap="square" lIns="60950" tIns="60950" rIns="60950" bIns="60950" anchor="ctr" anchorCtr="0">
            <a:noAutofit/>
          </a:bodyPr>
          <a:lstStyle/>
          <a:p>
            <a:pPr algn="ctr">
              <a:buSzPts val="3500"/>
            </a:pPr>
            <a:r>
              <a:rPr lang="pt-BR" sz="2333" b="1" dirty="0">
                <a:solidFill>
                  <a:schemeClr val="lt1"/>
                </a:solidFill>
                <a:latin typeface="Poppins"/>
                <a:ea typeface="Poppins"/>
                <a:cs typeface="Poppins"/>
                <a:sym typeface="Poppins"/>
              </a:rPr>
              <a:t>1</a:t>
            </a:r>
            <a:endParaRPr sz="2333" b="1" dirty="0">
              <a:solidFill>
                <a:schemeClr val="lt1"/>
              </a:solidFill>
              <a:latin typeface="Poppins"/>
              <a:ea typeface="Poppins"/>
              <a:cs typeface="Poppins"/>
              <a:sym typeface="Poppins"/>
            </a:endParaRPr>
          </a:p>
        </p:txBody>
      </p:sp>
      <p:cxnSp>
        <p:nvCxnSpPr>
          <p:cNvPr id="19" name="Google Shape;592;p15">
            <a:extLst>
              <a:ext uri="{FF2B5EF4-FFF2-40B4-BE49-F238E27FC236}">
                <a16:creationId xmlns:a16="http://schemas.microsoft.com/office/drawing/2014/main" id="{09391586-25A1-431B-E22C-5E119ADA1B9C}"/>
              </a:ext>
            </a:extLst>
          </p:cNvPr>
          <p:cNvCxnSpPr>
            <a:cxnSpLocks/>
          </p:cNvCxnSpPr>
          <p:nvPr/>
        </p:nvCxnSpPr>
        <p:spPr>
          <a:xfrm flipV="1">
            <a:off x="5950752" y="3290081"/>
            <a:ext cx="0" cy="2782321"/>
          </a:xfrm>
          <a:prstGeom prst="straightConnector1">
            <a:avLst/>
          </a:prstGeom>
          <a:noFill/>
          <a:ln w="19050" cap="flat" cmpd="sng">
            <a:solidFill>
              <a:schemeClr val="dk1"/>
            </a:solidFill>
            <a:prstDash val="solid"/>
            <a:round/>
            <a:headEnd type="diamond" w="med" len="med"/>
            <a:tailEnd type="none" w="sm" len="sm"/>
          </a:ln>
        </p:spPr>
      </p:cxnSp>
      <p:sp>
        <p:nvSpPr>
          <p:cNvPr id="20" name="Google Shape;593;p15">
            <a:extLst>
              <a:ext uri="{FF2B5EF4-FFF2-40B4-BE49-F238E27FC236}">
                <a16:creationId xmlns:a16="http://schemas.microsoft.com/office/drawing/2014/main" id="{DE1F590A-B8A0-DBE6-7E9B-7D129F00AC64}"/>
              </a:ext>
            </a:extLst>
          </p:cNvPr>
          <p:cNvSpPr txBox="1"/>
          <p:nvPr/>
        </p:nvSpPr>
        <p:spPr>
          <a:xfrm>
            <a:off x="5584178" y="2735932"/>
            <a:ext cx="685357" cy="570490"/>
          </a:xfrm>
          <a:prstGeom prst="rect">
            <a:avLst/>
          </a:prstGeom>
          <a:solidFill>
            <a:srgbClr val="312F67"/>
          </a:solidFill>
          <a:ln>
            <a:noFill/>
          </a:ln>
        </p:spPr>
        <p:txBody>
          <a:bodyPr spcFirstLastPara="1" wrap="square" lIns="60950" tIns="60950" rIns="60950" bIns="60950" anchor="ctr" anchorCtr="0">
            <a:noAutofit/>
          </a:bodyPr>
          <a:lstStyle/>
          <a:p>
            <a:pPr algn="ctr">
              <a:buSzPts val="3500"/>
            </a:pPr>
            <a:r>
              <a:rPr lang="pt-BR" sz="2333" b="1" dirty="0">
                <a:solidFill>
                  <a:schemeClr val="lt1"/>
                </a:solidFill>
                <a:latin typeface="Poppins"/>
                <a:ea typeface="Poppins"/>
                <a:cs typeface="Poppins"/>
                <a:sym typeface="Poppins"/>
              </a:rPr>
              <a:t>2</a:t>
            </a:r>
            <a:endParaRPr sz="2333" b="1" dirty="0">
              <a:solidFill>
                <a:schemeClr val="lt1"/>
              </a:solidFill>
              <a:latin typeface="Poppins"/>
              <a:ea typeface="Poppins"/>
              <a:cs typeface="Poppins"/>
              <a:sym typeface="Poppins"/>
            </a:endParaRPr>
          </a:p>
        </p:txBody>
      </p:sp>
      <p:sp>
        <p:nvSpPr>
          <p:cNvPr id="21" name="Google Shape;594;p15">
            <a:extLst>
              <a:ext uri="{FF2B5EF4-FFF2-40B4-BE49-F238E27FC236}">
                <a16:creationId xmlns:a16="http://schemas.microsoft.com/office/drawing/2014/main" id="{91551B42-623E-9E45-027D-C13973FE2588}"/>
              </a:ext>
            </a:extLst>
          </p:cNvPr>
          <p:cNvSpPr txBox="1"/>
          <p:nvPr/>
        </p:nvSpPr>
        <p:spPr>
          <a:xfrm>
            <a:off x="8529705" y="2735932"/>
            <a:ext cx="685357" cy="570490"/>
          </a:xfrm>
          <a:prstGeom prst="rect">
            <a:avLst/>
          </a:prstGeom>
          <a:solidFill>
            <a:srgbClr val="312F67"/>
          </a:solidFill>
          <a:ln>
            <a:noFill/>
          </a:ln>
        </p:spPr>
        <p:txBody>
          <a:bodyPr spcFirstLastPara="1" wrap="square" lIns="60950" tIns="60950" rIns="60950" bIns="60950" anchor="ctr" anchorCtr="0">
            <a:noAutofit/>
          </a:bodyPr>
          <a:lstStyle/>
          <a:p>
            <a:pPr algn="ctr">
              <a:buSzPts val="3500"/>
            </a:pPr>
            <a:r>
              <a:rPr lang="pt-BR" sz="2333" b="1" dirty="0">
                <a:solidFill>
                  <a:schemeClr val="lt1"/>
                </a:solidFill>
                <a:latin typeface="Poppins"/>
                <a:ea typeface="Poppins"/>
                <a:cs typeface="Poppins"/>
                <a:sym typeface="Poppins"/>
              </a:rPr>
              <a:t>3</a:t>
            </a:r>
            <a:endParaRPr sz="2333" b="1" dirty="0">
              <a:solidFill>
                <a:schemeClr val="lt1"/>
              </a:solidFill>
              <a:latin typeface="Poppins"/>
              <a:ea typeface="Poppins"/>
              <a:cs typeface="Poppins"/>
              <a:sym typeface="Poppins"/>
            </a:endParaRPr>
          </a:p>
        </p:txBody>
      </p:sp>
      <p:cxnSp>
        <p:nvCxnSpPr>
          <p:cNvPr id="22" name="Google Shape;597;p15">
            <a:extLst>
              <a:ext uri="{FF2B5EF4-FFF2-40B4-BE49-F238E27FC236}">
                <a16:creationId xmlns:a16="http://schemas.microsoft.com/office/drawing/2014/main" id="{E46270B2-20E0-B8C7-B4CD-89F2262FAEE6}"/>
              </a:ext>
            </a:extLst>
          </p:cNvPr>
          <p:cNvCxnSpPr>
            <a:cxnSpLocks/>
          </p:cNvCxnSpPr>
          <p:nvPr/>
        </p:nvCxnSpPr>
        <p:spPr>
          <a:xfrm flipV="1">
            <a:off x="3447385" y="3290080"/>
            <a:ext cx="0" cy="2798662"/>
          </a:xfrm>
          <a:prstGeom prst="straightConnector1">
            <a:avLst/>
          </a:prstGeom>
          <a:noFill/>
          <a:ln w="19050" cap="flat" cmpd="sng">
            <a:solidFill>
              <a:schemeClr val="dk1"/>
            </a:solidFill>
            <a:prstDash val="solid"/>
            <a:round/>
            <a:headEnd type="diamond" w="med" len="med"/>
            <a:tailEnd type="none" w="sm" len="sm"/>
          </a:ln>
        </p:spPr>
      </p:cxnSp>
      <p:cxnSp>
        <p:nvCxnSpPr>
          <p:cNvPr id="23" name="Google Shape;598;p15">
            <a:extLst>
              <a:ext uri="{FF2B5EF4-FFF2-40B4-BE49-F238E27FC236}">
                <a16:creationId xmlns:a16="http://schemas.microsoft.com/office/drawing/2014/main" id="{226E03B3-FA88-570E-68C2-29EF3FE5D348}"/>
              </a:ext>
            </a:extLst>
          </p:cNvPr>
          <p:cNvCxnSpPr/>
          <p:nvPr/>
        </p:nvCxnSpPr>
        <p:spPr>
          <a:xfrm rot="10800000">
            <a:off x="8872383" y="3306422"/>
            <a:ext cx="0" cy="2782321"/>
          </a:xfrm>
          <a:prstGeom prst="straightConnector1">
            <a:avLst/>
          </a:prstGeom>
          <a:noFill/>
          <a:ln w="19050" cap="flat" cmpd="sng">
            <a:solidFill>
              <a:schemeClr val="dk1"/>
            </a:solidFill>
            <a:prstDash val="solid"/>
            <a:round/>
            <a:headEnd type="diamond" w="med" len="med"/>
            <a:tailEnd type="none" w="sm" len="sm"/>
          </a:ln>
        </p:spPr>
      </p:cxnSp>
      <p:sp>
        <p:nvSpPr>
          <p:cNvPr id="24" name="Espaço Reservado para Texto 39">
            <a:extLst>
              <a:ext uri="{FF2B5EF4-FFF2-40B4-BE49-F238E27FC236}">
                <a16:creationId xmlns:a16="http://schemas.microsoft.com/office/drawing/2014/main" id="{0E4BE614-8874-CB48-3D2D-84F275576573}"/>
              </a:ext>
            </a:extLst>
          </p:cNvPr>
          <p:cNvSpPr>
            <a:spLocks noGrp="1"/>
          </p:cNvSpPr>
          <p:nvPr>
            <p:ph type="body" sz="quarter" idx="4294967295"/>
          </p:nvPr>
        </p:nvSpPr>
        <p:spPr>
          <a:xfrm>
            <a:off x="2789173" y="919259"/>
            <a:ext cx="8686057" cy="503141"/>
          </a:xfrm>
          <a:prstGeom prst="rect">
            <a:avLst/>
          </a:prstGeom>
        </p:spPr>
        <p:txBody>
          <a:bodyPr/>
          <a:lstStyle>
            <a:lvl1pPr>
              <a:defRPr sz="2400">
                <a:latin typeface="Poppins" pitchFamily="2" charset="77"/>
                <a:cs typeface="Poppins" pitchFamily="2" charset="77"/>
              </a:defRPr>
            </a:lvl1pPr>
          </a:lstStyle>
          <a:p>
            <a:pPr lvl="0"/>
            <a:r>
              <a:rPr lang="pt-BR" sz="3200" b="1" dirty="0">
                <a:solidFill>
                  <a:srgbClr val="FF161F"/>
                </a:solidFill>
              </a:rPr>
              <a:t>TCP: entrega confiável de dados</a:t>
            </a:r>
          </a:p>
        </p:txBody>
      </p:sp>
      <p:sp>
        <p:nvSpPr>
          <p:cNvPr id="25" name="Espaço Reservado para Texto 39">
            <a:extLst>
              <a:ext uri="{FF2B5EF4-FFF2-40B4-BE49-F238E27FC236}">
                <a16:creationId xmlns:a16="http://schemas.microsoft.com/office/drawing/2014/main" id="{A5DBE863-9267-45FA-CBAA-5EEB81647D8A}"/>
              </a:ext>
            </a:extLst>
          </p:cNvPr>
          <p:cNvSpPr>
            <a:spLocks noGrp="1"/>
          </p:cNvSpPr>
          <p:nvPr>
            <p:ph type="body" sz="quarter" idx="4294967295"/>
          </p:nvPr>
        </p:nvSpPr>
        <p:spPr>
          <a:xfrm>
            <a:off x="3557090" y="3496197"/>
            <a:ext cx="2169750" cy="319450"/>
          </a:xfrm>
          <a:prstGeom prst="rect">
            <a:avLst/>
          </a:prstGeom>
        </p:spPr>
        <p:txBody>
          <a:bodyPr/>
          <a:lstStyle>
            <a:lvl1pPr>
              <a:defRPr sz="2400">
                <a:latin typeface="Poppins" pitchFamily="2" charset="77"/>
                <a:cs typeface="Poppins" pitchFamily="2" charset="77"/>
              </a:defRPr>
            </a:lvl1pPr>
          </a:lstStyle>
          <a:p>
            <a:pPr lvl="0"/>
            <a:r>
              <a:rPr lang="pt-BR" sz="1700" b="1" dirty="0"/>
              <a:t>Conexão criada</a:t>
            </a:r>
          </a:p>
        </p:txBody>
      </p:sp>
      <p:sp>
        <p:nvSpPr>
          <p:cNvPr id="26" name="Espaço Reservado para Texto 39">
            <a:extLst>
              <a:ext uri="{FF2B5EF4-FFF2-40B4-BE49-F238E27FC236}">
                <a16:creationId xmlns:a16="http://schemas.microsoft.com/office/drawing/2014/main" id="{04E0B0AC-55AC-FC15-A230-5928A733D27F}"/>
              </a:ext>
            </a:extLst>
          </p:cNvPr>
          <p:cNvSpPr>
            <a:spLocks noGrp="1"/>
          </p:cNvSpPr>
          <p:nvPr>
            <p:ph type="body" sz="quarter" idx="4294967295"/>
          </p:nvPr>
        </p:nvSpPr>
        <p:spPr>
          <a:xfrm>
            <a:off x="3557090" y="4064721"/>
            <a:ext cx="2160686" cy="1874020"/>
          </a:xfrm>
          <a:prstGeom prst="rect">
            <a:avLst/>
          </a:prstGeom>
        </p:spPr>
        <p:txBody>
          <a:bodyPr/>
          <a:lstStyle>
            <a:lvl1pPr>
              <a:defRPr sz="2400">
                <a:latin typeface="Poppins" pitchFamily="2" charset="77"/>
                <a:cs typeface="Poppins" pitchFamily="2" charset="77"/>
              </a:defRPr>
            </a:lvl1pPr>
          </a:lstStyle>
          <a:p>
            <a:pPr lvl="0">
              <a:spcAft>
                <a:spcPts val="600"/>
              </a:spcAft>
            </a:pPr>
            <a:r>
              <a:rPr lang="pt-BR" sz="1200" dirty="0"/>
              <a:t>Antes de enviar qualquer dado, o TCP estabelece uma “conversa inicial” entre os dois computadores.</a:t>
            </a:r>
          </a:p>
          <a:p>
            <a:pPr lvl="0">
              <a:spcAft>
                <a:spcPts val="600"/>
              </a:spcAft>
            </a:pPr>
            <a:r>
              <a:rPr lang="pt-BR" sz="1200" dirty="0"/>
              <a:t>Isso garante que ambos estejam prontos para trocar informações.</a:t>
            </a:r>
          </a:p>
        </p:txBody>
      </p:sp>
      <p:sp>
        <p:nvSpPr>
          <p:cNvPr id="27" name="Espaço Reservado para Texto 39">
            <a:extLst>
              <a:ext uri="{FF2B5EF4-FFF2-40B4-BE49-F238E27FC236}">
                <a16:creationId xmlns:a16="http://schemas.microsoft.com/office/drawing/2014/main" id="{7B21DA3D-49D9-EFB5-3CC2-1193B99A0335}"/>
              </a:ext>
            </a:extLst>
          </p:cNvPr>
          <p:cNvSpPr>
            <a:spLocks noGrp="1"/>
          </p:cNvSpPr>
          <p:nvPr>
            <p:ph type="body" sz="quarter" idx="4294967295"/>
          </p:nvPr>
        </p:nvSpPr>
        <p:spPr>
          <a:xfrm>
            <a:off x="6042197" y="3436194"/>
            <a:ext cx="2411914" cy="621201"/>
          </a:xfrm>
          <a:prstGeom prst="rect">
            <a:avLst/>
          </a:prstGeom>
        </p:spPr>
        <p:txBody>
          <a:bodyPr/>
          <a:lstStyle>
            <a:lvl1pPr>
              <a:defRPr sz="2400">
                <a:latin typeface="Poppins" pitchFamily="2" charset="77"/>
                <a:cs typeface="Poppins" pitchFamily="2" charset="77"/>
              </a:defRPr>
            </a:lvl1pPr>
          </a:lstStyle>
          <a:p>
            <a:r>
              <a:rPr lang="pt-BR" sz="1700" b="1" dirty="0"/>
              <a:t>Pacotes enviados e verificados</a:t>
            </a:r>
          </a:p>
        </p:txBody>
      </p:sp>
      <p:sp>
        <p:nvSpPr>
          <p:cNvPr id="28" name="Espaço Reservado para Texto 39">
            <a:extLst>
              <a:ext uri="{FF2B5EF4-FFF2-40B4-BE49-F238E27FC236}">
                <a16:creationId xmlns:a16="http://schemas.microsoft.com/office/drawing/2014/main" id="{F0D3D088-A3A7-B22D-F89A-E739168EAF9A}"/>
              </a:ext>
            </a:extLst>
          </p:cNvPr>
          <p:cNvSpPr>
            <a:spLocks noGrp="1"/>
          </p:cNvSpPr>
          <p:nvPr>
            <p:ph type="body" sz="quarter" idx="4294967295"/>
          </p:nvPr>
        </p:nvSpPr>
        <p:spPr>
          <a:xfrm>
            <a:off x="6060457" y="4087513"/>
            <a:ext cx="2393654" cy="1857680"/>
          </a:xfrm>
          <a:prstGeom prst="rect">
            <a:avLst/>
          </a:prstGeom>
        </p:spPr>
        <p:txBody>
          <a:bodyPr/>
          <a:lstStyle>
            <a:lvl1pPr>
              <a:defRPr sz="2400">
                <a:latin typeface="Poppins" pitchFamily="2" charset="77"/>
                <a:cs typeface="Poppins" pitchFamily="2" charset="77"/>
              </a:defRPr>
            </a:lvl1pPr>
          </a:lstStyle>
          <a:p>
            <a:pPr>
              <a:spcAft>
                <a:spcPts val="600"/>
              </a:spcAft>
            </a:pPr>
            <a:r>
              <a:rPr lang="pt-BR" sz="1200" dirty="0"/>
              <a:t>A informação é dividida em pequenos pacotes.</a:t>
            </a:r>
          </a:p>
          <a:p>
            <a:pPr>
              <a:spcAft>
                <a:spcPts val="600"/>
              </a:spcAft>
            </a:pPr>
            <a:r>
              <a:rPr lang="pt-BR" sz="1200" dirty="0"/>
              <a:t>O TCP numera cada pacote e confirma se todos chegaram ao destino na ordem correta.</a:t>
            </a:r>
          </a:p>
        </p:txBody>
      </p:sp>
      <p:sp>
        <p:nvSpPr>
          <p:cNvPr id="29" name="Espaço Reservado para Texto 39">
            <a:extLst>
              <a:ext uri="{FF2B5EF4-FFF2-40B4-BE49-F238E27FC236}">
                <a16:creationId xmlns:a16="http://schemas.microsoft.com/office/drawing/2014/main" id="{D57A8BE7-4842-31E4-B8FC-10FB27306B73}"/>
              </a:ext>
            </a:extLst>
          </p:cNvPr>
          <p:cNvSpPr>
            <a:spLocks noGrp="1"/>
          </p:cNvSpPr>
          <p:nvPr>
            <p:ph type="body" sz="quarter" idx="4294967295"/>
          </p:nvPr>
        </p:nvSpPr>
        <p:spPr>
          <a:xfrm>
            <a:off x="8983149" y="3411872"/>
            <a:ext cx="2492075" cy="621201"/>
          </a:xfrm>
          <a:prstGeom prst="rect">
            <a:avLst/>
          </a:prstGeom>
        </p:spPr>
        <p:txBody>
          <a:bodyPr/>
          <a:lstStyle>
            <a:lvl1pPr>
              <a:defRPr sz="2400">
                <a:latin typeface="Poppins" pitchFamily="2" charset="77"/>
                <a:cs typeface="Poppins" pitchFamily="2" charset="77"/>
              </a:defRPr>
            </a:lvl1pPr>
          </a:lstStyle>
          <a:p>
            <a:r>
              <a:rPr lang="pt-BR" sz="1700" b="1" dirty="0"/>
              <a:t>Reenvio quando necessário</a:t>
            </a:r>
          </a:p>
        </p:txBody>
      </p:sp>
      <p:sp>
        <p:nvSpPr>
          <p:cNvPr id="2" name="Rectangle 1">
            <a:extLst>
              <a:ext uri="{FF2B5EF4-FFF2-40B4-BE49-F238E27FC236}">
                <a16:creationId xmlns:a16="http://schemas.microsoft.com/office/drawing/2014/main" id="{544BA83F-C542-40D4-675A-7B64E74F40E6}"/>
              </a:ext>
            </a:extLst>
          </p:cNvPr>
          <p:cNvSpPr>
            <a:spLocks noChangeArrowheads="1"/>
          </p:cNvSpPr>
          <p:nvPr/>
        </p:nvSpPr>
        <p:spPr bwMode="auto">
          <a:xfrm>
            <a:off x="2789173" y="1544385"/>
            <a:ext cx="73378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tabLst/>
            </a:pPr>
            <a:r>
              <a:rPr kumimoji="0" lang="pt-BR" altLang="pt-BR" sz="1800" i="0" u="none" strike="noStrike" cap="none" normalizeH="0" baseline="0" dirty="0">
                <a:ln>
                  <a:noFill/>
                </a:ln>
                <a:solidFill>
                  <a:schemeClr val="tx1"/>
                </a:solidFill>
                <a:effectLst/>
                <a:latin typeface="Poppins" panose="00000500000000000000" pitchFamily="2" charset="0"/>
                <a:cs typeface="Poppins" panose="00000500000000000000" pitchFamily="2" charset="0"/>
              </a:rPr>
              <a:t>O </a:t>
            </a:r>
            <a:r>
              <a:rPr kumimoji="0" lang="pt-BR" altLang="pt-BR" sz="18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TCP </a:t>
            </a:r>
            <a:r>
              <a:rPr lang="pt-BR" altLang="pt-BR" sz="1800" dirty="0">
                <a:solidFill>
                  <a:schemeClr val="tx1"/>
                </a:solidFill>
                <a:latin typeface="Poppins" panose="00000500000000000000" pitchFamily="2" charset="0"/>
                <a:cs typeface="Poppins" panose="00000500000000000000" pitchFamily="2" charset="0"/>
              </a:rPr>
              <a:t>e</a:t>
            </a:r>
            <a:r>
              <a:rPr kumimoji="0" lang="pt-BR" altLang="pt-BR"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stabelece uma </a:t>
            </a:r>
            <a:r>
              <a:rPr kumimoji="0" lang="pt-BR" altLang="pt-BR" sz="18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conexão</a:t>
            </a:r>
            <a:r>
              <a:rPr kumimoji="0" lang="pt-BR" altLang="pt-BR"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antes de transmitir os dados. A entrega ocorre em três passos:</a:t>
            </a:r>
          </a:p>
        </p:txBody>
      </p:sp>
      <p:sp>
        <p:nvSpPr>
          <p:cNvPr id="7" name="Rectangle 3">
            <a:extLst>
              <a:ext uri="{FF2B5EF4-FFF2-40B4-BE49-F238E27FC236}">
                <a16:creationId xmlns:a16="http://schemas.microsoft.com/office/drawing/2014/main" id="{A4327C74-4552-7506-8638-28F2847A1B24}"/>
              </a:ext>
            </a:extLst>
          </p:cNvPr>
          <p:cNvSpPr>
            <a:spLocks noGrp="1" noChangeArrowheads="1"/>
          </p:cNvSpPr>
          <p:nvPr>
            <p:ph type="body" sz="quarter" idx="4294967295"/>
          </p:nvPr>
        </p:nvSpPr>
        <p:spPr bwMode="auto">
          <a:xfrm>
            <a:off x="8983149" y="4071173"/>
            <a:ext cx="2260162" cy="1874020"/>
          </a:xfrm>
          <a:prstGeom prst="rect">
            <a:avLst/>
          </a:prstGeom>
        </p:spPr>
        <p:txBody>
          <a:bodyPr/>
          <a:lstStyle/>
          <a:p>
            <a:pPr>
              <a:spcAft>
                <a:spcPts val="600"/>
              </a:spcAft>
            </a:pPr>
            <a:r>
              <a:rPr lang="pt-BR" altLang="pt-BR" sz="1200" dirty="0">
                <a:latin typeface="Poppins" pitchFamily="2" charset="77"/>
                <a:cs typeface="Poppins" pitchFamily="2" charset="77"/>
              </a:rPr>
              <a:t>Se algum pacote se perder ou chegar com erro, o TCP pede o reenvio automaticamente.</a:t>
            </a:r>
          </a:p>
          <a:p>
            <a:pPr>
              <a:spcAft>
                <a:spcPts val="600"/>
              </a:spcAft>
            </a:pPr>
            <a:r>
              <a:rPr lang="pt-BR" altLang="pt-BR" sz="1200" dirty="0">
                <a:latin typeface="Poppins" pitchFamily="2" charset="77"/>
                <a:cs typeface="Poppins" pitchFamily="2" charset="77"/>
              </a:rPr>
              <a:t>Assim, o destinatário recebe a informação completa, sem falhas.</a:t>
            </a:r>
          </a:p>
        </p:txBody>
      </p:sp>
      <p:sp>
        <p:nvSpPr>
          <p:cNvPr id="4" name="CaixaDeTexto 3">
            <a:extLst>
              <a:ext uri="{FF2B5EF4-FFF2-40B4-BE49-F238E27FC236}">
                <a16:creationId xmlns:a16="http://schemas.microsoft.com/office/drawing/2014/main" id="{6F6E38C3-DEF8-A004-0195-2E86058314A3}"/>
              </a:ext>
            </a:extLst>
          </p:cNvPr>
          <p:cNvSpPr txBox="1"/>
          <p:nvPr/>
        </p:nvSpPr>
        <p:spPr>
          <a:xfrm>
            <a:off x="8983149" y="5807936"/>
            <a:ext cx="6093068" cy="261610"/>
          </a:xfrm>
          <a:prstGeom prst="rect">
            <a:avLst/>
          </a:prstGeom>
          <a:noFill/>
          <a:ln>
            <a:noFill/>
          </a:ln>
        </p:spPr>
        <p:txBody>
          <a:bodyPr wrap="square">
            <a:spAutoFit/>
          </a:bodyPr>
          <a:lstStyle/>
          <a:p>
            <a:r>
              <a:rPr lang="pt-BR" sz="1100" dirty="0">
                <a:effectLst/>
                <a:latin typeface="Poppins" panose="00000500000000000000" pitchFamily="2" charset="0"/>
                <a:cs typeface="Poppins" panose="00000500000000000000" pitchFamily="2" charset="0"/>
              </a:rPr>
              <a:t>Fonte: TANENBAUM; AUSTIN, 2013.</a:t>
            </a:r>
            <a:endParaRPr lang="pt-BR" sz="11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437491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0E2E4-C9AE-F668-DD76-9BBC1C9FCEC7}"/>
            </a:ext>
          </a:extLst>
        </p:cNvPr>
        <p:cNvGrpSpPr/>
        <p:nvPr/>
      </p:nvGrpSpPr>
      <p:grpSpPr>
        <a:xfrm>
          <a:off x="0" y="0"/>
          <a:ext cx="0" cy="0"/>
          <a:chOff x="0" y="0"/>
          <a:chExt cx="0" cy="0"/>
        </a:xfrm>
      </p:grpSpPr>
      <p:sp>
        <p:nvSpPr>
          <p:cNvPr id="24" name="Espaço Reservado para Texto 39">
            <a:extLst>
              <a:ext uri="{FF2B5EF4-FFF2-40B4-BE49-F238E27FC236}">
                <a16:creationId xmlns:a16="http://schemas.microsoft.com/office/drawing/2014/main" id="{726CB719-3856-71BC-3BA4-27F57044A6A7}"/>
              </a:ext>
            </a:extLst>
          </p:cNvPr>
          <p:cNvSpPr>
            <a:spLocks noGrp="1"/>
          </p:cNvSpPr>
          <p:nvPr>
            <p:ph type="body" sz="quarter" idx="10"/>
          </p:nvPr>
        </p:nvSpPr>
        <p:spPr>
          <a:xfrm>
            <a:off x="2646551" y="948854"/>
            <a:ext cx="8540120" cy="520699"/>
          </a:xfrm>
        </p:spPr>
        <p:txBody>
          <a:bodyPr>
            <a:noAutofit/>
          </a:bodyPr>
          <a:lstStyle>
            <a:lvl1pPr>
              <a:defRPr sz="2400">
                <a:latin typeface="Poppins" pitchFamily="2" charset="77"/>
                <a:cs typeface="Poppins" pitchFamily="2" charset="77"/>
              </a:defRPr>
            </a:lvl1pPr>
          </a:lstStyle>
          <a:p>
            <a:pPr>
              <a:lnSpc>
                <a:spcPct val="90000"/>
              </a:lnSpc>
              <a:spcAft>
                <a:spcPts val="600"/>
              </a:spcAft>
            </a:pPr>
            <a:r>
              <a:rPr lang="pt-BR" sz="3200" b="1" dirty="0">
                <a:solidFill>
                  <a:srgbClr val="FF161F"/>
                </a:solidFill>
              </a:rPr>
              <a:t>UDP: envio rápido de dados</a:t>
            </a:r>
          </a:p>
        </p:txBody>
      </p:sp>
      <p:sp>
        <p:nvSpPr>
          <p:cNvPr id="2" name="CaixaDeTexto 1">
            <a:extLst>
              <a:ext uri="{FF2B5EF4-FFF2-40B4-BE49-F238E27FC236}">
                <a16:creationId xmlns:a16="http://schemas.microsoft.com/office/drawing/2014/main" id="{AF9BC8E3-61F8-52FA-0472-BD92F39CA44D}"/>
              </a:ext>
            </a:extLst>
          </p:cNvPr>
          <p:cNvSpPr txBox="1"/>
          <p:nvPr/>
        </p:nvSpPr>
        <p:spPr>
          <a:xfrm>
            <a:off x="12290854" y="329513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Rectangle 2">
            <a:extLst>
              <a:ext uri="{FF2B5EF4-FFF2-40B4-BE49-F238E27FC236}">
                <a16:creationId xmlns:a16="http://schemas.microsoft.com/office/drawing/2014/main" id="{8C1E2D65-1576-C039-2033-230784BF7A6E}"/>
              </a:ext>
            </a:extLst>
          </p:cNvPr>
          <p:cNvSpPr>
            <a:spLocks noChangeArrowheads="1"/>
          </p:cNvSpPr>
          <p:nvPr/>
        </p:nvSpPr>
        <p:spPr bwMode="auto">
          <a:xfrm>
            <a:off x="2646551" y="1613141"/>
            <a:ext cx="8907273" cy="1554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00000"/>
              </a:lnSpc>
              <a:spcBef>
                <a:spcPct val="0"/>
              </a:spcBef>
              <a:spcAft>
                <a:spcPts val="600"/>
              </a:spcAft>
              <a:buClrTx/>
              <a:buSzTx/>
              <a:tabLst/>
            </a:pPr>
            <a:r>
              <a:rPr kumimoji="0" lang="pt-BR" altLang="pt-BR" sz="18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UDP (User Datagram Protocol)</a:t>
            </a:r>
            <a:r>
              <a:rPr kumimoji="0" lang="pt-BR" altLang="pt-BR"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é o protocolo da “velocidade”. É usado quando a fluidez no envio dos dados importa mais do que a confiabilidade.</a:t>
            </a:r>
          </a:p>
          <a:p>
            <a:pPr marR="0" lvl="0" defTabSz="914400" rtl="0" eaLnBrk="0" fontAlgn="base" latinLnBrk="0" hangingPunct="0">
              <a:lnSpc>
                <a:spcPct val="100000"/>
              </a:lnSpc>
              <a:spcBef>
                <a:spcPct val="0"/>
              </a:spcBef>
              <a:spcAft>
                <a:spcPts val="600"/>
              </a:spcAft>
              <a:buClrTx/>
              <a:buSzTx/>
              <a:tabLst/>
            </a:pPr>
            <a:r>
              <a:rPr kumimoji="0" lang="pt-BR" altLang="pt-BR"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O envio pelo UDP é mais rápido, mas pode haver perdas (aceitáveis em contextos de tempo real). Seu foco é no </a:t>
            </a:r>
            <a:r>
              <a:rPr kumimoji="0" lang="pt-BR" altLang="pt-BR" sz="18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menor atraso</a:t>
            </a:r>
            <a:r>
              <a:rPr kumimoji="0" lang="pt-BR" altLang="pt-BR"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a:t>
            </a:r>
            <a:r>
              <a:rPr lang="pt-BR" altLang="pt-BR" sz="1800" dirty="0">
                <a:solidFill>
                  <a:schemeClr val="tx1"/>
                </a:solidFill>
                <a:latin typeface="Poppins" panose="00000500000000000000" pitchFamily="2" charset="0"/>
                <a:cs typeface="Poppins" panose="00000500000000000000" pitchFamily="2" charset="0"/>
              </a:rPr>
              <a:t>Na tabela a seguir, é possível comparar</a:t>
            </a:r>
            <a:r>
              <a:rPr kumimoji="0" lang="pt-BR" altLang="pt-BR"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o envio de dados </a:t>
            </a:r>
            <a:r>
              <a:rPr kumimoji="0" lang="pt-BR" altLang="pt-BR" sz="18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com TCP </a:t>
            </a:r>
            <a:r>
              <a:rPr kumimoji="0" lang="pt-BR" altLang="pt-BR" sz="18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e </a:t>
            </a:r>
            <a:r>
              <a:rPr kumimoji="0" lang="pt-BR" altLang="pt-BR" sz="18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com UDP</a:t>
            </a:r>
            <a:r>
              <a:rPr kumimoji="0" lang="pt-BR" altLang="pt-BR" sz="1800" i="0" u="none" strike="noStrike" cap="none" normalizeH="0" baseline="0" dirty="0">
                <a:ln>
                  <a:noFill/>
                </a:ln>
                <a:solidFill>
                  <a:schemeClr val="tx1"/>
                </a:solidFill>
                <a:effectLst/>
                <a:latin typeface="Poppins" panose="00000500000000000000" pitchFamily="2" charset="0"/>
                <a:cs typeface="Poppins" panose="00000500000000000000" pitchFamily="2" charset="0"/>
              </a:rPr>
              <a:t>:</a:t>
            </a:r>
          </a:p>
        </p:txBody>
      </p:sp>
      <p:graphicFrame>
        <p:nvGraphicFramePr>
          <p:cNvPr id="8" name="Google Shape;794;p59">
            <a:extLst>
              <a:ext uri="{FF2B5EF4-FFF2-40B4-BE49-F238E27FC236}">
                <a16:creationId xmlns:a16="http://schemas.microsoft.com/office/drawing/2014/main" id="{E34FFD99-1109-02C3-FBA8-EED9E16C0095}"/>
              </a:ext>
            </a:extLst>
          </p:cNvPr>
          <p:cNvGraphicFramePr/>
          <p:nvPr>
            <p:extLst>
              <p:ext uri="{D42A27DB-BD31-4B8C-83A1-F6EECF244321}">
                <p14:modId xmlns:p14="http://schemas.microsoft.com/office/powerpoint/2010/main" val="3254911342"/>
              </p:ext>
            </p:extLst>
          </p:nvPr>
        </p:nvGraphicFramePr>
        <p:xfrm>
          <a:off x="2646551" y="3566197"/>
          <a:ext cx="8040448" cy="1822251"/>
        </p:xfrm>
        <a:graphic>
          <a:graphicData uri="http://schemas.openxmlformats.org/drawingml/2006/table">
            <a:tbl>
              <a:tblPr>
                <a:noFill/>
                <a:tableStyleId>{58B62AC2-CBFF-4FEF-A790-FB120B6FE34D}</a:tableStyleId>
              </a:tblPr>
              <a:tblGrid>
                <a:gridCol w="3419021">
                  <a:extLst>
                    <a:ext uri="{9D8B030D-6E8A-4147-A177-3AD203B41FA5}">
                      <a16:colId xmlns:a16="http://schemas.microsoft.com/office/drawing/2014/main" val="20002"/>
                    </a:ext>
                  </a:extLst>
                </a:gridCol>
                <a:gridCol w="4621427">
                  <a:extLst>
                    <a:ext uri="{9D8B030D-6E8A-4147-A177-3AD203B41FA5}">
                      <a16:colId xmlns:a16="http://schemas.microsoft.com/office/drawing/2014/main" val="20003"/>
                    </a:ext>
                  </a:extLst>
                </a:gridCol>
              </a:tblGrid>
              <a:tr h="274011">
                <a:tc>
                  <a:txBody>
                    <a:bodyPr/>
                    <a:lstStyle/>
                    <a:p>
                      <a:pPr marL="0" marR="0" lvl="0" indent="0" algn="ctr" rtl="0">
                        <a:lnSpc>
                          <a:spcPct val="100000"/>
                        </a:lnSpc>
                        <a:spcBef>
                          <a:spcPts val="0"/>
                        </a:spcBef>
                        <a:spcAft>
                          <a:spcPts val="0"/>
                        </a:spcAft>
                        <a:buClr>
                          <a:srgbClr val="000000"/>
                        </a:buClr>
                        <a:buSzPts val="1800"/>
                        <a:buFont typeface="Arial"/>
                        <a:buNone/>
                      </a:pPr>
                      <a:r>
                        <a:rPr lang="pt-BR" sz="1400" b="1" i="0" u="none" strike="noStrike" cap="none" dirty="0">
                          <a:solidFill>
                            <a:schemeClr val="bg1"/>
                          </a:solidFill>
                          <a:latin typeface="Poppins" pitchFamily="2" charset="77"/>
                          <a:cs typeface="Poppins" pitchFamily="2" charset="77"/>
                          <a:sym typeface="Arial"/>
                        </a:rPr>
                        <a:t>Com TCP</a:t>
                      </a:r>
                      <a:endParaRPr lang="pt-BR" sz="1400" b="1" i="0" u="none" strike="noStrike" cap="none" noProof="0" dirty="0">
                        <a:solidFill>
                          <a:schemeClr val="bg1"/>
                        </a:solidFill>
                        <a:latin typeface="Poppins" pitchFamily="2" charset="77"/>
                        <a:ea typeface="Poppins"/>
                        <a:cs typeface="Poppins" pitchFamily="2" charset="77"/>
                        <a:sym typeface="Poppins"/>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lgn="ctr">
                      <a:solidFill>
                        <a:schemeClr val="lt1"/>
                      </a:solidFill>
                      <a:prstDash val="solid"/>
                      <a:round/>
                      <a:headEnd type="none" w="sm" len="sm"/>
                      <a:tailEnd type="none" w="sm" len="sm"/>
                    </a:lnB>
                    <a:solidFill>
                      <a:srgbClr val="AAA6D3"/>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pt-BR" sz="1400" b="1" i="0" u="none" strike="noStrike" cap="none" dirty="0">
                          <a:solidFill>
                            <a:schemeClr val="bg1"/>
                          </a:solidFill>
                          <a:latin typeface="Poppins" pitchFamily="2" charset="77"/>
                          <a:cs typeface="Poppins" pitchFamily="2" charset="77"/>
                          <a:sym typeface="Arial"/>
                        </a:rPr>
                        <a:t>Com UDP</a:t>
                      </a:r>
                      <a:endParaRPr lang="pt-BR" sz="1400" b="1" i="0" u="none" strike="noStrike" cap="none" noProof="0" dirty="0">
                        <a:solidFill>
                          <a:schemeClr val="bg1"/>
                        </a:solidFill>
                        <a:latin typeface="Poppins" pitchFamily="2" charset="77"/>
                        <a:ea typeface="Poppins"/>
                        <a:cs typeface="Poppins" pitchFamily="2" charset="77"/>
                        <a:sym typeface="Poppins"/>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AAA6D3"/>
                    </a:solidFill>
                  </a:tcPr>
                </a:tc>
                <a:extLst>
                  <a:ext uri="{0D108BD9-81ED-4DB2-BD59-A6C34878D82A}">
                    <a16:rowId xmlns:a16="http://schemas.microsoft.com/office/drawing/2014/main" val="10000"/>
                  </a:ext>
                </a:extLst>
              </a:tr>
              <a:tr h="442480">
                <a:tc>
                  <a:txBody>
                    <a:bodyPr/>
                    <a:lstStyle/>
                    <a:p>
                      <a:pPr marL="0" marR="0" lvl="0" indent="0" algn="ctr" rtl="0">
                        <a:lnSpc>
                          <a:spcPct val="100000"/>
                        </a:lnSpc>
                        <a:spcBef>
                          <a:spcPts val="0"/>
                        </a:spcBef>
                        <a:spcAft>
                          <a:spcPts val="0"/>
                        </a:spcAft>
                        <a:buClr>
                          <a:srgbClr val="000000"/>
                        </a:buClr>
                        <a:buSzPts val="1600"/>
                        <a:buFont typeface="Arial"/>
                        <a:buNone/>
                      </a:pPr>
                      <a:r>
                        <a:rPr lang="pt-BR" sz="1400" b="0" i="0" u="none" strike="noStrike" cap="none" dirty="0">
                          <a:solidFill>
                            <a:schemeClr val="dk1"/>
                          </a:solidFill>
                          <a:latin typeface="Poppins" pitchFamily="2" charset="77"/>
                          <a:cs typeface="Poppins" pitchFamily="2" charset="77"/>
                          <a:sym typeface="Arial"/>
                        </a:rPr>
                        <a:t>Confere se tudo chegou</a:t>
                      </a:r>
                      <a:endParaRPr lang="pt-BR" sz="14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lgn="ctr">
                      <a:solidFill>
                        <a:schemeClr val="lt1"/>
                      </a:solidFill>
                      <a:prstDash val="solid"/>
                      <a:round/>
                      <a:headEnd type="none" w="sm" len="sm"/>
                      <a:tailEnd type="none" w="sm" len="sm"/>
                    </a:lnT>
                    <a:lnB w="9525" cap="flat" cmpd="sng" algn="ctr">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pt-BR" sz="1400" b="0" i="0" u="none" strike="noStrike" cap="none" dirty="0">
                          <a:solidFill>
                            <a:schemeClr val="dk1"/>
                          </a:solidFill>
                          <a:latin typeface="Poppins" pitchFamily="2" charset="77"/>
                          <a:cs typeface="Poppins" pitchFamily="2" charset="77"/>
                          <a:sym typeface="Arial"/>
                        </a:rPr>
                        <a:t>Não verifica pacotes</a:t>
                      </a:r>
                      <a:endParaRPr lang="pt-BR" sz="14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1"/>
                  </a:ext>
                </a:extLst>
              </a:tr>
              <a:tr h="358245">
                <a:tc>
                  <a:txBody>
                    <a:bodyPr/>
                    <a:lstStyle/>
                    <a:p>
                      <a:pPr marL="0" marR="0" lvl="0" indent="0" algn="ctr" rtl="0">
                        <a:lnSpc>
                          <a:spcPct val="100000"/>
                        </a:lnSpc>
                        <a:spcBef>
                          <a:spcPts val="0"/>
                        </a:spcBef>
                        <a:spcAft>
                          <a:spcPts val="0"/>
                        </a:spcAft>
                        <a:buClr>
                          <a:srgbClr val="000000"/>
                        </a:buClr>
                        <a:buSzPts val="1600"/>
                        <a:buFont typeface="Arial"/>
                        <a:buNone/>
                      </a:pPr>
                      <a:r>
                        <a:rPr lang="pt-BR" sz="1400" b="0" i="0" u="none" strike="noStrike" cap="none" dirty="0">
                          <a:solidFill>
                            <a:schemeClr val="dk1"/>
                          </a:solidFill>
                          <a:latin typeface="Poppins" pitchFamily="2" charset="77"/>
                          <a:cs typeface="Poppins" pitchFamily="2" charset="77"/>
                          <a:sym typeface="Arial"/>
                        </a:rPr>
                        <a:t>Mais seguro</a:t>
                      </a:r>
                      <a:endParaRPr lang="pt-BR" sz="14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lgn="ctr">
                      <a:solidFill>
                        <a:schemeClr val="lt1"/>
                      </a:solidFill>
                      <a:prstDash val="solid"/>
                      <a:round/>
                      <a:headEnd type="none" w="sm" len="sm"/>
                      <a:tailEnd type="none" w="sm" len="sm"/>
                    </a:lnT>
                    <a:lnB w="9525" cap="flat" cmpd="sng" algn="ctr">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pt-BR" sz="1400" b="0" i="0" u="none" strike="noStrike" cap="none" dirty="0">
                          <a:solidFill>
                            <a:schemeClr val="dk1"/>
                          </a:solidFill>
                          <a:latin typeface="Poppins" pitchFamily="2" charset="77"/>
                          <a:cs typeface="Poppins" pitchFamily="2" charset="77"/>
                          <a:sym typeface="Arial"/>
                        </a:rPr>
                        <a:t>Mais rápido</a:t>
                      </a:r>
                      <a:endParaRPr lang="pt-BR" sz="14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D8D8D8"/>
                    </a:solidFill>
                  </a:tcPr>
                </a:tc>
                <a:extLst>
                  <a:ext uri="{0D108BD9-81ED-4DB2-BD59-A6C34878D82A}">
                    <a16:rowId xmlns:a16="http://schemas.microsoft.com/office/drawing/2014/main" val="10002"/>
                  </a:ext>
                </a:extLst>
              </a:tr>
              <a:tr h="494769">
                <a:tc>
                  <a:txBody>
                    <a:bodyPr/>
                    <a:lstStyle/>
                    <a:p>
                      <a:pPr marL="0" marR="0" lvl="0" indent="0" algn="ctr" rtl="0">
                        <a:lnSpc>
                          <a:spcPct val="100000"/>
                        </a:lnSpc>
                        <a:spcBef>
                          <a:spcPts val="0"/>
                        </a:spcBef>
                        <a:spcAft>
                          <a:spcPts val="0"/>
                        </a:spcAft>
                        <a:buClr>
                          <a:srgbClr val="000000"/>
                        </a:buClr>
                        <a:buSzPts val="1600"/>
                        <a:buFont typeface="Arial"/>
                        <a:buNone/>
                      </a:pPr>
                      <a:r>
                        <a:rPr lang="pt-BR" sz="1400" b="0" i="0" u="none" strike="noStrike" cap="none" dirty="0">
                          <a:solidFill>
                            <a:schemeClr val="dk1"/>
                          </a:solidFill>
                          <a:latin typeface="Poppins" pitchFamily="2" charset="77"/>
                          <a:cs typeface="Poppins" pitchFamily="2" charset="77"/>
                          <a:sym typeface="Arial"/>
                        </a:rPr>
                        <a:t>Usado em downloads de arquivos</a:t>
                      </a:r>
                      <a:endParaRPr lang="pt-BR" sz="14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lgn="ctr">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pt-BR" sz="1400" b="0" i="0" u="none" strike="noStrike" cap="none" dirty="0">
                          <a:solidFill>
                            <a:schemeClr val="dk1"/>
                          </a:solidFill>
                          <a:latin typeface="Poppins" pitchFamily="2" charset="77"/>
                          <a:cs typeface="Poppins" pitchFamily="2" charset="77"/>
                          <a:sym typeface="Arial"/>
                        </a:rPr>
                        <a:t>Usado em jogos on-line e transmissões ao vivo</a:t>
                      </a:r>
                      <a:endParaRPr lang="pt-BR" sz="14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3"/>
                  </a:ext>
                </a:extLst>
              </a:tr>
            </a:tbl>
          </a:graphicData>
        </a:graphic>
      </p:graphicFrame>
      <p:sp>
        <p:nvSpPr>
          <p:cNvPr id="5" name="CaixaDeTexto 4">
            <a:extLst>
              <a:ext uri="{FF2B5EF4-FFF2-40B4-BE49-F238E27FC236}">
                <a16:creationId xmlns:a16="http://schemas.microsoft.com/office/drawing/2014/main" id="{A81D262A-A0CA-FA82-756F-E8A6860EE878}"/>
              </a:ext>
            </a:extLst>
          </p:cNvPr>
          <p:cNvSpPr txBox="1"/>
          <p:nvPr/>
        </p:nvSpPr>
        <p:spPr>
          <a:xfrm>
            <a:off x="2646551" y="5532036"/>
            <a:ext cx="2878381" cy="261610"/>
          </a:xfrm>
          <a:prstGeom prst="rect">
            <a:avLst/>
          </a:prstGeom>
          <a:noFill/>
          <a:ln>
            <a:noFill/>
          </a:ln>
        </p:spPr>
        <p:txBody>
          <a:bodyPr wrap="square" lIns="91440" tIns="45720" rIns="91440" bIns="45720" anchor="t">
            <a:spAutoFit/>
          </a:bodyPr>
          <a:lstStyle/>
          <a:p>
            <a:r>
              <a:rPr lang="pt-BR" sz="1100" dirty="0">
                <a:effectLst/>
                <a:latin typeface="Poppins" panose="00000500000000000000" pitchFamily="2" charset="0"/>
                <a:cs typeface="Poppins" panose="00000500000000000000" pitchFamily="2" charset="0"/>
              </a:rPr>
              <a:t>Fonte: TANENBAUM; AUSTIN, 2013.</a:t>
            </a:r>
            <a:r>
              <a:rPr lang="pt-BR" sz="1100" dirty="0">
                <a:latin typeface="Poppins" panose="00000500000000000000" pitchFamily="2" charset="0"/>
                <a:cs typeface="Poppins" panose="00000500000000000000" pitchFamily="2" charset="0"/>
              </a:rPr>
              <a:t> </a:t>
            </a:r>
          </a:p>
        </p:txBody>
      </p:sp>
    </p:spTree>
    <p:extLst>
      <p:ext uri="{BB962C8B-B14F-4D97-AF65-F5344CB8AC3E}">
        <p14:creationId xmlns:p14="http://schemas.microsoft.com/office/powerpoint/2010/main" val="1960320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0E0F4-F6B2-0868-AED2-CFA5BC5F29D4}"/>
            </a:ext>
          </a:extLst>
        </p:cNvPr>
        <p:cNvGrpSpPr/>
        <p:nvPr/>
      </p:nvGrpSpPr>
      <p:grpSpPr>
        <a:xfrm>
          <a:off x="0" y="0"/>
          <a:ext cx="0" cy="0"/>
          <a:chOff x="0" y="0"/>
          <a:chExt cx="0" cy="0"/>
        </a:xfrm>
      </p:grpSpPr>
      <p:sp>
        <p:nvSpPr>
          <p:cNvPr id="2" name="Espaço Reservado para Texto 22">
            <a:extLst>
              <a:ext uri="{FF2B5EF4-FFF2-40B4-BE49-F238E27FC236}">
                <a16:creationId xmlns:a16="http://schemas.microsoft.com/office/drawing/2014/main" id="{48B01831-7B64-6CCE-84CA-13CB9B0D8488}"/>
              </a:ext>
            </a:extLst>
          </p:cNvPr>
          <p:cNvSpPr>
            <a:spLocks noGrp="1"/>
          </p:cNvSpPr>
          <p:nvPr>
            <p:ph type="body" sz="quarter" idx="4294967295"/>
          </p:nvPr>
        </p:nvSpPr>
        <p:spPr>
          <a:xfrm>
            <a:off x="2629664" y="911519"/>
            <a:ext cx="8512278" cy="409905"/>
          </a:xfrm>
          <a:prstGeom prst="rect">
            <a:avLst/>
          </a:prstGeom>
        </p:spPr>
        <p:txBody>
          <a:bodyPr/>
          <a:lstStyle>
            <a:lvl1pPr>
              <a:defRPr sz="4400" b="1"/>
            </a:lvl1pPr>
          </a:lstStyle>
          <a:p>
            <a:pPr algn="just"/>
            <a:r>
              <a:rPr lang="pt-BR" sz="3200" dirty="0">
                <a:solidFill>
                  <a:srgbClr val="FF161F"/>
                </a:solidFill>
                <a:latin typeface="Poppins" panose="00000500000000000000" pitchFamily="2" charset="0"/>
                <a:cs typeface="Poppins" panose="00000500000000000000" pitchFamily="2" charset="0"/>
              </a:rPr>
              <a:t>DNS: traduzindo nomes em números</a:t>
            </a:r>
          </a:p>
          <a:p>
            <a:pPr lvl="0" algn="just"/>
            <a:endParaRPr lang="pt-BR" sz="3000" dirty="0">
              <a:solidFill>
                <a:srgbClr val="FF161F"/>
              </a:solidFill>
              <a:latin typeface="Poppins" panose="00000500000000000000" pitchFamily="2" charset="0"/>
              <a:cs typeface="Poppins" panose="00000500000000000000" pitchFamily="2" charset="0"/>
            </a:endParaRPr>
          </a:p>
        </p:txBody>
      </p:sp>
      <p:sp>
        <p:nvSpPr>
          <p:cNvPr id="5" name="Google Shape;529;p12">
            <a:extLst>
              <a:ext uri="{FF2B5EF4-FFF2-40B4-BE49-F238E27FC236}">
                <a16:creationId xmlns:a16="http://schemas.microsoft.com/office/drawing/2014/main" id="{79806AFA-B73E-BC78-6138-52D0DDFE53A1}"/>
              </a:ext>
            </a:extLst>
          </p:cNvPr>
          <p:cNvSpPr/>
          <p:nvPr/>
        </p:nvSpPr>
        <p:spPr>
          <a:xfrm>
            <a:off x="2840618" y="4779893"/>
            <a:ext cx="8301324" cy="1347697"/>
          </a:xfrm>
          <a:prstGeom prst="rect">
            <a:avLst/>
          </a:prstGeom>
          <a:solidFill>
            <a:srgbClr val="3E3593"/>
          </a:solidFill>
          <a:ln>
            <a:noFill/>
          </a:ln>
        </p:spPr>
        <p:txBody>
          <a:bodyPr spcFirstLastPara="1" wrap="square" lIns="60950" tIns="30467" rIns="60950" bIns="30467" anchor="ctr" anchorCtr="0">
            <a:noAutofit/>
          </a:bodyPr>
          <a:lstStyle/>
          <a:p>
            <a:pPr algn="ctr">
              <a:buSzPts val="1400"/>
            </a:pPr>
            <a:endParaRPr dirty="0">
              <a:solidFill>
                <a:schemeClr val="lt1"/>
              </a:solidFill>
            </a:endParaRPr>
          </a:p>
        </p:txBody>
      </p:sp>
      <p:sp>
        <p:nvSpPr>
          <p:cNvPr id="6" name="Google Shape;531;p12">
            <a:extLst>
              <a:ext uri="{FF2B5EF4-FFF2-40B4-BE49-F238E27FC236}">
                <a16:creationId xmlns:a16="http://schemas.microsoft.com/office/drawing/2014/main" id="{7A276BF1-FA14-F594-10D5-6FCEA6E12ED0}"/>
              </a:ext>
            </a:extLst>
          </p:cNvPr>
          <p:cNvSpPr/>
          <p:nvPr/>
        </p:nvSpPr>
        <p:spPr>
          <a:xfrm>
            <a:off x="3043184" y="4679870"/>
            <a:ext cx="868725" cy="903901"/>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pPr>
              <a:buSzPts val="1400"/>
            </a:pPr>
            <a:endParaRPr dirty="0"/>
          </a:p>
        </p:txBody>
      </p:sp>
      <p:pic>
        <p:nvPicPr>
          <p:cNvPr id="7" name="Google Shape;533;p12">
            <a:extLst>
              <a:ext uri="{FF2B5EF4-FFF2-40B4-BE49-F238E27FC236}">
                <a16:creationId xmlns:a16="http://schemas.microsoft.com/office/drawing/2014/main" id="{75CACCA7-1DC3-6AD0-1441-D4E8FD72070E}"/>
              </a:ext>
            </a:extLst>
          </p:cNvPr>
          <p:cNvPicPr preferRelativeResize="0"/>
          <p:nvPr/>
        </p:nvPicPr>
        <p:blipFill rotWithShape="1">
          <a:blip r:embed="rId2">
            <a:alphaModFix/>
          </a:blip>
          <a:srcRect/>
          <a:stretch/>
        </p:blipFill>
        <p:spPr>
          <a:xfrm>
            <a:off x="3264477" y="4825665"/>
            <a:ext cx="548441" cy="526088"/>
          </a:xfrm>
          <a:prstGeom prst="rect">
            <a:avLst/>
          </a:prstGeom>
          <a:noFill/>
          <a:ln>
            <a:noFill/>
          </a:ln>
        </p:spPr>
      </p:pic>
      <p:sp>
        <p:nvSpPr>
          <p:cNvPr id="4" name="Espaço Reservado para Texto 22">
            <a:extLst>
              <a:ext uri="{FF2B5EF4-FFF2-40B4-BE49-F238E27FC236}">
                <a16:creationId xmlns:a16="http://schemas.microsoft.com/office/drawing/2014/main" id="{55844678-7CAA-3118-CCE9-53B5FEB46184}"/>
              </a:ext>
            </a:extLst>
          </p:cNvPr>
          <p:cNvSpPr>
            <a:spLocks noGrp="1"/>
          </p:cNvSpPr>
          <p:nvPr>
            <p:ph type="body" sz="quarter" idx="4294967295"/>
          </p:nvPr>
        </p:nvSpPr>
        <p:spPr>
          <a:xfrm>
            <a:off x="4114475" y="4925615"/>
            <a:ext cx="6770665" cy="328763"/>
          </a:xfrm>
          <a:prstGeom prst="rect">
            <a:avLst/>
          </a:prstGeom>
        </p:spPr>
        <p:txBody>
          <a:bodyPr/>
          <a:lstStyle>
            <a:lvl1pPr>
              <a:defRPr sz="2400"/>
            </a:lvl1pPr>
          </a:lstStyle>
          <a:p>
            <a:pPr lvl="0"/>
            <a:r>
              <a:rPr lang="pt-BR" sz="2000" b="1" dirty="0">
                <a:solidFill>
                  <a:schemeClr val="bg1"/>
                </a:solidFill>
                <a:latin typeface="Poppins" pitchFamily="2" charset="77"/>
                <a:cs typeface="Poppins" pitchFamily="2" charset="77"/>
              </a:rPr>
              <a:t>Tome nota</a:t>
            </a:r>
          </a:p>
        </p:txBody>
      </p:sp>
      <p:sp>
        <p:nvSpPr>
          <p:cNvPr id="12" name="Triângulo 11">
            <a:extLst>
              <a:ext uri="{FF2B5EF4-FFF2-40B4-BE49-F238E27FC236}">
                <a16:creationId xmlns:a16="http://schemas.microsoft.com/office/drawing/2014/main" id="{CB23CD45-679E-9920-BA30-885235D5E24C}"/>
              </a:ext>
            </a:extLst>
          </p:cNvPr>
          <p:cNvSpPr/>
          <p:nvPr/>
        </p:nvSpPr>
        <p:spPr>
          <a:xfrm rot="5400000">
            <a:off x="2742667" y="3943794"/>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dirty="0"/>
          </a:p>
        </p:txBody>
      </p:sp>
      <p:sp>
        <p:nvSpPr>
          <p:cNvPr id="9" name="Espaço Reservado para Texto 12">
            <a:extLst>
              <a:ext uri="{FF2B5EF4-FFF2-40B4-BE49-F238E27FC236}">
                <a16:creationId xmlns:a16="http://schemas.microsoft.com/office/drawing/2014/main" id="{8F2EBDBF-843D-55BC-8F9E-A09615E597F4}"/>
              </a:ext>
            </a:extLst>
          </p:cNvPr>
          <p:cNvSpPr>
            <a:spLocks noGrp="1"/>
          </p:cNvSpPr>
          <p:nvPr>
            <p:ph type="body" sz="quarter" idx="10"/>
          </p:nvPr>
        </p:nvSpPr>
        <p:spPr>
          <a:xfrm>
            <a:off x="4141593" y="5317963"/>
            <a:ext cx="6770665" cy="720344"/>
          </a:xfrm>
          <a:prstGeom prst="rect">
            <a:avLst/>
          </a:prstGeom>
        </p:spPr>
        <p:txBody>
          <a:bodyPr/>
          <a:lstStyle/>
          <a:p>
            <a:pPr lvl="0" algn="just"/>
            <a:r>
              <a:rPr lang="pt-BR" sz="1800" dirty="0">
                <a:solidFill>
                  <a:schemeClr val="bg1"/>
                </a:solidFill>
                <a:latin typeface="Poppins" pitchFamily="2" charset="77"/>
                <a:cs typeface="Poppins" pitchFamily="2" charset="77"/>
              </a:rPr>
              <a:t>O DNS facilita a navegação porque transforma nomes de sites em números que os computadores entendem.</a:t>
            </a:r>
          </a:p>
        </p:txBody>
      </p:sp>
      <p:sp>
        <p:nvSpPr>
          <p:cNvPr id="3" name="Rectangle 1">
            <a:extLst>
              <a:ext uri="{FF2B5EF4-FFF2-40B4-BE49-F238E27FC236}">
                <a16:creationId xmlns:a16="http://schemas.microsoft.com/office/drawing/2014/main" id="{E7ECEE2C-6ECC-9BEE-B5DE-394B7B64735F}"/>
              </a:ext>
            </a:extLst>
          </p:cNvPr>
          <p:cNvSpPr>
            <a:spLocks noGrp="1" noChangeArrowheads="1"/>
          </p:cNvSpPr>
          <p:nvPr>
            <p:ph type="body" sz="quarter" idx="4294967295"/>
          </p:nvPr>
        </p:nvSpPr>
        <p:spPr bwMode="auto">
          <a:xfrm>
            <a:off x="2952517" y="2194636"/>
            <a:ext cx="914881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pt-BR" sz="1800" dirty="0">
                <a:latin typeface="Poppins" panose="00000500000000000000" pitchFamily="2" charset="0"/>
                <a:cs typeface="Poppins" panose="00000500000000000000" pitchFamily="2" charset="0"/>
              </a:rPr>
              <a:t>transforma nomes em endereços IP; sem ele, precisaríamos decorar números como 142.250.190.78 em vez de google.com;</a:t>
            </a:r>
          </a:p>
          <a:p>
            <a:endParaRPr lang="pt-BR" sz="1800" dirty="0">
              <a:latin typeface="Poppins" panose="00000500000000000000" pitchFamily="2" charset="0"/>
              <a:cs typeface="Poppins" panose="00000500000000000000" pitchFamily="2" charset="0"/>
            </a:endParaRPr>
          </a:p>
          <a:p>
            <a:r>
              <a:rPr lang="pt-BR" sz="1800" dirty="0">
                <a:latin typeface="Poppins" panose="00000500000000000000" pitchFamily="2" charset="0"/>
                <a:cs typeface="Poppins" panose="00000500000000000000" pitchFamily="2" charset="0"/>
              </a:rPr>
              <a:t>funciona como uma </a:t>
            </a:r>
            <a:r>
              <a:rPr lang="pt-BR" sz="1800" b="1" dirty="0">
                <a:latin typeface="Poppins" panose="00000500000000000000" pitchFamily="2" charset="0"/>
                <a:cs typeface="Poppins" panose="00000500000000000000" pitchFamily="2" charset="0"/>
              </a:rPr>
              <a:t>agenda de contatos</a:t>
            </a:r>
            <a:r>
              <a:rPr lang="pt-BR" sz="1800" dirty="0">
                <a:latin typeface="Poppins" panose="00000500000000000000" pitchFamily="2" charset="0"/>
                <a:cs typeface="Poppins" panose="00000500000000000000" pitchFamily="2" charset="0"/>
              </a:rPr>
              <a:t>: você procura o nome, ele devolve o número;</a:t>
            </a:r>
          </a:p>
          <a:p>
            <a:endParaRPr lang="pt-BR" sz="1800" dirty="0">
              <a:latin typeface="Poppins" panose="00000500000000000000" pitchFamily="2" charset="0"/>
              <a:cs typeface="Poppins" panose="00000500000000000000" pitchFamily="2" charset="0"/>
            </a:endParaRPr>
          </a:p>
          <a:p>
            <a:r>
              <a:rPr lang="pt-BR" sz="1800" dirty="0">
                <a:latin typeface="Poppins" panose="00000500000000000000" pitchFamily="2" charset="0"/>
                <a:cs typeface="Poppins" panose="00000500000000000000" pitchFamily="2" charset="0"/>
              </a:rPr>
              <a:t>é distribuído em servidores no mundo inteiro, para que sempre haja resposta.</a:t>
            </a:r>
          </a:p>
        </p:txBody>
      </p:sp>
      <p:sp>
        <p:nvSpPr>
          <p:cNvPr id="10" name="Triângulo 7">
            <a:extLst>
              <a:ext uri="{FF2B5EF4-FFF2-40B4-BE49-F238E27FC236}">
                <a16:creationId xmlns:a16="http://schemas.microsoft.com/office/drawing/2014/main" id="{173CF7E1-A748-8596-D6BA-E190A7C5D5BF}"/>
              </a:ext>
            </a:extLst>
          </p:cNvPr>
          <p:cNvSpPr/>
          <p:nvPr/>
        </p:nvSpPr>
        <p:spPr>
          <a:xfrm rot="5400000">
            <a:off x="2742666" y="3130273"/>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dirty="0"/>
          </a:p>
        </p:txBody>
      </p:sp>
      <p:sp>
        <p:nvSpPr>
          <p:cNvPr id="11" name="Triângulo 7">
            <a:extLst>
              <a:ext uri="{FF2B5EF4-FFF2-40B4-BE49-F238E27FC236}">
                <a16:creationId xmlns:a16="http://schemas.microsoft.com/office/drawing/2014/main" id="{A79BB057-3A49-EEB5-4F66-4583C3111358}"/>
              </a:ext>
            </a:extLst>
          </p:cNvPr>
          <p:cNvSpPr/>
          <p:nvPr/>
        </p:nvSpPr>
        <p:spPr>
          <a:xfrm rot="5400000">
            <a:off x="2742666" y="2316753"/>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dirty="0"/>
          </a:p>
        </p:txBody>
      </p:sp>
      <p:sp>
        <p:nvSpPr>
          <p:cNvPr id="14" name="CaixaDeTexto 13">
            <a:extLst>
              <a:ext uri="{FF2B5EF4-FFF2-40B4-BE49-F238E27FC236}">
                <a16:creationId xmlns:a16="http://schemas.microsoft.com/office/drawing/2014/main" id="{D3DCB1A2-D129-A5D3-1095-EB028FCBC1EC}"/>
              </a:ext>
            </a:extLst>
          </p:cNvPr>
          <p:cNvSpPr txBox="1"/>
          <p:nvPr/>
        </p:nvSpPr>
        <p:spPr>
          <a:xfrm>
            <a:off x="2629664" y="1761719"/>
            <a:ext cx="6097836" cy="369332"/>
          </a:xfrm>
          <a:prstGeom prst="rect">
            <a:avLst/>
          </a:prstGeom>
          <a:noFill/>
          <a:ln>
            <a:noFill/>
          </a:ln>
        </p:spPr>
        <p:txBody>
          <a:bodyPr wrap="square">
            <a:spAutoFit/>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80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O </a:t>
            </a:r>
            <a:r>
              <a:rPr kumimoji="0" lang="pt-BR" sz="1800" b="1"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DNS (Domain Name System)</a:t>
            </a:r>
            <a:r>
              <a:rPr kumimoji="0" lang="pt-BR" sz="1800" b="0" i="0" u="none" strike="noStrike" kern="0" cap="none" spc="0" normalizeH="0" baseline="0" noProof="0" dirty="0">
                <a:ln>
                  <a:noFill/>
                </a:ln>
                <a:solidFill>
                  <a:srgbClr val="000000"/>
                </a:solidFill>
                <a:effectLst/>
                <a:uLnTx/>
                <a:uFillTx/>
                <a:latin typeface="Poppins" panose="00000500000000000000" pitchFamily="2" charset="0"/>
                <a:cs typeface="Poppins" panose="00000500000000000000" pitchFamily="2" charset="0"/>
                <a:sym typeface="Arial"/>
              </a:rPr>
              <a:t> é um sistema que:</a:t>
            </a:r>
          </a:p>
        </p:txBody>
      </p:sp>
      <p:sp>
        <p:nvSpPr>
          <p:cNvPr id="13" name="CaixaDeTexto 12">
            <a:extLst>
              <a:ext uri="{FF2B5EF4-FFF2-40B4-BE49-F238E27FC236}">
                <a16:creationId xmlns:a16="http://schemas.microsoft.com/office/drawing/2014/main" id="{CD807285-689B-D37F-90C6-48A4CC956E83}"/>
              </a:ext>
            </a:extLst>
          </p:cNvPr>
          <p:cNvSpPr txBox="1"/>
          <p:nvPr/>
        </p:nvSpPr>
        <p:spPr>
          <a:xfrm>
            <a:off x="8727500" y="4445422"/>
            <a:ext cx="4463230" cy="261610"/>
          </a:xfrm>
          <a:prstGeom prst="rect">
            <a:avLst/>
          </a:prstGeom>
          <a:noFill/>
          <a:ln>
            <a:noFill/>
          </a:ln>
        </p:spPr>
        <p:txBody>
          <a:bodyPr wrap="square">
            <a:spAutoFit/>
          </a:bodyPr>
          <a:lstStyle/>
          <a:p>
            <a:r>
              <a:rPr lang="pt-BR" sz="1100" dirty="0">
                <a:effectLst/>
                <a:latin typeface="Poppins" panose="00000500000000000000" pitchFamily="2" charset="0"/>
                <a:cs typeface="Poppins" panose="00000500000000000000" pitchFamily="2" charset="0"/>
              </a:rPr>
              <a:t>Fonte: TANENBAUM; AUSTIN, 2013.</a:t>
            </a:r>
            <a:endParaRPr lang="pt-BR" sz="11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965406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5" name="Google Shape;795;p59"/>
          <p:cNvSpPr txBox="1">
            <a:spLocks noGrp="1"/>
          </p:cNvSpPr>
          <p:nvPr>
            <p:ph type="body" idx="1"/>
          </p:nvPr>
        </p:nvSpPr>
        <p:spPr>
          <a:xfrm>
            <a:off x="239036" y="3214778"/>
            <a:ext cx="2354668" cy="1303521"/>
          </a:xfrm>
          <a:prstGeom prst="rect">
            <a:avLst/>
          </a:prstGeom>
          <a:noFill/>
          <a:ln>
            <a:noFill/>
          </a:ln>
        </p:spPr>
        <p:txBody>
          <a:bodyPr spcFirstLastPara="1" wrap="square" lIns="60950" tIns="30467" rIns="60950" bIns="30467" anchor="t" anchorCtr="0">
            <a:normAutofit/>
          </a:bodyPr>
          <a:lstStyle/>
          <a:p>
            <a:pPr marL="0" indent="0"/>
            <a:r>
              <a:rPr lang="pt-BR" sz="2800" dirty="0"/>
              <a:t>Como tudo se conecta</a:t>
            </a:r>
            <a:endParaRPr sz="2500" dirty="0">
              <a:solidFill>
                <a:schemeClr val="bg1"/>
              </a:solidFill>
            </a:endParaRPr>
          </a:p>
        </p:txBody>
      </p:sp>
      <p:sp>
        <p:nvSpPr>
          <p:cNvPr id="2" name="CaixaDeTexto 1">
            <a:extLst>
              <a:ext uri="{FF2B5EF4-FFF2-40B4-BE49-F238E27FC236}">
                <a16:creationId xmlns:a16="http://schemas.microsoft.com/office/drawing/2014/main" id="{7992BBFA-388F-A272-E4B0-E81DF28C3A52}"/>
              </a:ext>
            </a:extLst>
          </p:cNvPr>
          <p:cNvSpPr txBox="1"/>
          <p:nvPr/>
        </p:nvSpPr>
        <p:spPr>
          <a:xfrm>
            <a:off x="7968343" y="-34834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graphicFrame>
        <p:nvGraphicFramePr>
          <p:cNvPr id="3" name="Google Shape;794;p59">
            <a:extLst>
              <a:ext uri="{FF2B5EF4-FFF2-40B4-BE49-F238E27FC236}">
                <a16:creationId xmlns:a16="http://schemas.microsoft.com/office/drawing/2014/main" id="{C810A342-EBF0-55D2-6F3B-32112A04097E}"/>
              </a:ext>
            </a:extLst>
          </p:cNvPr>
          <p:cNvGraphicFramePr/>
          <p:nvPr>
            <p:extLst>
              <p:ext uri="{D42A27DB-BD31-4B8C-83A1-F6EECF244321}">
                <p14:modId xmlns:p14="http://schemas.microsoft.com/office/powerpoint/2010/main" val="4031662695"/>
              </p:ext>
            </p:extLst>
          </p:nvPr>
        </p:nvGraphicFramePr>
        <p:xfrm>
          <a:off x="3118767" y="727114"/>
          <a:ext cx="8515340" cy="5845212"/>
        </p:xfrm>
        <a:graphic>
          <a:graphicData uri="http://schemas.openxmlformats.org/drawingml/2006/table">
            <a:tbl>
              <a:tblPr>
                <a:noFill/>
                <a:tableStyleId>{58B62AC2-CBFF-4FEF-A790-FB120B6FE34D}</a:tableStyleId>
              </a:tblPr>
              <a:tblGrid>
                <a:gridCol w="1518547">
                  <a:extLst>
                    <a:ext uri="{9D8B030D-6E8A-4147-A177-3AD203B41FA5}">
                      <a16:colId xmlns:a16="http://schemas.microsoft.com/office/drawing/2014/main" val="20000"/>
                    </a:ext>
                  </a:extLst>
                </a:gridCol>
                <a:gridCol w="3404507">
                  <a:extLst>
                    <a:ext uri="{9D8B030D-6E8A-4147-A177-3AD203B41FA5}">
                      <a16:colId xmlns:a16="http://schemas.microsoft.com/office/drawing/2014/main" val="20001"/>
                    </a:ext>
                  </a:extLst>
                </a:gridCol>
                <a:gridCol w="3592286">
                  <a:extLst>
                    <a:ext uri="{9D8B030D-6E8A-4147-A177-3AD203B41FA5}">
                      <a16:colId xmlns:a16="http://schemas.microsoft.com/office/drawing/2014/main" val="20002"/>
                    </a:ext>
                  </a:extLst>
                </a:gridCol>
              </a:tblGrid>
              <a:tr h="517792">
                <a:tc>
                  <a:txBody>
                    <a:bodyPr/>
                    <a:lstStyle/>
                    <a:p>
                      <a:pPr marL="0" marR="0" lvl="0" indent="0" algn="l" rtl="0">
                        <a:lnSpc>
                          <a:spcPct val="100000"/>
                        </a:lnSpc>
                        <a:spcBef>
                          <a:spcPts val="0"/>
                        </a:spcBef>
                        <a:spcAft>
                          <a:spcPts val="0"/>
                        </a:spcAft>
                        <a:buClr>
                          <a:srgbClr val="000000"/>
                        </a:buClr>
                        <a:buSzPts val="400"/>
                        <a:buFont typeface="Arial"/>
                        <a:buNone/>
                      </a:pPr>
                      <a:endParaRPr lang="pt-BR" sz="1400" b="0" i="0" u="none" strike="noStrike" cap="none" noProof="0" dirty="0">
                        <a:latin typeface="Poppins" panose="00000500000000000000" pitchFamily="2" charset="0"/>
                        <a:ea typeface="Poppins Light"/>
                        <a:cs typeface="Poppins" panose="00000500000000000000" pitchFamily="2" charset="0"/>
                        <a:sym typeface="Poppins Light"/>
                      </a:endParaRPr>
                    </a:p>
                  </a:txBody>
                  <a:tcPr marL="114567" marR="114567" marT="114567" marB="114567">
                    <a:lnL w="9525" cap="flat" cmpd="sng">
                      <a:noFill/>
                      <a:prstDash val="solid"/>
                      <a:round/>
                      <a:headEnd type="none" w="sm" len="sm"/>
                      <a:tailEnd type="none" w="sm" len="sm"/>
                    </a:lnL>
                    <a:lnR w="12700" cap="flat" cmpd="sng" algn="ctr">
                      <a:no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Clr>
                          <a:srgbClr val="000000"/>
                        </a:buClr>
                        <a:buSzPts val="1800"/>
                        <a:buFont typeface="Arial"/>
                        <a:buNone/>
                      </a:pPr>
                      <a:r>
                        <a:rPr lang="pt-BR" sz="1600" b="1" i="0" u="none" strike="noStrike" cap="none" dirty="0">
                          <a:solidFill>
                            <a:schemeClr val="dk1"/>
                          </a:solidFill>
                          <a:latin typeface="Poppins" panose="00000500000000000000" pitchFamily="2" charset="0"/>
                          <a:cs typeface="Poppins" panose="00000500000000000000" pitchFamily="2" charset="0"/>
                          <a:sym typeface="Arial"/>
                        </a:rPr>
                        <a:t>Função na rede</a:t>
                      </a:r>
                      <a:endParaRPr lang="pt-BR" sz="1600" b="1" i="0" u="none" strike="noStrike" cap="none" noProof="0" dirty="0">
                        <a:solidFill>
                          <a:schemeClr val="dk1"/>
                        </a:solidFill>
                        <a:latin typeface="Poppins" panose="00000500000000000000" pitchFamily="2" charset="0"/>
                        <a:ea typeface="Poppins"/>
                        <a:cs typeface="Poppins" panose="00000500000000000000" pitchFamily="2" charset="0"/>
                        <a:sym typeface="Poppins"/>
                      </a:endParaRPr>
                    </a:p>
                  </a:txBody>
                  <a:tcPr marL="114567" marR="114567" marT="114567" marB="114567" anchor="ctr">
                    <a:lnL w="12700" cap="flat" cmpd="sng" algn="ctr">
                      <a:noFill/>
                      <a:prstDash val="solid"/>
                      <a:round/>
                      <a:headEnd type="none" w="med" len="med"/>
                      <a:tailEnd type="none" w="med" len="med"/>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pt-BR" sz="1600" b="1" i="0" u="none" strike="noStrike" cap="none" dirty="0">
                          <a:solidFill>
                            <a:schemeClr val="dk1"/>
                          </a:solidFill>
                          <a:latin typeface="Poppins" panose="00000500000000000000" pitchFamily="2" charset="0"/>
                          <a:cs typeface="Poppins" panose="00000500000000000000" pitchFamily="2" charset="0"/>
                          <a:sym typeface="Arial"/>
                        </a:rPr>
                        <a:t>Exemplo</a:t>
                      </a:r>
                      <a:endParaRPr lang="pt-BR" sz="1600" b="1" i="0" u="none" strike="noStrike" cap="none" noProof="0" dirty="0">
                        <a:solidFill>
                          <a:schemeClr val="dk1"/>
                        </a:solidFill>
                        <a:latin typeface="Poppins" panose="00000500000000000000" pitchFamily="2" charset="0"/>
                        <a:ea typeface="Poppins"/>
                        <a:cs typeface="Poppins" panose="00000500000000000000" pitchFamily="2" charset="0"/>
                        <a:sym typeface="Poppins"/>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1114241">
                <a:tc>
                  <a:txBody>
                    <a:bodyPr/>
                    <a:lstStyle/>
                    <a:p>
                      <a:pPr marL="0" marR="0" lvl="0" indent="0" algn="l" rtl="0">
                        <a:lnSpc>
                          <a:spcPct val="100000"/>
                        </a:lnSpc>
                        <a:spcBef>
                          <a:spcPts val="0"/>
                        </a:spcBef>
                        <a:spcAft>
                          <a:spcPts val="0"/>
                        </a:spcAft>
                        <a:buClr>
                          <a:srgbClr val="000000"/>
                        </a:buClr>
                        <a:buSzPts val="1700"/>
                        <a:buFont typeface="Arial"/>
                        <a:buNone/>
                      </a:pPr>
                      <a:r>
                        <a:rPr lang="pt-BR" sz="1600" b="1" i="0" u="none" strike="noStrike" cap="none" noProof="0" dirty="0">
                          <a:solidFill>
                            <a:schemeClr val="dk1"/>
                          </a:solidFill>
                          <a:latin typeface="Poppins" panose="00000500000000000000" pitchFamily="2" charset="0"/>
                          <a:ea typeface="Poppins"/>
                          <a:cs typeface="Poppins" panose="00000500000000000000" pitchFamily="2" charset="0"/>
                          <a:sym typeface="Poppins"/>
                        </a:rPr>
                        <a:t>Protocolo</a:t>
                      </a: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no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400" b="0" i="0" u="none" strike="noStrike" cap="none" dirty="0">
                          <a:solidFill>
                            <a:schemeClr val="dk1"/>
                          </a:solidFill>
                          <a:latin typeface="Poppins" panose="00000500000000000000" pitchFamily="2" charset="0"/>
                          <a:cs typeface="Poppins" panose="00000500000000000000" pitchFamily="2" charset="0"/>
                          <a:sym typeface="Arial"/>
                        </a:rPr>
                        <a:t>Define as regras de comunicação entre dispositivos, como uma “língua em comum”.</a:t>
                      </a:r>
                      <a:endParaRPr lang="pt-BR" sz="1400" b="0" i="0" u="none" strike="noStrike" cap="none" noProof="0" dirty="0">
                        <a:solidFill>
                          <a:schemeClr val="dk1"/>
                        </a:solidFill>
                        <a:latin typeface="Poppins" panose="00000500000000000000" pitchFamily="2" charset="0"/>
                        <a:ea typeface="Poppins Light"/>
                        <a:cs typeface="Poppins" panose="00000500000000000000" pitchFamily="2" charset="0"/>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400" b="0" i="0" u="none" strike="noStrike" cap="none" dirty="0">
                          <a:solidFill>
                            <a:schemeClr val="dk1"/>
                          </a:solidFill>
                          <a:latin typeface="Poppins" panose="00000500000000000000" pitchFamily="2" charset="0"/>
                          <a:cs typeface="Poppins" panose="00000500000000000000" pitchFamily="2" charset="0"/>
                          <a:sym typeface="Arial"/>
                        </a:rPr>
                        <a:t>Duas pessoas que falam a mesma língua conseguem conversar sem dificuldades.</a:t>
                      </a:r>
                      <a:endParaRPr lang="pt-BR" sz="1400" b="0" i="0" u="none" strike="noStrike" cap="none" noProof="0" dirty="0">
                        <a:solidFill>
                          <a:schemeClr val="dk1"/>
                        </a:solidFill>
                        <a:latin typeface="Poppins" panose="00000500000000000000" pitchFamily="2" charset="0"/>
                        <a:ea typeface="Poppins Light"/>
                        <a:cs typeface="Poppins" panose="00000500000000000000" pitchFamily="2" charset="0"/>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1"/>
                  </a:ext>
                </a:extLst>
              </a:tr>
              <a:tr h="902123">
                <a:tc>
                  <a:txBody>
                    <a:bodyPr/>
                    <a:lstStyle/>
                    <a:p>
                      <a:pPr marL="0" marR="0" lvl="0" indent="0" algn="l" rtl="0">
                        <a:lnSpc>
                          <a:spcPct val="100000"/>
                        </a:lnSpc>
                        <a:spcBef>
                          <a:spcPts val="0"/>
                        </a:spcBef>
                        <a:spcAft>
                          <a:spcPts val="0"/>
                        </a:spcAft>
                        <a:buClr>
                          <a:schemeClr val="dk1"/>
                        </a:buClr>
                        <a:buSzPts val="1700"/>
                        <a:buFont typeface="Arial"/>
                        <a:buNone/>
                      </a:pPr>
                      <a:r>
                        <a:rPr lang="pt-BR" sz="1600" b="1" i="0" u="none" strike="noStrike" cap="none" noProof="0" dirty="0">
                          <a:solidFill>
                            <a:schemeClr val="dk1"/>
                          </a:solidFill>
                          <a:latin typeface="Poppins" panose="00000500000000000000" pitchFamily="2" charset="0"/>
                          <a:ea typeface="Poppins"/>
                          <a:cs typeface="Poppins" panose="00000500000000000000" pitchFamily="2" charset="0"/>
                          <a:sym typeface="Poppins"/>
                        </a:rPr>
                        <a:t>TCP/IP</a:t>
                      </a:r>
                      <a:endParaRPr lang="pt-BR" sz="1600" b="1" i="0" noProof="0" dirty="0">
                        <a:latin typeface="Poppins" panose="00000500000000000000" pitchFamily="2" charset="0"/>
                        <a:cs typeface="Poppins" panose="00000500000000000000" pitchFamily="2" charset="0"/>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400" b="0" i="0" u="none" strike="noStrike" cap="none" dirty="0">
                          <a:solidFill>
                            <a:schemeClr val="dk1"/>
                          </a:solidFill>
                          <a:latin typeface="Poppins" panose="00000500000000000000" pitchFamily="2" charset="0"/>
                          <a:cs typeface="Poppins" panose="00000500000000000000" pitchFamily="2" charset="0"/>
                          <a:sym typeface="Arial"/>
                        </a:rPr>
                        <a:t>Estrutura de protocolos que organiza a internet em camadas, garantindo que diferentes tecnologias funcionem juntas.</a:t>
                      </a:r>
                      <a:endParaRPr lang="pt-BR" sz="1400" b="0" i="0" u="none" strike="noStrike" cap="none" noProof="0" dirty="0">
                        <a:solidFill>
                          <a:schemeClr val="dk1"/>
                        </a:solidFill>
                        <a:latin typeface="Poppins" panose="00000500000000000000" pitchFamily="2" charset="0"/>
                        <a:ea typeface="Poppins Light"/>
                        <a:cs typeface="Poppins" panose="00000500000000000000" pitchFamily="2" charset="0"/>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400" b="0" i="0" u="none" strike="noStrike" cap="none" dirty="0">
                          <a:solidFill>
                            <a:schemeClr val="dk1"/>
                          </a:solidFill>
                          <a:latin typeface="Poppins" panose="00000500000000000000" pitchFamily="2" charset="0"/>
                          <a:cs typeface="Poppins" panose="00000500000000000000" pitchFamily="2" charset="0"/>
                          <a:sym typeface="Arial"/>
                        </a:rPr>
                        <a:t>Você pode assistir a uma série no celular (Wi-Fi), no notebook (cabo) ou na TV (fibra), e tudo se integra sem problemas.</a:t>
                      </a:r>
                      <a:endParaRPr lang="pt-BR" sz="1400" b="0" i="0" u="none" strike="noStrike" cap="none" noProof="0" dirty="0">
                        <a:solidFill>
                          <a:schemeClr val="dk1"/>
                        </a:solidFill>
                        <a:latin typeface="Poppins" panose="00000500000000000000" pitchFamily="2" charset="0"/>
                        <a:ea typeface="Poppins Light"/>
                        <a:cs typeface="Poppins" panose="00000500000000000000" pitchFamily="2" charset="0"/>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D8D8D8"/>
                    </a:solidFill>
                  </a:tcPr>
                </a:tc>
                <a:extLst>
                  <a:ext uri="{0D108BD9-81ED-4DB2-BD59-A6C34878D82A}">
                    <a16:rowId xmlns:a16="http://schemas.microsoft.com/office/drawing/2014/main" val="10002"/>
                  </a:ext>
                </a:extLst>
              </a:tr>
              <a:tr h="1114241">
                <a:tc>
                  <a:txBody>
                    <a:bodyPr/>
                    <a:lstStyle/>
                    <a:p>
                      <a:pPr marL="0" marR="0" lvl="0" indent="0" algn="l" rtl="0">
                        <a:lnSpc>
                          <a:spcPct val="100000"/>
                        </a:lnSpc>
                        <a:spcBef>
                          <a:spcPts val="0"/>
                        </a:spcBef>
                        <a:spcAft>
                          <a:spcPts val="0"/>
                        </a:spcAft>
                        <a:buClr>
                          <a:srgbClr val="000000"/>
                        </a:buClr>
                        <a:buSzPts val="1700"/>
                        <a:buFont typeface="Arial"/>
                        <a:buNone/>
                      </a:pPr>
                      <a:r>
                        <a:rPr lang="pt-BR" sz="1600" b="1" i="0" u="none" strike="noStrike" cap="none" noProof="0" dirty="0">
                          <a:solidFill>
                            <a:schemeClr val="dk1"/>
                          </a:solidFill>
                          <a:latin typeface="Poppins" panose="00000500000000000000" pitchFamily="2" charset="0"/>
                          <a:ea typeface="Poppins"/>
                          <a:cs typeface="Poppins" panose="00000500000000000000" pitchFamily="2" charset="0"/>
                          <a:sym typeface="Poppins"/>
                        </a:rPr>
                        <a:t>TCP</a:t>
                      </a: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400" b="0" i="0" u="none" strike="noStrike" cap="none" dirty="0">
                          <a:solidFill>
                            <a:schemeClr val="dk1"/>
                          </a:solidFill>
                          <a:latin typeface="Poppins" panose="00000500000000000000" pitchFamily="2" charset="0"/>
                          <a:cs typeface="Poppins" panose="00000500000000000000" pitchFamily="2" charset="0"/>
                          <a:sym typeface="Arial"/>
                        </a:rPr>
                        <a:t>Foca a confiabilidade: garante que os dados cheguem completos e na ordem certa.</a:t>
                      </a:r>
                      <a:endParaRPr lang="pt-BR" sz="1400" b="0" i="0" u="none" strike="noStrike" cap="none" noProof="0" dirty="0">
                        <a:solidFill>
                          <a:schemeClr val="dk1"/>
                        </a:solidFill>
                        <a:latin typeface="Poppins" panose="00000500000000000000" pitchFamily="2" charset="0"/>
                        <a:ea typeface="Poppins Light"/>
                        <a:cs typeface="Poppins" panose="00000500000000000000" pitchFamily="2" charset="0"/>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400" b="0" i="0" u="none" strike="noStrike" cap="none" dirty="0">
                          <a:solidFill>
                            <a:schemeClr val="dk1"/>
                          </a:solidFill>
                          <a:latin typeface="Poppins" panose="00000500000000000000" pitchFamily="2" charset="0"/>
                          <a:cs typeface="Poppins" panose="00000500000000000000" pitchFamily="2" charset="0"/>
                          <a:sym typeface="Arial"/>
                        </a:rPr>
                        <a:t>Ao enviar um currículo por e-mail, você tem certeza de que o documento chega inteiro ao recrutador.</a:t>
                      </a:r>
                      <a:endParaRPr lang="pt-BR" sz="1400" b="0" i="0" u="none" strike="noStrike" cap="none" noProof="0" dirty="0">
                        <a:solidFill>
                          <a:schemeClr val="dk1"/>
                        </a:solidFill>
                        <a:latin typeface="Poppins" panose="00000500000000000000" pitchFamily="2" charset="0"/>
                        <a:ea typeface="Poppins Light"/>
                        <a:cs typeface="Poppins" panose="00000500000000000000" pitchFamily="2" charset="0"/>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3"/>
                  </a:ext>
                </a:extLst>
              </a:tr>
              <a:tr h="902123">
                <a:tc>
                  <a:txBody>
                    <a:bodyPr/>
                    <a:lstStyle/>
                    <a:p>
                      <a:pPr marL="0" marR="0" lvl="0" indent="0" algn="l" rtl="0">
                        <a:lnSpc>
                          <a:spcPct val="100000"/>
                        </a:lnSpc>
                        <a:spcBef>
                          <a:spcPts val="0"/>
                        </a:spcBef>
                        <a:spcAft>
                          <a:spcPts val="0"/>
                        </a:spcAft>
                        <a:buClr>
                          <a:schemeClr val="dk1"/>
                        </a:buClr>
                        <a:buSzPts val="1700"/>
                        <a:buFont typeface="Arial"/>
                        <a:buNone/>
                      </a:pPr>
                      <a:r>
                        <a:rPr lang="pt-BR" sz="1600" b="1" i="0" u="none" strike="noStrike" cap="none" noProof="0" dirty="0">
                          <a:solidFill>
                            <a:schemeClr val="dk1"/>
                          </a:solidFill>
                          <a:latin typeface="Poppins" panose="00000500000000000000" pitchFamily="2" charset="0"/>
                          <a:ea typeface="Poppins"/>
                          <a:cs typeface="Poppins" panose="00000500000000000000" pitchFamily="2" charset="0"/>
                          <a:sym typeface="Poppins"/>
                        </a:rPr>
                        <a:t>UDP</a:t>
                      </a:r>
                      <a:endParaRPr lang="pt-BR" sz="1600" b="1" i="0" noProof="0" dirty="0">
                        <a:latin typeface="Poppins" panose="00000500000000000000" pitchFamily="2" charset="0"/>
                        <a:cs typeface="Poppins" panose="00000500000000000000" pitchFamily="2" charset="0"/>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400" b="0" i="0" u="none" strike="noStrike" cap="none" dirty="0">
                          <a:solidFill>
                            <a:schemeClr val="dk1"/>
                          </a:solidFill>
                          <a:latin typeface="Poppins" panose="00000500000000000000" pitchFamily="2" charset="0"/>
                          <a:cs typeface="Poppins" panose="00000500000000000000" pitchFamily="2" charset="0"/>
                          <a:sym typeface="Arial"/>
                        </a:rPr>
                        <a:t>Foca a velocidade: envia os dados sem checar se todos chegaram.</a:t>
                      </a:r>
                      <a:endParaRPr lang="pt-BR" sz="1400" b="0" i="0" u="none" strike="noStrike" cap="none" noProof="0" dirty="0">
                        <a:solidFill>
                          <a:schemeClr val="dk1"/>
                        </a:solidFill>
                        <a:latin typeface="Poppins" panose="00000500000000000000" pitchFamily="2" charset="0"/>
                        <a:ea typeface="Poppins Light"/>
                        <a:cs typeface="Poppins" panose="00000500000000000000" pitchFamily="2" charset="0"/>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400" b="0" i="0" u="none" strike="noStrike" cap="none" dirty="0">
                          <a:solidFill>
                            <a:schemeClr val="dk1"/>
                          </a:solidFill>
                          <a:latin typeface="Poppins" panose="00000500000000000000" pitchFamily="2" charset="0"/>
                          <a:cs typeface="Poppins" panose="00000500000000000000" pitchFamily="2" charset="0"/>
                          <a:sym typeface="Arial"/>
                        </a:rPr>
                        <a:t>Em uma chamada de vídeo, pode haver pequenas falhas na imagem, mas a conversa flui sem travar.</a:t>
                      </a:r>
                      <a:endParaRPr lang="pt-BR" sz="1400" b="0" i="0" u="none" strike="noStrike" cap="none" noProof="0" dirty="0">
                        <a:solidFill>
                          <a:schemeClr val="dk1"/>
                        </a:solidFill>
                        <a:latin typeface="Poppins" panose="00000500000000000000" pitchFamily="2" charset="0"/>
                        <a:ea typeface="Poppins Light"/>
                        <a:cs typeface="Poppins" panose="00000500000000000000" pitchFamily="2" charset="0"/>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D8D8D8"/>
                    </a:solidFill>
                  </a:tcPr>
                </a:tc>
                <a:extLst>
                  <a:ext uri="{0D108BD9-81ED-4DB2-BD59-A6C34878D82A}">
                    <a16:rowId xmlns:a16="http://schemas.microsoft.com/office/drawing/2014/main" val="10004"/>
                  </a:ext>
                </a:extLst>
              </a:tr>
              <a:tr h="1114241">
                <a:tc>
                  <a:txBody>
                    <a:bodyPr/>
                    <a:lstStyle/>
                    <a:p>
                      <a:pPr marL="0" marR="0" lvl="0" indent="0" algn="l" rtl="0">
                        <a:lnSpc>
                          <a:spcPct val="100000"/>
                        </a:lnSpc>
                        <a:spcBef>
                          <a:spcPts val="0"/>
                        </a:spcBef>
                        <a:spcAft>
                          <a:spcPts val="0"/>
                        </a:spcAft>
                        <a:buClr>
                          <a:srgbClr val="000000"/>
                        </a:buClr>
                        <a:buSzPts val="1700"/>
                        <a:buFont typeface="Arial"/>
                        <a:buNone/>
                      </a:pPr>
                      <a:r>
                        <a:rPr lang="pt-BR" sz="1600" b="1" i="0" u="none" strike="noStrike" cap="none" noProof="0" dirty="0">
                          <a:solidFill>
                            <a:schemeClr val="dk1"/>
                          </a:solidFill>
                          <a:latin typeface="Poppins" panose="00000500000000000000" pitchFamily="2" charset="0"/>
                          <a:ea typeface="Poppins"/>
                          <a:cs typeface="Poppins" panose="00000500000000000000" pitchFamily="2" charset="0"/>
                          <a:sym typeface="Poppins"/>
                        </a:rPr>
                        <a:t>DNS</a:t>
                      </a: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400" b="0" i="0" u="none" strike="noStrike" cap="none" dirty="0">
                          <a:solidFill>
                            <a:schemeClr val="dk1"/>
                          </a:solidFill>
                          <a:latin typeface="Poppins" panose="00000500000000000000" pitchFamily="2" charset="0"/>
                          <a:cs typeface="Poppins" panose="00000500000000000000" pitchFamily="2" charset="0"/>
                          <a:sym typeface="Arial"/>
                        </a:rPr>
                        <a:t>Traduz nomes em endereços IP, facilitando a navegação.</a:t>
                      </a:r>
                      <a:endParaRPr lang="pt-BR" sz="1400" b="0" i="0" u="none" strike="noStrike" cap="none" noProof="0" dirty="0">
                        <a:solidFill>
                          <a:schemeClr val="dk1"/>
                        </a:solidFill>
                        <a:latin typeface="Poppins" panose="00000500000000000000" pitchFamily="2" charset="0"/>
                        <a:ea typeface="Poppins Light"/>
                        <a:cs typeface="Poppins" panose="00000500000000000000" pitchFamily="2" charset="0"/>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pt-BR" sz="1400" b="0" i="0" u="none" strike="noStrike" cap="none" dirty="0">
                          <a:solidFill>
                            <a:schemeClr val="dk1"/>
                          </a:solidFill>
                          <a:latin typeface="Poppins" panose="00000500000000000000" pitchFamily="2" charset="0"/>
                          <a:cs typeface="Poppins" panose="00000500000000000000" pitchFamily="2" charset="0"/>
                          <a:sym typeface="Arial"/>
                        </a:rPr>
                        <a:t>Em vez de digitar números longos, você pesquisa “spotify.com” e acessa a página rapidamente.</a:t>
                      </a:r>
                      <a:endParaRPr lang="pt-BR" sz="1400" b="0" i="0" u="none" strike="noStrike" cap="none" noProof="0" dirty="0">
                        <a:solidFill>
                          <a:schemeClr val="dk1"/>
                        </a:solidFill>
                        <a:latin typeface="Poppins" panose="00000500000000000000" pitchFamily="2" charset="0"/>
                        <a:ea typeface="Poppins Light"/>
                        <a:cs typeface="Poppins" panose="00000500000000000000" pitchFamily="2" charset="0"/>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67">
          <a:extLst>
            <a:ext uri="{FF2B5EF4-FFF2-40B4-BE49-F238E27FC236}">
              <a16:creationId xmlns:a16="http://schemas.microsoft.com/office/drawing/2014/main" id="{56FD887E-B93D-BDCD-9369-FD95FDE39634}"/>
            </a:ext>
          </a:extLst>
        </p:cNvPr>
        <p:cNvGrpSpPr/>
        <p:nvPr/>
      </p:nvGrpSpPr>
      <p:grpSpPr>
        <a:xfrm>
          <a:off x="0" y="0"/>
          <a:ext cx="0" cy="0"/>
          <a:chOff x="0" y="0"/>
          <a:chExt cx="0" cy="0"/>
        </a:xfrm>
      </p:grpSpPr>
      <p:sp>
        <p:nvSpPr>
          <p:cNvPr id="12" name="Google Shape;849;p64">
            <a:extLst>
              <a:ext uri="{FF2B5EF4-FFF2-40B4-BE49-F238E27FC236}">
                <a16:creationId xmlns:a16="http://schemas.microsoft.com/office/drawing/2014/main" id="{B3C016AC-DDDD-DD91-73CB-CB42058B3B27}"/>
              </a:ext>
            </a:extLst>
          </p:cNvPr>
          <p:cNvSpPr/>
          <p:nvPr/>
        </p:nvSpPr>
        <p:spPr>
          <a:xfrm>
            <a:off x="3112674" y="3164873"/>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3" name="Google Shape;850;p64">
            <a:extLst>
              <a:ext uri="{FF2B5EF4-FFF2-40B4-BE49-F238E27FC236}">
                <a16:creationId xmlns:a16="http://schemas.microsoft.com/office/drawing/2014/main" id="{9DE43542-FAE4-28BF-0418-7CB783187862}"/>
              </a:ext>
            </a:extLst>
          </p:cNvPr>
          <p:cNvSpPr/>
          <p:nvPr/>
        </p:nvSpPr>
        <p:spPr>
          <a:xfrm>
            <a:off x="6738417" y="3164872"/>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4" name="Google Shape;851;p64">
            <a:extLst>
              <a:ext uri="{FF2B5EF4-FFF2-40B4-BE49-F238E27FC236}">
                <a16:creationId xmlns:a16="http://schemas.microsoft.com/office/drawing/2014/main" id="{82A5993B-A9D7-A8C0-6A63-505441FC9966}"/>
              </a:ext>
            </a:extLst>
          </p:cNvPr>
          <p:cNvSpPr/>
          <p:nvPr/>
        </p:nvSpPr>
        <p:spPr>
          <a:xfrm>
            <a:off x="3112674" y="4250854"/>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5" name="Google Shape;852;p64">
            <a:extLst>
              <a:ext uri="{FF2B5EF4-FFF2-40B4-BE49-F238E27FC236}">
                <a16:creationId xmlns:a16="http://schemas.microsoft.com/office/drawing/2014/main" id="{C61B1EC0-ED8B-BCB5-348F-E47EC80E50C3}"/>
              </a:ext>
            </a:extLst>
          </p:cNvPr>
          <p:cNvSpPr txBox="1"/>
          <p:nvPr/>
        </p:nvSpPr>
        <p:spPr>
          <a:xfrm>
            <a:off x="3328326" y="4431252"/>
            <a:ext cx="3097534"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IP</a:t>
            </a:r>
            <a:endParaRPr lang="pt-BR" dirty="0">
              <a:sym typeface="Poppins"/>
            </a:endParaRPr>
          </a:p>
        </p:txBody>
      </p:sp>
      <p:sp>
        <p:nvSpPr>
          <p:cNvPr id="16" name="Google Shape;853;p64">
            <a:extLst>
              <a:ext uri="{FF2B5EF4-FFF2-40B4-BE49-F238E27FC236}">
                <a16:creationId xmlns:a16="http://schemas.microsoft.com/office/drawing/2014/main" id="{04C5C731-1F24-627B-19CB-5096C80BBF38}"/>
              </a:ext>
            </a:extLst>
          </p:cNvPr>
          <p:cNvSpPr/>
          <p:nvPr/>
        </p:nvSpPr>
        <p:spPr>
          <a:xfrm>
            <a:off x="6738417" y="4250852"/>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7" name="Google Shape;854;p64">
            <a:extLst>
              <a:ext uri="{FF2B5EF4-FFF2-40B4-BE49-F238E27FC236}">
                <a16:creationId xmlns:a16="http://schemas.microsoft.com/office/drawing/2014/main" id="{9E3950BC-9B34-CB66-4268-279D817CEEE2}"/>
              </a:ext>
            </a:extLst>
          </p:cNvPr>
          <p:cNvSpPr txBox="1"/>
          <p:nvPr/>
        </p:nvSpPr>
        <p:spPr>
          <a:xfrm>
            <a:off x="6964270" y="4392599"/>
            <a:ext cx="3020451"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TCP</a:t>
            </a:r>
            <a:endParaRPr lang="pt-BR" dirty="0">
              <a:sym typeface="Poppins"/>
            </a:endParaRPr>
          </a:p>
        </p:txBody>
      </p:sp>
      <p:sp>
        <p:nvSpPr>
          <p:cNvPr id="18" name="Google Shape;855;p64">
            <a:extLst>
              <a:ext uri="{FF2B5EF4-FFF2-40B4-BE49-F238E27FC236}">
                <a16:creationId xmlns:a16="http://schemas.microsoft.com/office/drawing/2014/main" id="{6E3D2C29-296A-26DB-453E-18D42E75FC08}"/>
              </a:ext>
            </a:extLst>
          </p:cNvPr>
          <p:cNvSpPr txBox="1"/>
          <p:nvPr/>
        </p:nvSpPr>
        <p:spPr>
          <a:xfrm>
            <a:off x="3261446" y="3299472"/>
            <a:ext cx="3097534"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DNS</a:t>
            </a:r>
            <a:endParaRPr lang="pt-BR" dirty="0">
              <a:sym typeface="Poppins"/>
            </a:endParaRPr>
          </a:p>
        </p:txBody>
      </p:sp>
      <p:sp>
        <p:nvSpPr>
          <p:cNvPr id="19" name="Google Shape;856;p64">
            <a:extLst>
              <a:ext uri="{FF2B5EF4-FFF2-40B4-BE49-F238E27FC236}">
                <a16:creationId xmlns:a16="http://schemas.microsoft.com/office/drawing/2014/main" id="{F5FBB34A-2D83-0D0A-5DDE-E4ED71D44ABF}"/>
              </a:ext>
            </a:extLst>
          </p:cNvPr>
          <p:cNvSpPr txBox="1"/>
          <p:nvPr/>
        </p:nvSpPr>
        <p:spPr>
          <a:xfrm>
            <a:off x="6925729" y="3333756"/>
            <a:ext cx="3097534"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algn="ctr">
              <a:lnSpc>
                <a:spcPct val="150018"/>
              </a:lnSpc>
              <a:buSzPts val="2767"/>
              <a:defRPr sz="2000" b="1">
                <a:solidFill>
                  <a:srgbClr val="FFFFFF"/>
                </a:solidFill>
                <a:latin typeface="Poppins"/>
                <a:ea typeface="Poppins"/>
                <a:cs typeface="Poppins"/>
              </a:defRPr>
            </a:lvl1pPr>
          </a:lstStyle>
          <a:p>
            <a:r>
              <a:rPr lang="pt-BR" dirty="0"/>
              <a:t>UDP</a:t>
            </a:r>
            <a:endParaRPr lang="pt-BR" dirty="0">
              <a:sym typeface="Poppins"/>
            </a:endParaRPr>
          </a:p>
        </p:txBody>
      </p:sp>
      <p:sp>
        <p:nvSpPr>
          <p:cNvPr id="4" name="Google Shape;812;p61">
            <a:extLst>
              <a:ext uri="{FF2B5EF4-FFF2-40B4-BE49-F238E27FC236}">
                <a16:creationId xmlns:a16="http://schemas.microsoft.com/office/drawing/2014/main" id="{E6AF24B0-A248-71C3-C03C-F9303785060B}"/>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pPr defTabSz="609630">
              <a:defRPr/>
            </a:pPr>
            <a:endParaRPr dirty="0"/>
          </a:p>
        </p:txBody>
      </p:sp>
      <p:pic>
        <p:nvPicPr>
          <p:cNvPr id="6" name="Gráfico 5">
            <a:extLst>
              <a:ext uri="{FF2B5EF4-FFF2-40B4-BE49-F238E27FC236}">
                <a16:creationId xmlns:a16="http://schemas.microsoft.com/office/drawing/2014/main" id="{B69C4C47-8BDA-BC4E-4E6A-5DE09A91AB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85107" y="245921"/>
            <a:ext cx="435935" cy="390047"/>
          </a:xfrm>
          <a:prstGeom prst="rect">
            <a:avLst/>
          </a:prstGeom>
        </p:spPr>
      </p:pic>
      <p:sp>
        <p:nvSpPr>
          <p:cNvPr id="7" name="Google Shape;833;p62">
            <a:extLst>
              <a:ext uri="{FF2B5EF4-FFF2-40B4-BE49-F238E27FC236}">
                <a16:creationId xmlns:a16="http://schemas.microsoft.com/office/drawing/2014/main" id="{7222916A-2D25-25DB-5ADF-9038E985538B}"/>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defTabSz="609630">
              <a:lnSpc>
                <a:spcPct val="107000"/>
              </a:lnSpc>
              <a:buSzPts val="2700"/>
              <a:defRPr/>
            </a:pPr>
            <a:r>
              <a:rPr lang="pt-BR" b="1" dirty="0">
                <a:solidFill>
                  <a:srgbClr val="FFFFFF"/>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defTabSz="609630">
              <a:lnSpc>
                <a:spcPct val="107000"/>
              </a:lnSpc>
              <a:spcBef>
                <a:spcPts val="715"/>
              </a:spcBef>
              <a:buSzPts val="2700"/>
              <a:defRPr/>
            </a:pPr>
            <a:endParaRPr sz="1333" dirty="0">
              <a:solidFill>
                <a:srgbClr val="FFFFFF"/>
              </a:solidFill>
              <a:latin typeface="Poppins" panose="00000500000000000000" pitchFamily="2" charset="0"/>
              <a:ea typeface="Poppins Light"/>
              <a:cs typeface="Poppins" panose="00000500000000000000" pitchFamily="2" charset="0"/>
              <a:sym typeface="Poppins Light"/>
            </a:endParaRPr>
          </a:p>
        </p:txBody>
      </p:sp>
      <p:sp>
        <p:nvSpPr>
          <p:cNvPr id="11" name="Espaço Reservado para Texto 10">
            <a:extLst>
              <a:ext uri="{FF2B5EF4-FFF2-40B4-BE49-F238E27FC236}">
                <a16:creationId xmlns:a16="http://schemas.microsoft.com/office/drawing/2014/main" id="{C3DD07AD-3BD0-5FA3-C078-0BCCB00616B8}"/>
              </a:ext>
            </a:extLst>
          </p:cNvPr>
          <p:cNvSpPr>
            <a:spLocks noGrp="1"/>
          </p:cNvSpPr>
          <p:nvPr>
            <p:ph type="body" sz="quarter" idx="10"/>
          </p:nvPr>
        </p:nvSpPr>
        <p:spPr>
          <a:xfrm>
            <a:off x="3036468" y="882499"/>
            <a:ext cx="7403898" cy="515408"/>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sz="3200" dirty="0"/>
              <a:t>Qual protocolo é usado quando a prioridade é transmitir dados rapidamente, mesmo que alguns pacotes se percam no caminho?</a:t>
            </a:r>
            <a:endParaRPr lang="pt-BR" sz="3200" dirty="0">
              <a:latin typeface="Poppins" panose="00000500000000000000" pitchFamily="2" charset="0"/>
            </a:endParaRPr>
          </a:p>
        </p:txBody>
      </p:sp>
    </p:spTree>
    <p:extLst>
      <p:ext uri="{BB962C8B-B14F-4D97-AF65-F5344CB8AC3E}">
        <p14:creationId xmlns:p14="http://schemas.microsoft.com/office/powerpoint/2010/main" val="3275431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867">
          <a:extLst>
            <a:ext uri="{FF2B5EF4-FFF2-40B4-BE49-F238E27FC236}">
              <a16:creationId xmlns:a16="http://schemas.microsoft.com/office/drawing/2014/main" id="{FE40FC06-D3A3-1743-37AE-ABED4942E7B4}"/>
            </a:ext>
          </a:extLst>
        </p:cNvPr>
        <p:cNvGrpSpPr/>
        <p:nvPr/>
      </p:nvGrpSpPr>
      <p:grpSpPr>
        <a:xfrm>
          <a:off x="0" y="0"/>
          <a:ext cx="0" cy="0"/>
          <a:chOff x="0" y="0"/>
          <a:chExt cx="0" cy="0"/>
        </a:xfrm>
      </p:grpSpPr>
      <p:sp>
        <p:nvSpPr>
          <p:cNvPr id="14" name="Google Shape;851;p64">
            <a:extLst>
              <a:ext uri="{FF2B5EF4-FFF2-40B4-BE49-F238E27FC236}">
                <a16:creationId xmlns:a16="http://schemas.microsoft.com/office/drawing/2014/main" id="{57616612-E380-0163-1CA3-0EE0F9BF3BF8}"/>
              </a:ext>
            </a:extLst>
          </p:cNvPr>
          <p:cNvSpPr/>
          <p:nvPr/>
        </p:nvSpPr>
        <p:spPr>
          <a:xfrm>
            <a:off x="6738417" y="3153356"/>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2D050"/>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4" name="Google Shape;812;p61">
            <a:extLst>
              <a:ext uri="{FF2B5EF4-FFF2-40B4-BE49-F238E27FC236}">
                <a16:creationId xmlns:a16="http://schemas.microsoft.com/office/drawing/2014/main" id="{CFD3DD94-A04A-A12B-5938-51F4671FBB3F}"/>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pPr defTabSz="609630">
              <a:defRPr/>
            </a:pPr>
            <a:endParaRPr dirty="0"/>
          </a:p>
        </p:txBody>
      </p:sp>
      <p:pic>
        <p:nvPicPr>
          <p:cNvPr id="6" name="Gráfico 5">
            <a:extLst>
              <a:ext uri="{FF2B5EF4-FFF2-40B4-BE49-F238E27FC236}">
                <a16:creationId xmlns:a16="http://schemas.microsoft.com/office/drawing/2014/main" id="{E99C85AC-4CFD-35D7-01F5-45536879AB9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85107" y="245921"/>
            <a:ext cx="435935" cy="390047"/>
          </a:xfrm>
          <a:prstGeom prst="rect">
            <a:avLst/>
          </a:prstGeom>
        </p:spPr>
      </p:pic>
      <p:sp>
        <p:nvSpPr>
          <p:cNvPr id="7" name="Google Shape;833;p62">
            <a:extLst>
              <a:ext uri="{FF2B5EF4-FFF2-40B4-BE49-F238E27FC236}">
                <a16:creationId xmlns:a16="http://schemas.microsoft.com/office/drawing/2014/main" id="{3F5AE61C-E722-1A96-9ABA-3130A58B144F}"/>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defTabSz="609630">
              <a:lnSpc>
                <a:spcPct val="107000"/>
              </a:lnSpc>
              <a:buSzPts val="2700"/>
              <a:defRPr/>
            </a:pPr>
            <a:r>
              <a:rPr lang="pt-BR" b="1" dirty="0">
                <a:solidFill>
                  <a:srgbClr val="FFFFFF"/>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defTabSz="609630">
              <a:lnSpc>
                <a:spcPct val="107000"/>
              </a:lnSpc>
              <a:spcBef>
                <a:spcPts val="715"/>
              </a:spcBef>
              <a:buSzPts val="2700"/>
              <a:defRPr/>
            </a:pPr>
            <a:endParaRPr sz="1333" dirty="0">
              <a:solidFill>
                <a:srgbClr val="FFFFFF"/>
              </a:solidFill>
              <a:latin typeface="Poppins" panose="00000500000000000000" pitchFamily="2" charset="0"/>
              <a:ea typeface="Poppins Light"/>
              <a:cs typeface="Poppins" panose="00000500000000000000" pitchFamily="2" charset="0"/>
              <a:sym typeface="Poppins Light"/>
            </a:endParaRPr>
          </a:p>
        </p:txBody>
      </p:sp>
      <p:sp>
        <p:nvSpPr>
          <p:cNvPr id="3" name="Google Shape;1434;p98">
            <a:extLst>
              <a:ext uri="{FF2B5EF4-FFF2-40B4-BE49-F238E27FC236}">
                <a16:creationId xmlns:a16="http://schemas.microsoft.com/office/drawing/2014/main" id="{CE60F02E-6746-BD81-8A76-E0DB07C3D471}"/>
              </a:ext>
            </a:extLst>
          </p:cNvPr>
          <p:cNvSpPr/>
          <p:nvPr/>
        </p:nvSpPr>
        <p:spPr>
          <a:xfrm>
            <a:off x="2467997" y="3429000"/>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8" name="Google Shape;1435;p98">
            <a:extLst>
              <a:ext uri="{FF2B5EF4-FFF2-40B4-BE49-F238E27FC236}">
                <a16:creationId xmlns:a16="http://schemas.microsoft.com/office/drawing/2014/main" id="{82CB52B9-8F49-91D3-D7D5-BD5B48F79397}"/>
              </a:ext>
            </a:extLst>
          </p:cNvPr>
          <p:cNvSpPr/>
          <p:nvPr/>
        </p:nvSpPr>
        <p:spPr>
          <a:xfrm>
            <a:off x="10210574" y="4481362"/>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25" name="Google Shape;1437;p98">
            <a:extLst>
              <a:ext uri="{FF2B5EF4-FFF2-40B4-BE49-F238E27FC236}">
                <a16:creationId xmlns:a16="http://schemas.microsoft.com/office/drawing/2014/main" id="{77913399-2C5C-31EA-76B5-F07D3AAA3ED5}"/>
              </a:ext>
            </a:extLst>
          </p:cNvPr>
          <p:cNvSpPr/>
          <p:nvPr/>
        </p:nvSpPr>
        <p:spPr>
          <a:xfrm rot="-3043640">
            <a:off x="10276465" y="3344478"/>
            <a:ext cx="385459" cy="265917"/>
          </a:xfrm>
          <a:prstGeom prst="corner">
            <a:avLst>
              <a:gd name="adj1" fmla="val 36796"/>
              <a:gd name="adj2" fmla="val 29665"/>
            </a:avLst>
          </a:prstGeom>
          <a:solidFill>
            <a:srgbClr val="92D05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24" name="Google Shape;1436;p98">
            <a:extLst>
              <a:ext uri="{FF2B5EF4-FFF2-40B4-BE49-F238E27FC236}">
                <a16:creationId xmlns:a16="http://schemas.microsoft.com/office/drawing/2014/main" id="{684FC197-7308-40DD-B359-18C636BD0E85}"/>
              </a:ext>
            </a:extLst>
          </p:cNvPr>
          <p:cNvSpPr/>
          <p:nvPr/>
        </p:nvSpPr>
        <p:spPr>
          <a:xfrm>
            <a:off x="2509155" y="4481362"/>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9" name="Google Shape;849;p64">
            <a:extLst>
              <a:ext uri="{FF2B5EF4-FFF2-40B4-BE49-F238E27FC236}">
                <a16:creationId xmlns:a16="http://schemas.microsoft.com/office/drawing/2014/main" id="{1F539B5A-51C1-ABC3-D243-AF93210D2550}"/>
              </a:ext>
            </a:extLst>
          </p:cNvPr>
          <p:cNvSpPr/>
          <p:nvPr/>
        </p:nvSpPr>
        <p:spPr>
          <a:xfrm>
            <a:off x="3112674" y="3164873"/>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0" name="Google Shape;851;p64">
            <a:extLst>
              <a:ext uri="{FF2B5EF4-FFF2-40B4-BE49-F238E27FC236}">
                <a16:creationId xmlns:a16="http://schemas.microsoft.com/office/drawing/2014/main" id="{FE2227B0-040C-58B7-F5F0-8BD017236D02}"/>
              </a:ext>
            </a:extLst>
          </p:cNvPr>
          <p:cNvSpPr/>
          <p:nvPr/>
        </p:nvSpPr>
        <p:spPr>
          <a:xfrm>
            <a:off x="3112674" y="4250854"/>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1" name="Google Shape;852;p64">
            <a:extLst>
              <a:ext uri="{FF2B5EF4-FFF2-40B4-BE49-F238E27FC236}">
                <a16:creationId xmlns:a16="http://schemas.microsoft.com/office/drawing/2014/main" id="{2131D3BB-CB2E-4745-4BF7-616FBD66E6CD}"/>
              </a:ext>
            </a:extLst>
          </p:cNvPr>
          <p:cNvSpPr txBox="1"/>
          <p:nvPr/>
        </p:nvSpPr>
        <p:spPr>
          <a:xfrm>
            <a:off x="3328326" y="4431252"/>
            <a:ext cx="3097534"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IP</a:t>
            </a:r>
            <a:endParaRPr lang="pt-BR" dirty="0">
              <a:sym typeface="Poppins"/>
            </a:endParaRPr>
          </a:p>
        </p:txBody>
      </p:sp>
      <p:sp>
        <p:nvSpPr>
          <p:cNvPr id="13" name="Google Shape;853;p64">
            <a:extLst>
              <a:ext uri="{FF2B5EF4-FFF2-40B4-BE49-F238E27FC236}">
                <a16:creationId xmlns:a16="http://schemas.microsoft.com/office/drawing/2014/main" id="{443390AF-72DA-95E1-6F2B-DA835A72CE63}"/>
              </a:ext>
            </a:extLst>
          </p:cNvPr>
          <p:cNvSpPr/>
          <p:nvPr/>
        </p:nvSpPr>
        <p:spPr>
          <a:xfrm>
            <a:off x="6738417" y="4250852"/>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5" name="Google Shape;854;p64">
            <a:extLst>
              <a:ext uri="{FF2B5EF4-FFF2-40B4-BE49-F238E27FC236}">
                <a16:creationId xmlns:a16="http://schemas.microsoft.com/office/drawing/2014/main" id="{DE6B03E1-E36B-D491-ED69-C0786DFAC50E}"/>
              </a:ext>
            </a:extLst>
          </p:cNvPr>
          <p:cNvSpPr txBox="1"/>
          <p:nvPr/>
        </p:nvSpPr>
        <p:spPr>
          <a:xfrm>
            <a:off x="6964270" y="4392599"/>
            <a:ext cx="3020451"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TCP</a:t>
            </a:r>
            <a:endParaRPr lang="pt-BR" dirty="0">
              <a:sym typeface="Poppins"/>
            </a:endParaRPr>
          </a:p>
        </p:txBody>
      </p:sp>
      <p:sp>
        <p:nvSpPr>
          <p:cNvPr id="17" name="Google Shape;855;p64">
            <a:extLst>
              <a:ext uri="{FF2B5EF4-FFF2-40B4-BE49-F238E27FC236}">
                <a16:creationId xmlns:a16="http://schemas.microsoft.com/office/drawing/2014/main" id="{95B0C3EF-2B05-3BC2-895D-F577F8B3B8C3}"/>
              </a:ext>
            </a:extLst>
          </p:cNvPr>
          <p:cNvSpPr txBox="1"/>
          <p:nvPr/>
        </p:nvSpPr>
        <p:spPr>
          <a:xfrm>
            <a:off x="3261446" y="3299472"/>
            <a:ext cx="3097534"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DNS</a:t>
            </a:r>
            <a:endParaRPr lang="pt-BR" dirty="0">
              <a:sym typeface="Poppins"/>
            </a:endParaRPr>
          </a:p>
        </p:txBody>
      </p:sp>
      <p:sp>
        <p:nvSpPr>
          <p:cNvPr id="19" name="Google Shape;856;p64">
            <a:extLst>
              <a:ext uri="{FF2B5EF4-FFF2-40B4-BE49-F238E27FC236}">
                <a16:creationId xmlns:a16="http://schemas.microsoft.com/office/drawing/2014/main" id="{0BF239C2-8580-FC78-6E7A-8C67288F24B8}"/>
              </a:ext>
            </a:extLst>
          </p:cNvPr>
          <p:cNvSpPr txBox="1"/>
          <p:nvPr/>
        </p:nvSpPr>
        <p:spPr>
          <a:xfrm>
            <a:off x="6925729" y="3333756"/>
            <a:ext cx="3097534"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algn="ctr">
              <a:lnSpc>
                <a:spcPct val="150018"/>
              </a:lnSpc>
              <a:buSzPts val="2767"/>
              <a:defRPr sz="2000" b="1">
                <a:solidFill>
                  <a:srgbClr val="FFFFFF"/>
                </a:solidFill>
                <a:latin typeface="Poppins"/>
                <a:ea typeface="Poppins"/>
                <a:cs typeface="Poppins"/>
              </a:defRPr>
            </a:lvl1pPr>
          </a:lstStyle>
          <a:p>
            <a:r>
              <a:rPr lang="pt-BR" dirty="0"/>
              <a:t>UDP</a:t>
            </a:r>
            <a:endParaRPr lang="pt-BR" dirty="0">
              <a:sym typeface="Poppins"/>
            </a:endParaRPr>
          </a:p>
        </p:txBody>
      </p:sp>
      <p:sp>
        <p:nvSpPr>
          <p:cNvPr id="20" name="Espaço Reservado para Texto 10">
            <a:extLst>
              <a:ext uri="{FF2B5EF4-FFF2-40B4-BE49-F238E27FC236}">
                <a16:creationId xmlns:a16="http://schemas.microsoft.com/office/drawing/2014/main" id="{5B65DCD8-784C-526F-E630-B99E5E7FB11E}"/>
              </a:ext>
            </a:extLst>
          </p:cNvPr>
          <p:cNvSpPr>
            <a:spLocks noGrp="1"/>
          </p:cNvSpPr>
          <p:nvPr>
            <p:ph type="body" sz="quarter" idx="10"/>
          </p:nvPr>
        </p:nvSpPr>
        <p:spPr>
          <a:xfrm>
            <a:off x="3036468" y="882499"/>
            <a:ext cx="7403898" cy="515408"/>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sz="3200" dirty="0"/>
              <a:t>Qual protocolo é usado quando a prioridade é transmitir dados rapidamente, mesmo que alguns pacotes se percam no caminho?</a:t>
            </a:r>
            <a:endParaRPr lang="pt-BR" sz="3200" dirty="0">
              <a:latin typeface="Poppins" panose="00000500000000000000" pitchFamily="2" charset="0"/>
            </a:endParaRPr>
          </a:p>
        </p:txBody>
      </p:sp>
    </p:spTree>
    <p:extLst>
      <p:ext uri="{BB962C8B-B14F-4D97-AF65-F5344CB8AC3E}">
        <p14:creationId xmlns:p14="http://schemas.microsoft.com/office/powerpoint/2010/main" val="1290704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E409B-BA6C-5C9A-D1D1-EDE5C8225489}"/>
            </a:ext>
          </a:extLst>
        </p:cNvPr>
        <p:cNvGrpSpPr/>
        <p:nvPr/>
      </p:nvGrpSpPr>
      <p:grpSpPr>
        <a:xfrm>
          <a:off x="0" y="0"/>
          <a:ext cx="0" cy="0"/>
          <a:chOff x="0" y="0"/>
          <a:chExt cx="0" cy="0"/>
        </a:xfrm>
      </p:grpSpPr>
      <p:sp>
        <p:nvSpPr>
          <p:cNvPr id="57" name="Google Shape;610;p16">
            <a:extLst>
              <a:ext uri="{FF2B5EF4-FFF2-40B4-BE49-F238E27FC236}">
                <a16:creationId xmlns:a16="http://schemas.microsoft.com/office/drawing/2014/main" id="{522A7BBE-C6AD-647F-E84E-56A75DDBC02F}"/>
              </a:ext>
            </a:extLst>
          </p:cNvPr>
          <p:cNvSpPr/>
          <p:nvPr/>
        </p:nvSpPr>
        <p:spPr>
          <a:xfrm rot="10800000" flipH="1">
            <a:off x="2692993" y="3950147"/>
            <a:ext cx="8003356" cy="1702565"/>
          </a:xfrm>
          <a:prstGeom prst="foldedCorner">
            <a:avLst>
              <a:gd name="adj" fmla="val 16667"/>
            </a:avLst>
          </a:prstGeom>
          <a:solidFill>
            <a:srgbClr val="AAA6D3"/>
          </a:solidFill>
          <a:ln>
            <a:noFill/>
          </a:ln>
        </p:spPr>
        <p:txBody>
          <a:bodyPr spcFirstLastPara="1" wrap="square" lIns="60950" tIns="30467" rIns="60950" bIns="30467" anchor="ctr" anchorCtr="0">
            <a:noAutofit/>
          </a:bodyPr>
          <a:lstStyle/>
          <a:p>
            <a:pPr algn="ctr">
              <a:buSzPts val="1400"/>
            </a:pPr>
            <a:endParaRPr dirty="0">
              <a:solidFill>
                <a:schemeClr val="lt1"/>
              </a:solidFill>
            </a:endParaRPr>
          </a:p>
        </p:txBody>
      </p:sp>
      <p:sp>
        <p:nvSpPr>
          <p:cNvPr id="2" name="Espaço Reservado para Texto 1">
            <a:extLst>
              <a:ext uri="{FF2B5EF4-FFF2-40B4-BE49-F238E27FC236}">
                <a16:creationId xmlns:a16="http://schemas.microsoft.com/office/drawing/2014/main" id="{DD560EBD-6AA2-4B1C-2373-D3B23639E7A8}"/>
              </a:ext>
            </a:extLst>
          </p:cNvPr>
          <p:cNvSpPr>
            <a:spLocks noGrp="1"/>
          </p:cNvSpPr>
          <p:nvPr>
            <p:ph type="body" idx="1"/>
          </p:nvPr>
        </p:nvSpPr>
        <p:spPr>
          <a:xfrm>
            <a:off x="2610715" y="1513555"/>
            <a:ext cx="8428185" cy="1998574"/>
          </a:xfrm>
        </p:spPr>
        <p:txBody>
          <a:bodyPr>
            <a:noAutofit/>
          </a:bodyPr>
          <a:lstStyle/>
          <a:p>
            <a:pPr marL="0" indent="0">
              <a:spcAft>
                <a:spcPts val="600"/>
              </a:spcAft>
            </a:pPr>
            <a:r>
              <a:rPr lang="pt-BR" sz="1600" dirty="0"/>
              <a:t>Você faz parte da equipe de TI de uma </a:t>
            </a:r>
            <a:r>
              <a:rPr lang="pt-BR" sz="1600" b="1" dirty="0"/>
              <a:t>empresa de tecnologia</a:t>
            </a:r>
            <a:r>
              <a:rPr lang="pt-BR" sz="1600" dirty="0"/>
              <a:t> que está implantando novos serviços de rede. Sua tarefa é auxiliar o time a identificar </a:t>
            </a:r>
            <a:r>
              <a:rPr lang="pt-BR" sz="1600" b="1" dirty="0"/>
              <a:t>qual protocolo deve ser utilizado em cada situação</a:t>
            </a:r>
            <a:r>
              <a:rPr lang="pt-BR" sz="1600" dirty="0"/>
              <a:t>:</a:t>
            </a:r>
          </a:p>
          <a:p>
            <a:pPr marL="0" indent="-342900">
              <a:spcAft>
                <a:spcPts val="600"/>
              </a:spcAft>
              <a:buSzPct val="100000"/>
              <a:buFont typeface="+mj-lt"/>
              <a:buAutoNum type="arabicPeriod"/>
            </a:pPr>
            <a:r>
              <a:rPr lang="pt-BR" sz="1600" dirty="0"/>
              <a:t>Reunião on-line semanal com todos os colaboradores, transmitida em vídeo.</a:t>
            </a:r>
          </a:p>
          <a:p>
            <a:pPr marL="0" indent="-342900">
              <a:spcAft>
                <a:spcPts val="600"/>
              </a:spcAft>
              <a:buSzPct val="100000"/>
              <a:buFont typeface="+mj-lt"/>
              <a:buAutoNum type="arabicPeriod"/>
            </a:pPr>
            <a:r>
              <a:rPr lang="pt-BR" sz="1600" dirty="0"/>
              <a:t>Envio de relatórios financeiros por e-mail para os diretores.</a:t>
            </a:r>
          </a:p>
          <a:p>
            <a:pPr marL="0" indent="-342900">
              <a:spcAft>
                <a:spcPts val="600"/>
              </a:spcAft>
              <a:buSzPct val="100000"/>
              <a:buFont typeface="+mj-lt"/>
              <a:buAutoNum type="arabicPeriod"/>
            </a:pPr>
            <a:r>
              <a:rPr lang="pt-BR" sz="1600" dirty="0"/>
              <a:t>Acesso ao portal da empresa, digitando o nome no navegador.</a:t>
            </a:r>
          </a:p>
        </p:txBody>
      </p:sp>
      <p:sp>
        <p:nvSpPr>
          <p:cNvPr id="3" name="Espaço Reservado para Texto 2">
            <a:extLst>
              <a:ext uri="{FF2B5EF4-FFF2-40B4-BE49-F238E27FC236}">
                <a16:creationId xmlns:a16="http://schemas.microsoft.com/office/drawing/2014/main" id="{8B41A0BB-1821-7D3F-3106-BDC149B24761}"/>
              </a:ext>
            </a:extLst>
          </p:cNvPr>
          <p:cNvSpPr>
            <a:spLocks noGrp="1"/>
          </p:cNvSpPr>
          <p:nvPr>
            <p:ph type="body" idx="2"/>
          </p:nvPr>
        </p:nvSpPr>
        <p:spPr>
          <a:xfrm>
            <a:off x="2610715" y="867295"/>
            <a:ext cx="8003356" cy="499075"/>
          </a:xfrm>
        </p:spPr>
        <p:txBody>
          <a:bodyPr>
            <a:noAutofit/>
          </a:bodyPr>
          <a:lstStyle/>
          <a:p>
            <a:pPr marL="0" indent="0"/>
            <a:r>
              <a:rPr lang="pt-BR" sz="3200" b="1" dirty="0">
                <a:solidFill>
                  <a:srgbClr val="FF161F"/>
                </a:solidFill>
              </a:rPr>
              <a:t>Escolhendo o protocolo certo</a:t>
            </a:r>
          </a:p>
        </p:txBody>
      </p:sp>
      <p:sp>
        <p:nvSpPr>
          <p:cNvPr id="7" name="Espaço Reservado para Texto 6">
            <a:extLst>
              <a:ext uri="{FF2B5EF4-FFF2-40B4-BE49-F238E27FC236}">
                <a16:creationId xmlns:a16="http://schemas.microsoft.com/office/drawing/2014/main" id="{ABA8EAE6-E50E-9550-9CBF-6099250553AB}"/>
              </a:ext>
            </a:extLst>
          </p:cNvPr>
          <p:cNvSpPr>
            <a:spLocks noGrp="1"/>
          </p:cNvSpPr>
          <p:nvPr>
            <p:ph type="body" idx="6"/>
          </p:nvPr>
        </p:nvSpPr>
        <p:spPr>
          <a:xfrm>
            <a:off x="846688" y="4726001"/>
            <a:ext cx="1733054" cy="274027"/>
          </a:xfrm>
        </p:spPr>
        <p:txBody>
          <a:bodyPr/>
          <a:lstStyle/>
          <a:p>
            <a:r>
              <a:rPr lang="pt-BR" sz="1100" dirty="0"/>
              <a:t>Na aula </a:t>
            </a:r>
          </a:p>
        </p:txBody>
      </p:sp>
      <p:sp>
        <p:nvSpPr>
          <p:cNvPr id="8" name="Espaço Reservado para Texto 7">
            <a:extLst>
              <a:ext uri="{FF2B5EF4-FFF2-40B4-BE49-F238E27FC236}">
                <a16:creationId xmlns:a16="http://schemas.microsoft.com/office/drawing/2014/main" id="{953E28E6-6235-9770-89CD-2B1CF25D37CF}"/>
              </a:ext>
            </a:extLst>
          </p:cNvPr>
          <p:cNvSpPr>
            <a:spLocks noGrp="1"/>
          </p:cNvSpPr>
          <p:nvPr>
            <p:ph type="body" idx="7"/>
          </p:nvPr>
        </p:nvSpPr>
        <p:spPr>
          <a:xfrm>
            <a:off x="854126" y="5169587"/>
            <a:ext cx="1705332" cy="274027"/>
          </a:xfrm>
        </p:spPr>
        <p:txBody>
          <a:bodyPr/>
          <a:lstStyle/>
          <a:p>
            <a:r>
              <a:rPr lang="pt-BR" sz="1100" dirty="0"/>
              <a:t>Em duplas</a:t>
            </a:r>
          </a:p>
        </p:txBody>
      </p:sp>
      <p:sp>
        <p:nvSpPr>
          <p:cNvPr id="55" name="CaixaDeTexto 54">
            <a:extLst>
              <a:ext uri="{FF2B5EF4-FFF2-40B4-BE49-F238E27FC236}">
                <a16:creationId xmlns:a16="http://schemas.microsoft.com/office/drawing/2014/main" id="{92CA6E56-D67E-A58E-4B12-896E46883627}"/>
              </a:ext>
            </a:extLst>
          </p:cNvPr>
          <p:cNvSpPr txBox="1"/>
          <p:nvPr/>
        </p:nvSpPr>
        <p:spPr>
          <a:xfrm>
            <a:off x="10353207" y="288810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dirty="0"/>
          </a:p>
        </p:txBody>
      </p:sp>
      <p:sp>
        <p:nvSpPr>
          <p:cNvPr id="37" name="Google Shape;812;p61">
            <a:extLst>
              <a:ext uri="{FF2B5EF4-FFF2-40B4-BE49-F238E27FC236}">
                <a16:creationId xmlns:a16="http://schemas.microsoft.com/office/drawing/2014/main" id="{202D1CDE-B8A0-A732-BE1D-B7D4D01C3044}"/>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pPr defTabSz="609630">
              <a:defRPr/>
            </a:pPr>
            <a:endParaRPr dirty="0"/>
          </a:p>
        </p:txBody>
      </p:sp>
      <p:pic>
        <p:nvPicPr>
          <p:cNvPr id="38" name="Gráfico 37">
            <a:extLst>
              <a:ext uri="{FF2B5EF4-FFF2-40B4-BE49-F238E27FC236}">
                <a16:creationId xmlns:a16="http://schemas.microsoft.com/office/drawing/2014/main" id="{90B6121A-B6DE-6F8A-6AE6-A4A332C7591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85107" y="245921"/>
            <a:ext cx="435935" cy="390047"/>
          </a:xfrm>
          <a:prstGeom prst="rect">
            <a:avLst/>
          </a:prstGeom>
        </p:spPr>
      </p:pic>
      <p:sp>
        <p:nvSpPr>
          <p:cNvPr id="39" name="Google Shape;833;p62">
            <a:extLst>
              <a:ext uri="{FF2B5EF4-FFF2-40B4-BE49-F238E27FC236}">
                <a16:creationId xmlns:a16="http://schemas.microsoft.com/office/drawing/2014/main" id="{A6A4AE04-7255-5749-4DDC-53C2E9D3029D}"/>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defTabSz="609630">
              <a:lnSpc>
                <a:spcPct val="107000"/>
              </a:lnSpc>
              <a:buSzPts val="2700"/>
              <a:defRPr/>
            </a:pPr>
            <a:r>
              <a:rPr lang="pt-BR" b="1" dirty="0">
                <a:solidFill>
                  <a:srgbClr val="FFFFFF"/>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defTabSz="609630">
              <a:lnSpc>
                <a:spcPct val="107000"/>
              </a:lnSpc>
              <a:spcBef>
                <a:spcPts val="715"/>
              </a:spcBef>
              <a:buSzPts val="2700"/>
              <a:defRPr/>
            </a:pPr>
            <a:endParaRPr sz="1333" dirty="0">
              <a:solidFill>
                <a:srgbClr val="FFFFFF"/>
              </a:solidFill>
              <a:latin typeface="Poppins" panose="00000500000000000000" pitchFamily="2" charset="0"/>
              <a:ea typeface="Poppins Light"/>
              <a:cs typeface="Poppins" panose="00000500000000000000" pitchFamily="2" charset="0"/>
              <a:sym typeface="Poppins Light"/>
            </a:endParaRPr>
          </a:p>
        </p:txBody>
      </p:sp>
      <p:sp>
        <p:nvSpPr>
          <p:cNvPr id="40" name="Rectangle 1">
            <a:extLst>
              <a:ext uri="{FF2B5EF4-FFF2-40B4-BE49-F238E27FC236}">
                <a16:creationId xmlns:a16="http://schemas.microsoft.com/office/drawing/2014/main" id="{553429E6-A7B0-20D0-4383-E4010D73F651}"/>
              </a:ext>
            </a:extLst>
          </p:cNvPr>
          <p:cNvSpPr>
            <a:spLocks noGrp="1" noChangeArrowheads="1"/>
          </p:cNvSpPr>
          <p:nvPr>
            <p:ph type="body" idx="3"/>
          </p:nvPr>
        </p:nvSpPr>
        <p:spPr bwMode="auto">
          <a:xfrm>
            <a:off x="2798639" y="4042416"/>
            <a:ext cx="7466239" cy="1492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spcAft>
                <a:spcPts val="600"/>
              </a:spcAft>
            </a:pPr>
            <a:r>
              <a:rPr lang="pt-BR" sz="1400" b="1" dirty="0">
                <a:solidFill>
                  <a:schemeClr val="bg1"/>
                </a:solidFill>
                <a:latin typeface="Poppins" panose="00000500000000000000" pitchFamily="2" charset="0"/>
                <a:cs typeface="Poppins" panose="00000500000000000000" pitchFamily="2" charset="0"/>
              </a:rPr>
              <a:t>Tarefa</a:t>
            </a:r>
          </a:p>
          <a:p>
            <a:pPr marL="0" indent="0">
              <a:spcAft>
                <a:spcPts val="600"/>
              </a:spcAft>
            </a:pPr>
            <a:r>
              <a:rPr lang="pt-BR" sz="1400" dirty="0">
                <a:solidFill>
                  <a:schemeClr val="bg1"/>
                </a:solidFill>
                <a:latin typeface="Poppins" panose="00000500000000000000" pitchFamily="2" charset="0"/>
                <a:cs typeface="Poppins" panose="00000500000000000000" pitchFamily="2" charset="0"/>
              </a:rPr>
              <a:t>Em duplas, discutam e anotem em uma folha:</a:t>
            </a:r>
          </a:p>
          <a:p>
            <a:pPr marL="285750" indent="-285750">
              <a:spcBef>
                <a:spcPts val="600"/>
              </a:spcBef>
              <a:spcAft>
                <a:spcPts val="600"/>
              </a:spcAft>
              <a:buClr>
                <a:schemeClr val="bg1"/>
              </a:buClr>
              <a:buSzPct val="100000"/>
              <a:buFont typeface="Arial" panose="020B0604020202020204" pitchFamily="34" charset="0"/>
              <a:buChar char="•"/>
            </a:pPr>
            <a:r>
              <a:rPr lang="pt-BR" sz="1400" dirty="0">
                <a:solidFill>
                  <a:schemeClr val="bg1"/>
                </a:solidFill>
                <a:latin typeface="Poppins" panose="00000500000000000000" pitchFamily="2" charset="0"/>
                <a:cs typeface="Poppins" panose="00000500000000000000" pitchFamily="2" charset="0"/>
              </a:rPr>
              <a:t>Qual dispositivo de rede é o mais adequado para cada situação?</a:t>
            </a:r>
          </a:p>
          <a:p>
            <a:pPr marL="285750" indent="-285750">
              <a:spcBef>
                <a:spcPts val="600"/>
              </a:spcBef>
              <a:spcAft>
                <a:spcPts val="600"/>
              </a:spcAft>
              <a:buClr>
                <a:schemeClr val="bg1"/>
              </a:buClr>
              <a:buSzPct val="100000"/>
              <a:buFont typeface="Arial" panose="020B0604020202020204" pitchFamily="34" charset="0"/>
              <a:buChar char="•"/>
            </a:pPr>
            <a:r>
              <a:rPr lang="pt-BR" sz="1400" dirty="0">
                <a:solidFill>
                  <a:schemeClr val="bg1"/>
                </a:solidFill>
                <a:latin typeface="Poppins" panose="00000500000000000000" pitchFamily="2" charset="0"/>
                <a:cs typeface="Poppins" panose="00000500000000000000" pitchFamily="2" charset="0"/>
              </a:rPr>
              <a:t>Justifiquem sua escolha, explicando sua função.</a:t>
            </a:r>
          </a:p>
        </p:txBody>
      </p:sp>
      <p:pic>
        <p:nvPicPr>
          <p:cNvPr id="41" name="Gráfico 40">
            <a:extLst>
              <a:ext uri="{FF2B5EF4-FFF2-40B4-BE49-F238E27FC236}">
                <a16:creationId xmlns:a16="http://schemas.microsoft.com/office/drawing/2014/main" id="{CEC9A4EB-3D3B-B19D-B0E7-A5BBAFC0493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4762" y="5652713"/>
            <a:ext cx="311258" cy="271706"/>
          </a:xfrm>
          <a:prstGeom prst="rect">
            <a:avLst/>
          </a:prstGeom>
        </p:spPr>
      </p:pic>
      <p:sp>
        <p:nvSpPr>
          <p:cNvPr id="42" name="Google Shape;4522;p66">
            <a:extLst>
              <a:ext uri="{FF2B5EF4-FFF2-40B4-BE49-F238E27FC236}">
                <a16:creationId xmlns:a16="http://schemas.microsoft.com/office/drawing/2014/main" id="{753F9FBD-40DE-5A83-2DEC-4730A9C9E86F}"/>
              </a:ext>
            </a:extLst>
          </p:cNvPr>
          <p:cNvSpPr txBox="1"/>
          <p:nvPr/>
        </p:nvSpPr>
        <p:spPr>
          <a:xfrm>
            <a:off x="861468" y="5666277"/>
            <a:ext cx="1910197" cy="271706"/>
          </a:xfrm>
          <a:prstGeom prst="rect">
            <a:avLst/>
          </a:prstGeom>
          <a:noFill/>
          <a:ln>
            <a:noFill/>
          </a:ln>
        </p:spPr>
        <p:txBody>
          <a:bodyPr spcFirstLastPara="1" wrap="square" lIns="60950" tIns="30467" rIns="60950" bIns="30467" anchor="t" anchorCtr="0">
            <a:noAutofit/>
          </a:bodyPr>
          <a:lstStyle/>
          <a:p>
            <a:pPr defTabSz="609630">
              <a:buSzPts val="1800"/>
            </a:pPr>
            <a:r>
              <a:rPr lang="pt-BR" sz="1200" b="1" dirty="0">
                <a:latin typeface="Poppins"/>
                <a:ea typeface="Poppins"/>
                <a:cs typeface="Poppins"/>
                <a:sym typeface="Poppins"/>
              </a:rPr>
              <a:t>Documento</a:t>
            </a:r>
            <a:endParaRPr dirty="0"/>
          </a:p>
        </p:txBody>
      </p:sp>
      <p:sp>
        <p:nvSpPr>
          <p:cNvPr id="43" name="CaixaDeTexto 42">
            <a:extLst>
              <a:ext uri="{FF2B5EF4-FFF2-40B4-BE49-F238E27FC236}">
                <a16:creationId xmlns:a16="http://schemas.microsoft.com/office/drawing/2014/main" id="{EE993FB1-B9E2-4D97-F5A8-FBEB7BAAB7E3}"/>
              </a:ext>
            </a:extLst>
          </p:cNvPr>
          <p:cNvSpPr txBox="1"/>
          <p:nvPr/>
        </p:nvSpPr>
        <p:spPr>
          <a:xfrm>
            <a:off x="2610715" y="3538670"/>
            <a:ext cx="6093068" cy="261610"/>
          </a:xfrm>
          <a:prstGeom prst="rect">
            <a:avLst/>
          </a:prstGeom>
          <a:noFill/>
          <a:ln>
            <a:noFill/>
          </a:ln>
        </p:spPr>
        <p:txBody>
          <a:bodyPr wrap="square">
            <a:spAutoFit/>
          </a:bodyPr>
          <a:lstStyle/>
          <a:p>
            <a:r>
              <a:rPr lang="pt-BR" sz="1100" dirty="0">
                <a:effectLst/>
                <a:latin typeface="Poppins" panose="00000500000000000000" pitchFamily="2" charset="0"/>
                <a:cs typeface="Poppins" panose="00000500000000000000" pitchFamily="2" charset="0"/>
              </a:rPr>
              <a:t>Situação fictícia produzida pela SEDUC-SP.</a:t>
            </a:r>
            <a:endParaRPr lang="pt-BR" sz="1100" dirty="0">
              <a:latin typeface="Poppins" panose="00000500000000000000" pitchFamily="2" charset="0"/>
              <a:cs typeface="Poppins" panose="00000500000000000000" pitchFamily="2" charset="0"/>
            </a:endParaRPr>
          </a:p>
        </p:txBody>
      </p:sp>
      <p:grpSp>
        <p:nvGrpSpPr>
          <p:cNvPr id="4" name="Google Shape;474;p35">
            <a:extLst>
              <a:ext uri="{FF2B5EF4-FFF2-40B4-BE49-F238E27FC236}">
                <a16:creationId xmlns:a16="http://schemas.microsoft.com/office/drawing/2014/main" id="{672A09C7-DA52-9D65-708D-0E4D87EEEE65}"/>
              </a:ext>
            </a:extLst>
          </p:cNvPr>
          <p:cNvGrpSpPr/>
          <p:nvPr/>
        </p:nvGrpSpPr>
        <p:grpSpPr>
          <a:xfrm>
            <a:off x="464298" y="4726001"/>
            <a:ext cx="284745" cy="286039"/>
            <a:chOff x="11797069" y="2783619"/>
            <a:chExt cx="427118" cy="429059"/>
          </a:xfrm>
          <a:noFill/>
        </p:grpSpPr>
        <p:sp>
          <p:nvSpPr>
            <p:cNvPr id="44" name="Google Shape;475;p35">
              <a:extLst>
                <a:ext uri="{FF2B5EF4-FFF2-40B4-BE49-F238E27FC236}">
                  <a16:creationId xmlns:a16="http://schemas.microsoft.com/office/drawing/2014/main" id="{4762D0E9-953F-C222-C7CC-53F793C8B010}"/>
                </a:ext>
              </a:extLst>
            </p:cNvPr>
            <p:cNvSpPr/>
            <p:nvPr/>
          </p:nvSpPr>
          <p:spPr>
            <a:xfrm>
              <a:off x="11797069" y="2931169"/>
              <a:ext cx="427118" cy="281509"/>
            </a:xfrm>
            <a:custGeom>
              <a:avLst/>
              <a:gdLst/>
              <a:ahLst/>
              <a:cxnLst/>
              <a:rect l="l" t="t" r="r" b="b"/>
              <a:pathLst>
                <a:path w="427118" h="281509" extrusionOk="0">
                  <a:moveTo>
                    <a:pt x="0" y="0"/>
                  </a:moveTo>
                  <a:lnTo>
                    <a:pt x="0" y="223266"/>
                  </a:lnTo>
                  <a:cubicBezTo>
                    <a:pt x="0" y="255397"/>
                    <a:pt x="26112" y="281510"/>
                    <a:pt x="58243" y="281510"/>
                  </a:cubicBezTo>
                  <a:lnTo>
                    <a:pt x="368875" y="281510"/>
                  </a:lnTo>
                  <a:cubicBezTo>
                    <a:pt x="401006" y="281510"/>
                    <a:pt x="427118" y="255397"/>
                    <a:pt x="427118" y="223266"/>
                  </a:cubicBezTo>
                  <a:lnTo>
                    <a:pt x="427118" y="0"/>
                  </a:lnTo>
                  <a:lnTo>
                    <a:pt x="0" y="0"/>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45" name="Google Shape;476;p35">
              <a:extLst>
                <a:ext uri="{FF2B5EF4-FFF2-40B4-BE49-F238E27FC236}">
                  <a16:creationId xmlns:a16="http://schemas.microsoft.com/office/drawing/2014/main" id="{63CCE78B-FD1F-770F-A88E-08714C394535}"/>
                </a:ext>
              </a:extLst>
            </p:cNvPr>
            <p:cNvSpPr/>
            <p:nvPr/>
          </p:nvSpPr>
          <p:spPr>
            <a:xfrm>
              <a:off x="11797069" y="2824389"/>
              <a:ext cx="427118" cy="106779"/>
            </a:xfrm>
            <a:custGeom>
              <a:avLst/>
              <a:gdLst/>
              <a:ahLst/>
              <a:cxnLst/>
              <a:rect l="l" t="t" r="r" b="b"/>
              <a:pathLst>
                <a:path w="427118" h="106779" extrusionOk="0">
                  <a:moveTo>
                    <a:pt x="368875" y="0"/>
                  </a:moveTo>
                  <a:lnTo>
                    <a:pt x="357226" y="0"/>
                  </a:lnTo>
                  <a:lnTo>
                    <a:pt x="357226" y="17473"/>
                  </a:lnTo>
                  <a:cubicBezTo>
                    <a:pt x="357226" y="30384"/>
                    <a:pt x="346839" y="40770"/>
                    <a:pt x="333929" y="40770"/>
                  </a:cubicBezTo>
                  <a:cubicBezTo>
                    <a:pt x="321018" y="40770"/>
                    <a:pt x="310631" y="30384"/>
                    <a:pt x="310631" y="17473"/>
                  </a:cubicBezTo>
                  <a:lnTo>
                    <a:pt x="310631" y="0"/>
                  </a:lnTo>
                  <a:lnTo>
                    <a:pt x="116487" y="0"/>
                  </a:lnTo>
                  <a:lnTo>
                    <a:pt x="116487" y="17473"/>
                  </a:lnTo>
                  <a:cubicBezTo>
                    <a:pt x="116487" y="30384"/>
                    <a:pt x="106100" y="40770"/>
                    <a:pt x="93189" y="40770"/>
                  </a:cubicBezTo>
                  <a:cubicBezTo>
                    <a:pt x="80279" y="40770"/>
                    <a:pt x="69892" y="30384"/>
                    <a:pt x="69892" y="17473"/>
                  </a:cubicBezTo>
                  <a:lnTo>
                    <a:pt x="69892" y="0"/>
                  </a:lnTo>
                  <a:lnTo>
                    <a:pt x="58243" y="0"/>
                  </a:lnTo>
                  <a:cubicBezTo>
                    <a:pt x="26112" y="0"/>
                    <a:pt x="0" y="26112"/>
                    <a:pt x="0" y="58243"/>
                  </a:cubicBezTo>
                  <a:lnTo>
                    <a:pt x="0" y="106780"/>
                  </a:lnTo>
                  <a:lnTo>
                    <a:pt x="427118" y="106780"/>
                  </a:lnTo>
                  <a:lnTo>
                    <a:pt x="427118" y="58243"/>
                  </a:lnTo>
                  <a:cubicBezTo>
                    <a:pt x="427118" y="26112"/>
                    <a:pt x="401006" y="0"/>
                    <a:pt x="368875" y="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46" name="Google Shape;477;p35">
              <a:extLst>
                <a:ext uri="{FF2B5EF4-FFF2-40B4-BE49-F238E27FC236}">
                  <a16:creationId xmlns:a16="http://schemas.microsoft.com/office/drawing/2014/main" id="{874337A5-FD3C-0081-3EAC-AB8C0E7BB659}"/>
                </a:ext>
              </a:extLst>
            </p:cNvPr>
            <p:cNvSpPr/>
            <p:nvPr/>
          </p:nvSpPr>
          <p:spPr>
            <a:xfrm>
              <a:off x="11866961" y="2783619"/>
              <a:ext cx="46594" cy="81540"/>
            </a:xfrm>
            <a:custGeom>
              <a:avLst/>
              <a:gdLst/>
              <a:ahLst/>
              <a:cxnLst/>
              <a:rect l="l" t="t" r="r" b="b"/>
              <a:pathLst>
                <a:path w="46594" h="81540" extrusionOk="0">
                  <a:moveTo>
                    <a:pt x="23297" y="0"/>
                  </a:moveTo>
                  <a:cubicBezTo>
                    <a:pt x="10387" y="0"/>
                    <a:pt x="0" y="10387"/>
                    <a:pt x="0" y="23297"/>
                  </a:cubicBezTo>
                  <a:lnTo>
                    <a:pt x="0" y="58243"/>
                  </a:lnTo>
                  <a:cubicBezTo>
                    <a:pt x="0" y="71154"/>
                    <a:pt x="10387" y="81541"/>
                    <a:pt x="23297" y="81541"/>
                  </a:cubicBezTo>
                  <a:cubicBezTo>
                    <a:pt x="36208" y="81541"/>
                    <a:pt x="46595" y="71154"/>
                    <a:pt x="46595" y="58243"/>
                  </a:cubicBezTo>
                  <a:lnTo>
                    <a:pt x="46595" y="23297"/>
                  </a:lnTo>
                  <a:cubicBezTo>
                    <a:pt x="46595" y="10387"/>
                    <a:pt x="36208" y="0"/>
                    <a:pt x="23297" y="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47" name="Google Shape;478;p35">
              <a:extLst>
                <a:ext uri="{FF2B5EF4-FFF2-40B4-BE49-F238E27FC236}">
                  <a16:creationId xmlns:a16="http://schemas.microsoft.com/office/drawing/2014/main" id="{4BD190CB-76AB-D268-D43A-408CED1B4CDD}"/>
                </a:ext>
              </a:extLst>
            </p:cNvPr>
            <p:cNvSpPr/>
            <p:nvPr/>
          </p:nvSpPr>
          <p:spPr>
            <a:xfrm>
              <a:off x="12107700" y="2783619"/>
              <a:ext cx="46594" cy="81540"/>
            </a:xfrm>
            <a:custGeom>
              <a:avLst/>
              <a:gdLst/>
              <a:ahLst/>
              <a:cxnLst/>
              <a:rect l="l" t="t" r="r" b="b"/>
              <a:pathLst>
                <a:path w="46594" h="81540" extrusionOk="0">
                  <a:moveTo>
                    <a:pt x="23297" y="0"/>
                  </a:moveTo>
                  <a:cubicBezTo>
                    <a:pt x="10387" y="0"/>
                    <a:pt x="0" y="10387"/>
                    <a:pt x="0" y="23297"/>
                  </a:cubicBezTo>
                  <a:lnTo>
                    <a:pt x="0" y="58243"/>
                  </a:lnTo>
                  <a:cubicBezTo>
                    <a:pt x="0" y="71154"/>
                    <a:pt x="10387" y="81541"/>
                    <a:pt x="23297" y="81541"/>
                  </a:cubicBezTo>
                  <a:cubicBezTo>
                    <a:pt x="36208" y="81541"/>
                    <a:pt x="46595" y="71154"/>
                    <a:pt x="46595" y="58243"/>
                  </a:cubicBezTo>
                  <a:lnTo>
                    <a:pt x="46595" y="23297"/>
                  </a:lnTo>
                  <a:cubicBezTo>
                    <a:pt x="46595" y="10387"/>
                    <a:pt x="36208" y="0"/>
                    <a:pt x="23297" y="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grpSp>
          <p:nvGrpSpPr>
            <p:cNvPr id="48" name="Google Shape;479;p35">
              <a:extLst>
                <a:ext uri="{FF2B5EF4-FFF2-40B4-BE49-F238E27FC236}">
                  <a16:creationId xmlns:a16="http://schemas.microsoft.com/office/drawing/2014/main" id="{1F2F8EA3-142D-FD47-7F53-F0C3F6B1DAFB}"/>
                </a:ext>
              </a:extLst>
            </p:cNvPr>
            <p:cNvGrpSpPr/>
            <p:nvPr/>
          </p:nvGrpSpPr>
          <p:grpSpPr>
            <a:xfrm>
              <a:off x="11889287" y="2999120"/>
              <a:ext cx="262095" cy="145608"/>
              <a:chOff x="11889287" y="2999120"/>
              <a:chExt cx="262095" cy="145608"/>
            </a:xfrm>
            <a:grpFill/>
          </p:grpSpPr>
          <p:sp>
            <p:nvSpPr>
              <p:cNvPr id="49" name="Google Shape;480;p35">
                <a:extLst>
                  <a:ext uri="{FF2B5EF4-FFF2-40B4-BE49-F238E27FC236}">
                    <a16:creationId xmlns:a16="http://schemas.microsoft.com/office/drawing/2014/main" id="{A43E9DD1-A94B-BF44-5281-9B64CAB67596}"/>
                  </a:ext>
                </a:extLst>
              </p:cNvPr>
              <p:cNvSpPr/>
              <p:nvPr/>
            </p:nvSpPr>
            <p:spPr>
              <a:xfrm>
                <a:off x="11966945"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50" name="Google Shape;481;p35">
                <a:extLst>
                  <a:ext uri="{FF2B5EF4-FFF2-40B4-BE49-F238E27FC236}">
                    <a16:creationId xmlns:a16="http://schemas.microsoft.com/office/drawing/2014/main" id="{9133AC8A-EB96-F24D-EC7A-60D781CBDDFC}"/>
                  </a:ext>
                </a:extLst>
              </p:cNvPr>
              <p:cNvSpPr/>
              <p:nvPr/>
            </p:nvSpPr>
            <p:spPr>
              <a:xfrm>
                <a:off x="12044603"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51" name="Google Shape;482;p35">
                <a:extLst>
                  <a:ext uri="{FF2B5EF4-FFF2-40B4-BE49-F238E27FC236}">
                    <a16:creationId xmlns:a16="http://schemas.microsoft.com/office/drawing/2014/main" id="{054638EA-92BE-B1B9-2E95-E4635463E6FA}"/>
                  </a:ext>
                </a:extLst>
              </p:cNvPr>
              <p:cNvSpPr/>
              <p:nvPr/>
            </p:nvSpPr>
            <p:spPr>
              <a:xfrm>
                <a:off x="12122261"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52" name="Google Shape;483;p35">
                <a:extLst>
                  <a:ext uri="{FF2B5EF4-FFF2-40B4-BE49-F238E27FC236}">
                    <a16:creationId xmlns:a16="http://schemas.microsoft.com/office/drawing/2014/main" id="{F937188D-563A-D478-E1F5-4360449D2E19}"/>
                  </a:ext>
                </a:extLst>
              </p:cNvPr>
              <p:cNvSpPr/>
              <p:nvPr/>
            </p:nvSpPr>
            <p:spPr>
              <a:xfrm>
                <a:off x="11889287"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53" name="Google Shape;484;p35">
                <a:extLst>
                  <a:ext uri="{FF2B5EF4-FFF2-40B4-BE49-F238E27FC236}">
                    <a16:creationId xmlns:a16="http://schemas.microsoft.com/office/drawing/2014/main" id="{2F0BE620-DE4E-D906-180F-1235D7E8DD32}"/>
                  </a:ext>
                </a:extLst>
              </p:cNvPr>
              <p:cNvSpPr/>
              <p:nvPr/>
            </p:nvSpPr>
            <p:spPr>
              <a:xfrm>
                <a:off x="11966945"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54" name="Google Shape;485;p35">
                <a:extLst>
                  <a:ext uri="{FF2B5EF4-FFF2-40B4-BE49-F238E27FC236}">
                    <a16:creationId xmlns:a16="http://schemas.microsoft.com/office/drawing/2014/main" id="{1511EF49-D65A-5EC5-7971-B8402ECCAC8C}"/>
                  </a:ext>
                </a:extLst>
              </p:cNvPr>
              <p:cNvSpPr/>
              <p:nvPr/>
            </p:nvSpPr>
            <p:spPr>
              <a:xfrm>
                <a:off x="12044603"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56" name="Google Shape;486;p35">
                <a:extLst>
                  <a:ext uri="{FF2B5EF4-FFF2-40B4-BE49-F238E27FC236}">
                    <a16:creationId xmlns:a16="http://schemas.microsoft.com/office/drawing/2014/main" id="{7AC54415-8BF3-1F54-737F-ABEB373BDEC6}"/>
                  </a:ext>
                </a:extLst>
              </p:cNvPr>
              <p:cNvSpPr/>
              <p:nvPr/>
            </p:nvSpPr>
            <p:spPr>
              <a:xfrm>
                <a:off x="12102846" y="3047656"/>
                <a:ext cx="48536" cy="48536"/>
              </a:xfrm>
              <a:custGeom>
                <a:avLst/>
                <a:gdLst/>
                <a:ahLst/>
                <a:cxnLst/>
                <a:rect l="l" t="t" r="r" b="b"/>
                <a:pathLst>
                  <a:path w="48536" h="48536" extrusionOk="0">
                    <a:moveTo>
                      <a:pt x="48536" y="24268"/>
                    </a:moveTo>
                    <a:cubicBezTo>
                      <a:pt x="48536" y="37671"/>
                      <a:pt x="37671" y="48536"/>
                      <a:pt x="24268" y="48536"/>
                    </a:cubicBezTo>
                    <a:cubicBezTo>
                      <a:pt x="10865" y="48536"/>
                      <a:pt x="0" y="37671"/>
                      <a:pt x="0" y="24268"/>
                    </a:cubicBezTo>
                    <a:cubicBezTo>
                      <a:pt x="0" y="10865"/>
                      <a:pt x="10865" y="0"/>
                      <a:pt x="24268" y="0"/>
                    </a:cubicBezTo>
                    <a:cubicBezTo>
                      <a:pt x="37671" y="0"/>
                      <a:pt x="48536" y="10865"/>
                      <a:pt x="48536" y="24268"/>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58" name="Google Shape;487;p35">
                <a:extLst>
                  <a:ext uri="{FF2B5EF4-FFF2-40B4-BE49-F238E27FC236}">
                    <a16:creationId xmlns:a16="http://schemas.microsoft.com/office/drawing/2014/main" id="{E44CAE47-E22A-5A0A-4045-646235B5D5E4}"/>
                  </a:ext>
                </a:extLst>
              </p:cNvPr>
              <p:cNvSpPr/>
              <p:nvPr/>
            </p:nvSpPr>
            <p:spPr>
              <a:xfrm>
                <a:off x="11889287"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59" name="Google Shape;488;p35">
                <a:extLst>
                  <a:ext uri="{FF2B5EF4-FFF2-40B4-BE49-F238E27FC236}">
                    <a16:creationId xmlns:a16="http://schemas.microsoft.com/office/drawing/2014/main" id="{846AA4EB-DF4C-C9C1-0D68-27DCFD3AA8E5}"/>
                  </a:ext>
                </a:extLst>
              </p:cNvPr>
              <p:cNvSpPr/>
              <p:nvPr/>
            </p:nvSpPr>
            <p:spPr>
              <a:xfrm>
                <a:off x="11966945"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60" name="Google Shape;489;p35">
                <a:extLst>
                  <a:ext uri="{FF2B5EF4-FFF2-40B4-BE49-F238E27FC236}">
                    <a16:creationId xmlns:a16="http://schemas.microsoft.com/office/drawing/2014/main" id="{ECB33F95-2952-37F7-CD1A-DEE2AA2309B3}"/>
                  </a:ext>
                </a:extLst>
              </p:cNvPr>
              <p:cNvSpPr/>
              <p:nvPr/>
            </p:nvSpPr>
            <p:spPr>
              <a:xfrm>
                <a:off x="12044603"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grpSp>
      </p:grpSp>
      <p:grpSp>
        <p:nvGrpSpPr>
          <p:cNvPr id="61" name="Google Shape;490;p35">
            <a:extLst>
              <a:ext uri="{FF2B5EF4-FFF2-40B4-BE49-F238E27FC236}">
                <a16:creationId xmlns:a16="http://schemas.microsoft.com/office/drawing/2014/main" id="{22756A13-8B86-076B-62B5-244C150484D5}"/>
              </a:ext>
            </a:extLst>
          </p:cNvPr>
          <p:cNvGrpSpPr/>
          <p:nvPr/>
        </p:nvGrpSpPr>
        <p:grpSpPr>
          <a:xfrm>
            <a:off x="454351" y="5173639"/>
            <a:ext cx="304639" cy="301465"/>
            <a:chOff x="6941066" y="2777637"/>
            <a:chExt cx="456958" cy="452197"/>
          </a:xfrm>
          <a:noFill/>
        </p:grpSpPr>
        <p:grpSp>
          <p:nvGrpSpPr>
            <p:cNvPr id="62" name="Google Shape;491;p35">
              <a:extLst>
                <a:ext uri="{FF2B5EF4-FFF2-40B4-BE49-F238E27FC236}">
                  <a16:creationId xmlns:a16="http://schemas.microsoft.com/office/drawing/2014/main" id="{3D12FA19-BFF9-E9AB-9EE5-D3967D5877A8}"/>
                </a:ext>
              </a:extLst>
            </p:cNvPr>
            <p:cNvGrpSpPr/>
            <p:nvPr/>
          </p:nvGrpSpPr>
          <p:grpSpPr>
            <a:xfrm>
              <a:off x="7226665" y="3067995"/>
              <a:ext cx="171359" cy="161839"/>
              <a:chOff x="7226665" y="3067995"/>
              <a:chExt cx="171359" cy="161839"/>
            </a:xfrm>
            <a:grpFill/>
          </p:grpSpPr>
          <p:sp>
            <p:nvSpPr>
              <p:cNvPr id="73" name="Google Shape;492;p35">
                <a:extLst>
                  <a:ext uri="{FF2B5EF4-FFF2-40B4-BE49-F238E27FC236}">
                    <a16:creationId xmlns:a16="http://schemas.microsoft.com/office/drawing/2014/main" id="{2867341C-6C34-B1F4-6EA5-0A514520DE76}"/>
                  </a:ext>
                </a:extLst>
              </p:cNvPr>
              <p:cNvSpPr/>
              <p:nvPr/>
            </p:nvSpPr>
            <p:spPr>
              <a:xfrm>
                <a:off x="7269504" y="3067995"/>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74" name="Google Shape;493;p35">
                <a:extLst>
                  <a:ext uri="{FF2B5EF4-FFF2-40B4-BE49-F238E27FC236}">
                    <a16:creationId xmlns:a16="http://schemas.microsoft.com/office/drawing/2014/main" id="{D50F428F-8452-81A0-A680-554A22ECE244}"/>
                  </a:ext>
                </a:extLst>
              </p:cNvPr>
              <p:cNvSpPr/>
              <p:nvPr/>
            </p:nvSpPr>
            <p:spPr>
              <a:xfrm>
                <a:off x="7226665" y="3162243"/>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grpSp>
        <p:grpSp>
          <p:nvGrpSpPr>
            <p:cNvPr id="63" name="Google Shape;494;p35">
              <a:extLst>
                <a:ext uri="{FF2B5EF4-FFF2-40B4-BE49-F238E27FC236}">
                  <a16:creationId xmlns:a16="http://schemas.microsoft.com/office/drawing/2014/main" id="{33EBA6F8-FD79-3D06-DFE5-0C8DC91628E9}"/>
                </a:ext>
              </a:extLst>
            </p:cNvPr>
            <p:cNvGrpSpPr/>
            <p:nvPr/>
          </p:nvGrpSpPr>
          <p:grpSpPr>
            <a:xfrm>
              <a:off x="6941066" y="3067995"/>
              <a:ext cx="171359" cy="161839"/>
              <a:chOff x="6941066" y="3067995"/>
              <a:chExt cx="171359" cy="161839"/>
            </a:xfrm>
            <a:grpFill/>
          </p:grpSpPr>
          <p:sp>
            <p:nvSpPr>
              <p:cNvPr id="71" name="Google Shape;495;p35">
                <a:extLst>
                  <a:ext uri="{FF2B5EF4-FFF2-40B4-BE49-F238E27FC236}">
                    <a16:creationId xmlns:a16="http://schemas.microsoft.com/office/drawing/2014/main" id="{14C07E84-3269-DE28-CF88-7A88C1A13EDA}"/>
                  </a:ext>
                </a:extLst>
              </p:cNvPr>
              <p:cNvSpPr/>
              <p:nvPr/>
            </p:nvSpPr>
            <p:spPr>
              <a:xfrm>
                <a:off x="6983906" y="3067995"/>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72" name="Google Shape;496;p35">
                <a:extLst>
                  <a:ext uri="{FF2B5EF4-FFF2-40B4-BE49-F238E27FC236}">
                    <a16:creationId xmlns:a16="http://schemas.microsoft.com/office/drawing/2014/main" id="{2DA09AD6-9B3F-26A3-9561-67D25757AEDB}"/>
                  </a:ext>
                </a:extLst>
              </p:cNvPr>
              <p:cNvSpPr/>
              <p:nvPr/>
            </p:nvSpPr>
            <p:spPr>
              <a:xfrm>
                <a:off x="6941066" y="3162243"/>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grpSp>
        <p:grpSp>
          <p:nvGrpSpPr>
            <p:cNvPr id="64" name="Google Shape;497;p35">
              <a:extLst>
                <a:ext uri="{FF2B5EF4-FFF2-40B4-BE49-F238E27FC236}">
                  <a16:creationId xmlns:a16="http://schemas.microsoft.com/office/drawing/2014/main" id="{6BE3F65B-735E-C9E1-57F0-748E0C27D1FC}"/>
                </a:ext>
              </a:extLst>
            </p:cNvPr>
            <p:cNvGrpSpPr/>
            <p:nvPr/>
          </p:nvGrpSpPr>
          <p:grpSpPr>
            <a:xfrm>
              <a:off x="7103153" y="2977080"/>
              <a:ext cx="132861" cy="96151"/>
              <a:chOff x="7103153" y="2977080"/>
              <a:chExt cx="132861" cy="96151"/>
            </a:xfrm>
            <a:grpFill/>
          </p:grpSpPr>
          <p:sp>
            <p:nvSpPr>
              <p:cNvPr id="68" name="Google Shape;498;p35">
                <a:extLst>
                  <a:ext uri="{FF2B5EF4-FFF2-40B4-BE49-F238E27FC236}">
                    <a16:creationId xmlns:a16="http://schemas.microsoft.com/office/drawing/2014/main" id="{81859821-E48A-6FEF-146D-1931564A53E2}"/>
                  </a:ext>
                </a:extLst>
              </p:cNvPr>
              <p:cNvSpPr/>
              <p:nvPr/>
            </p:nvSpPr>
            <p:spPr>
              <a:xfrm>
                <a:off x="7169069" y="2977080"/>
                <a:ext cx="951" cy="58071"/>
              </a:xfrm>
              <a:custGeom>
                <a:avLst/>
                <a:gdLst/>
                <a:ahLst/>
                <a:cxnLst/>
                <a:rect l="l" t="t" r="r" b="b"/>
                <a:pathLst>
                  <a:path w="951" h="58071" extrusionOk="0">
                    <a:moveTo>
                      <a:pt x="476" y="58072"/>
                    </a:moveTo>
                    <a:cubicBezTo>
                      <a:pt x="476" y="58072"/>
                      <a:pt x="0" y="57881"/>
                      <a:pt x="0" y="57596"/>
                    </a:cubicBezTo>
                    <a:lnTo>
                      <a:pt x="0" y="476"/>
                    </a:lnTo>
                    <a:cubicBezTo>
                      <a:pt x="0" y="476"/>
                      <a:pt x="190" y="0"/>
                      <a:pt x="476" y="0"/>
                    </a:cubicBezTo>
                    <a:cubicBezTo>
                      <a:pt x="761" y="0"/>
                      <a:pt x="952" y="190"/>
                      <a:pt x="952" y="476"/>
                    </a:cubicBezTo>
                    <a:lnTo>
                      <a:pt x="952" y="57596"/>
                    </a:lnTo>
                    <a:cubicBezTo>
                      <a:pt x="952" y="57596"/>
                      <a:pt x="761" y="58072"/>
                      <a:pt x="476" y="58072"/>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69" name="Google Shape;499;p35">
                <a:extLst>
                  <a:ext uri="{FF2B5EF4-FFF2-40B4-BE49-F238E27FC236}">
                    <a16:creationId xmlns:a16="http://schemas.microsoft.com/office/drawing/2014/main" id="{68A303FC-EEE0-01A8-6D8E-7FD8BDD2813C}"/>
                  </a:ext>
                </a:extLst>
              </p:cNvPr>
              <p:cNvSpPr/>
              <p:nvPr/>
            </p:nvSpPr>
            <p:spPr>
              <a:xfrm>
                <a:off x="7169145" y="3034257"/>
                <a:ext cx="66869" cy="38973"/>
              </a:xfrm>
              <a:custGeom>
                <a:avLst/>
                <a:gdLst/>
                <a:ahLst/>
                <a:cxnLst/>
                <a:rect l="l" t="t" r="r" b="b"/>
                <a:pathLst>
                  <a:path w="66869" h="38973" extrusionOk="0">
                    <a:moveTo>
                      <a:pt x="66373" y="38974"/>
                    </a:moveTo>
                    <a:cubicBezTo>
                      <a:pt x="66373" y="38974"/>
                      <a:pt x="66183" y="38974"/>
                      <a:pt x="66183" y="38974"/>
                    </a:cubicBezTo>
                    <a:lnTo>
                      <a:pt x="210" y="894"/>
                    </a:lnTo>
                    <a:cubicBezTo>
                      <a:pt x="210" y="894"/>
                      <a:pt x="-76" y="513"/>
                      <a:pt x="19" y="228"/>
                    </a:cubicBezTo>
                    <a:cubicBezTo>
                      <a:pt x="115" y="37"/>
                      <a:pt x="400" y="-58"/>
                      <a:pt x="686" y="37"/>
                    </a:cubicBezTo>
                    <a:lnTo>
                      <a:pt x="66659" y="38117"/>
                    </a:lnTo>
                    <a:cubicBezTo>
                      <a:pt x="66659" y="38117"/>
                      <a:pt x="66945" y="38498"/>
                      <a:pt x="66850" y="38784"/>
                    </a:cubicBezTo>
                    <a:cubicBezTo>
                      <a:pt x="66850" y="38974"/>
                      <a:pt x="66564" y="38974"/>
                      <a:pt x="66469" y="3897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70" name="Google Shape;500;p35">
                <a:extLst>
                  <a:ext uri="{FF2B5EF4-FFF2-40B4-BE49-F238E27FC236}">
                    <a16:creationId xmlns:a16="http://schemas.microsoft.com/office/drawing/2014/main" id="{BC94CA9D-332D-5C30-26FC-2A06AFC398DA}"/>
                  </a:ext>
                </a:extLst>
              </p:cNvPr>
              <p:cNvSpPr/>
              <p:nvPr/>
            </p:nvSpPr>
            <p:spPr>
              <a:xfrm>
                <a:off x="7103153" y="3034295"/>
                <a:ext cx="66904" cy="38936"/>
              </a:xfrm>
              <a:custGeom>
                <a:avLst/>
                <a:gdLst/>
                <a:ahLst/>
                <a:cxnLst/>
                <a:rect l="l" t="t" r="r" b="b"/>
                <a:pathLst>
                  <a:path w="66904" h="38936" extrusionOk="0">
                    <a:moveTo>
                      <a:pt x="418" y="38937"/>
                    </a:moveTo>
                    <a:cubicBezTo>
                      <a:pt x="418" y="38937"/>
                      <a:pt x="133" y="38937"/>
                      <a:pt x="37" y="38746"/>
                    </a:cubicBezTo>
                    <a:cubicBezTo>
                      <a:pt x="-58" y="38556"/>
                      <a:pt x="37" y="38270"/>
                      <a:pt x="228" y="38080"/>
                    </a:cubicBezTo>
                    <a:lnTo>
                      <a:pt x="66201" y="0"/>
                    </a:lnTo>
                    <a:cubicBezTo>
                      <a:pt x="66201" y="0"/>
                      <a:pt x="66677" y="0"/>
                      <a:pt x="66867" y="190"/>
                    </a:cubicBezTo>
                    <a:cubicBezTo>
                      <a:pt x="66963" y="381"/>
                      <a:pt x="66867" y="666"/>
                      <a:pt x="66677" y="857"/>
                    </a:cubicBezTo>
                    <a:lnTo>
                      <a:pt x="704" y="38937"/>
                    </a:lnTo>
                    <a:cubicBezTo>
                      <a:pt x="704" y="38937"/>
                      <a:pt x="513" y="38937"/>
                      <a:pt x="513" y="38937"/>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grpSp>
        <p:grpSp>
          <p:nvGrpSpPr>
            <p:cNvPr id="65" name="Google Shape;501;p35">
              <a:extLst>
                <a:ext uri="{FF2B5EF4-FFF2-40B4-BE49-F238E27FC236}">
                  <a16:creationId xmlns:a16="http://schemas.microsoft.com/office/drawing/2014/main" id="{6FE86B5E-DFFA-E0F6-FD3A-98BC8E268A19}"/>
                </a:ext>
              </a:extLst>
            </p:cNvPr>
            <p:cNvGrpSpPr/>
            <p:nvPr/>
          </p:nvGrpSpPr>
          <p:grpSpPr>
            <a:xfrm>
              <a:off x="7083865" y="2777637"/>
              <a:ext cx="171359" cy="161838"/>
              <a:chOff x="7083865" y="2777637"/>
              <a:chExt cx="171359" cy="161838"/>
            </a:xfrm>
            <a:grpFill/>
          </p:grpSpPr>
          <p:sp>
            <p:nvSpPr>
              <p:cNvPr id="66" name="Google Shape;502;p35">
                <a:extLst>
                  <a:ext uri="{FF2B5EF4-FFF2-40B4-BE49-F238E27FC236}">
                    <a16:creationId xmlns:a16="http://schemas.microsoft.com/office/drawing/2014/main" id="{8220D554-6DD6-6517-F2DD-A405A584A030}"/>
                  </a:ext>
                </a:extLst>
              </p:cNvPr>
              <p:cNvSpPr/>
              <p:nvPr/>
            </p:nvSpPr>
            <p:spPr>
              <a:xfrm>
                <a:off x="7126705" y="2777637"/>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67" name="Google Shape;503;p35">
                <a:extLst>
                  <a:ext uri="{FF2B5EF4-FFF2-40B4-BE49-F238E27FC236}">
                    <a16:creationId xmlns:a16="http://schemas.microsoft.com/office/drawing/2014/main" id="{70B8082A-E639-5006-CFF0-496FE290ABAA}"/>
                  </a:ext>
                </a:extLst>
              </p:cNvPr>
              <p:cNvSpPr/>
              <p:nvPr/>
            </p:nvSpPr>
            <p:spPr>
              <a:xfrm>
                <a:off x="7083865" y="2871884"/>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grpSp>
      </p:grpSp>
    </p:spTree>
    <p:extLst>
      <p:ext uri="{BB962C8B-B14F-4D97-AF65-F5344CB8AC3E}">
        <p14:creationId xmlns:p14="http://schemas.microsoft.com/office/powerpoint/2010/main" val="3863719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25">
          <a:extLst>
            <a:ext uri="{FF2B5EF4-FFF2-40B4-BE49-F238E27FC236}">
              <a16:creationId xmlns:a16="http://schemas.microsoft.com/office/drawing/2014/main" id="{00F765D8-99DE-2A83-E736-0AFC49BC4DA2}"/>
            </a:ext>
          </a:extLst>
        </p:cNvPr>
        <p:cNvGrpSpPr/>
        <p:nvPr/>
      </p:nvGrpSpPr>
      <p:grpSpPr>
        <a:xfrm>
          <a:off x="0" y="0"/>
          <a:ext cx="0" cy="0"/>
          <a:chOff x="0" y="0"/>
          <a:chExt cx="0" cy="0"/>
        </a:xfrm>
      </p:grpSpPr>
      <p:sp>
        <p:nvSpPr>
          <p:cNvPr id="6" name="Espaço Reservado para Texto 5">
            <a:extLst>
              <a:ext uri="{FF2B5EF4-FFF2-40B4-BE49-F238E27FC236}">
                <a16:creationId xmlns:a16="http://schemas.microsoft.com/office/drawing/2014/main" id="{F961B4F0-12EC-E2F2-C0DD-1EBE393A91A4}"/>
              </a:ext>
            </a:extLst>
          </p:cNvPr>
          <p:cNvSpPr>
            <a:spLocks noGrp="1"/>
          </p:cNvSpPr>
          <p:nvPr>
            <p:ph type="body" idx="2"/>
          </p:nvPr>
        </p:nvSpPr>
        <p:spPr>
          <a:xfrm>
            <a:off x="4867933" y="1762626"/>
            <a:ext cx="6333467" cy="957600"/>
          </a:xfrm>
          <a:noFill/>
          <a:ln>
            <a:noFill/>
          </a:ln>
        </p:spPr>
        <p:txBody>
          <a:bodyPr spcFirstLastPara="1" wrap="square" lIns="91425" tIns="45700" rIns="91425" bIns="45700" anchor="t" anchorCtr="0">
            <a:normAutofit/>
          </a:bodyPr>
          <a:lstStyle/>
          <a:p>
            <a:pPr marL="0" indent="0"/>
            <a:r>
              <a:rPr lang="pt-BR" sz="1800" dirty="0"/>
              <a:t>Os protocolos de rede são regras que organizam a comunicação entre computadores e tornam a internet possível.</a:t>
            </a:r>
          </a:p>
        </p:txBody>
      </p:sp>
      <p:sp>
        <p:nvSpPr>
          <p:cNvPr id="7" name="Espaço Reservado para Texto 6">
            <a:extLst>
              <a:ext uri="{FF2B5EF4-FFF2-40B4-BE49-F238E27FC236}">
                <a16:creationId xmlns:a16="http://schemas.microsoft.com/office/drawing/2014/main" id="{5C1AB578-B64F-815F-9CC9-04A9D46F2868}"/>
              </a:ext>
            </a:extLst>
          </p:cNvPr>
          <p:cNvSpPr>
            <a:spLocks noGrp="1"/>
          </p:cNvSpPr>
          <p:nvPr>
            <p:ph type="body" idx="3"/>
          </p:nvPr>
        </p:nvSpPr>
        <p:spPr>
          <a:xfrm>
            <a:off x="4867933" y="3017802"/>
            <a:ext cx="6333467" cy="822395"/>
          </a:xfrm>
          <a:noFill/>
          <a:ln>
            <a:noFill/>
          </a:ln>
        </p:spPr>
        <p:txBody>
          <a:bodyPr spcFirstLastPara="1" wrap="square" lIns="91425" tIns="45700" rIns="91425" bIns="45700" anchor="t" anchorCtr="0">
            <a:noAutofit/>
          </a:bodyPr>
          <a:lstStyle/>
          <a:p>
            <a:pPr marL="0" indent="0"/>
            <a:r>
              <a:rPr lang="pt-BR" sz="1800" dirty="0"/>
              <a:t>O TCP/IP estrutura a troca de dados, enquanto o TCP foca na confiabilidade e o UDP na velocidade.</a:t>
            </a:r>
          </a:p>
        </p:txBody>
      </p:sp>
      <p:sp>
        <p:nvSpPr>
          <p:cNvPr id="8" name="Espaço Reservado para Texto 7">
            <a:extLst>
              <a:ext uri="{FF2B5EF4-FFF2-40B4-BE49-F238E27FC236}">
                <a16:creationId xmlns:a16="http://schemas.microsoft.com/office/drawing/2014/main" id="{FE1B0984-4E19-7545-B025-4C4C1638EDB1}"/>
              </a:ext>
            </a:extLst>
          </p:cNvPr>
          <p:cNvSpPr>
            <a:spLocks noGrp="1"/>
          </p:cNvSpPr>
          <p:nvPr>
            <p:ph type="body" idx="4"/>
          </p:nvPr>
        </p:nvSpPr>
        <p:spPr>
          <a:xfrm>
            <a:off x="4867933" y="4137773"/>
            <a:ext cx="7247867" cy="1107327"/>
          </a:xfrm>
          <a:noFill/>
          <a:ln>
            <a:noFill/>
          </a:ln>
        </p:spPr>
        <p:txBody>
          <a:bodyPr spcFirstLastPara="1" wrap="square" lIns="91425" tIns="45700" rIns="91425" bIns="45700" anchor="t" anchorCtr="0">
            <a:noAutofit/>
          </a:bodyPr>
          <a:lstStyle/>
          <a:p>
            <a:pPr marL="0" indent="0"/>
            <a:r>
              <a:rPr lang="pt-BR" sz="1800" dirty="0"/>
              <a:t>O DNS facilita o uso da internet ao traduzir nomes de sites em endereços numéricos compreendidos pelos computadores.</a:t>
            </a:r>
          </a:p>
        </p:txBody>
      </p:sp>
      <p:sp>
        <p:nvSpPr>
          <p:cNvPr id="3" name="Google Shape;741;p22">
            <a:extLst>
              <a:ext uri="{FF2B5EF4-FFF2-40B4-BE49-F238E27FC236}">
                <a16:creationId xmlns:a16="http://schemas.microsoft.com/office/drawing/2014/main" id="{99EAAB3A-500F-3303-113F-2DE38B40643E}"/>
              </a:ext>
            </a:extLst>
          </p:cNvPr>
          <p:cNvSpPr txBox="1">
            <a:spLocks/>
          </p:cNvSpPr>
          <p:nvPr/>
        </p:nvSpPr>
        <p:spPr>
          <a:xfrm>
            <a:off x="4676921" y="734021"/>
            <a:ext cx="5440600" cy="561379"/>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04815" indent="-152408">
              <a:spcBef>
                <a:spcPts val="600"/>
              </a:spcBef>
              <a:buClr>
                <a:schemeClr val="dk1"/>
              </a:buClr>
              <a:buSzPts val="4500"/>
            </a:pPr>
            <a:r>
              <a:rPr lang="pt-BR" sz="3200" b="1" dirty="0">
                <a:solidFill>
                  <a:srgbClr val="FF161F"/>
                </a:solidFill>
                <a:latin typeface="Poppins"/>
                <a:ea typeface="Poppins"/>
                <a:cs typeface="Poppins"/>
                <a:sym typeface="Poppins"/>
              </a:rPr>
              <a:t>Então ficamos assim...</a:t>
            </a:r>
          </a:p>
        </p:txBody>
      </p:sp>
    </p:spTree>
    <p:extLst>
      <p:ext uri="{BB962C8B-B14F-4D97-AF65-F5344CB8AC3E}">
        <p14:creationId xmlns:p14="http://schemas.microsoft.com/office/powerpoint/2010/main" val="3788879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2" name="Google Shape;145;p12">
            <a:extLst>
              <a:ext uri="{FF2B5EF4-FFF2-40B4-BE49-F238E27FC236}">
                <a16:creationId xmlns:a16="http://schemas.microsoft.com/office/drawing/2014/main" id="{8AFD5CF4-520D-C05E-0436-E4E65A8A0785}"/>
              </a:ext>
            </a:extLst>
          </p:cNvPr>
          <p:cNvSpPr txBox="1"/>
          <p:nvPr/>
        </p:nvSpPr>
        <p:spPr>
          <a:xfrm>
            <a:off x="1024125" y="1786467"/>
            <a:ext cx="3183000" cy="615553"/>
          </a:xfrm>
          <a:prstGeom prst="rect">
            <a:avLst/>
          </a:prstGeom>
          <a:noFill/>
          <a:ln>
            <a:noFill/>
          </a:ln>
        </p:spPr>
        <p:txBody>
          <a:bodyPr spcFirstLastPara="1" wrap="square" lIns="0" tIns="0" rIns="0" bIns="0" anchor="t" anchorCtr="0">
            <a:spAutoFit/>
          </a:bodyPr>
          <a:lstStyle/>
          <a:p>
            <a:pPr>
              <a:buSzPts val="6000"/>
            </a:pPr>
            <a:r>
              <a:rPr lang="pt-BR" sz="4000" b="1" dirty="0">
                <a:solidFill>
                  <a:schemeClr val="bg1"/>
                </a:solidFill>
                <a:latin typeface="Poppins"/>
                <a:ea typeface="Poppins"/>
                <a:cs typeface="Poppins"/>
                <a:sym typeface="Poppins"/>
              </a:rPr>
              <a:t>Saiba mais</a:t>
            </a:r>
            <a:endParaRPr lang="pt-BR" sz="4000" dirty="0">
              <a:solidFill>
                <a:schemeClr val="bg1"/>
              </a:solidFill>
              <a:latin typeface="Poppins Light"/>
              <a:ea typeface="Poppins Light"/>
              <a:cs typeface="Poppins Light"/>
              <a:sym typeface="Poppins Light"/>
            </a:endParaRPr>
          </a:p>
        </p:txBody>
      </p:sp>
      <p:sp>
        <p:nvSpPr>
          <p:cNvPr id="6" name="Google Shape;721;p53">
            <a:extLst>
              <a:ext uri="{FF2B5EF4-FFF2-40B4-BE49-F238E27FC236}">
                <a16:creationId xmlns:a16="http://schemas.microsoft.com/office/drawing/2014/main" id="{2A642F6D-8D3F-B65C-A62C-E971C02A0D96}"/>
              </a:ext>
            </a:extLst>
          </p:cNvPr>
          <p:cNvSpPr txBox="1">
            <a:spLocks/>
          </p:cNvSpPr>
          <p:nvPr/>
        </p:nvSpPr>
        <p:spPr>
          <a:xfrm>
            <a:off x="5329582" y="1169059"/>
            <a:ext cx="6416941" cy="2971142"/>
          </a:xfrm>
          <a:prstGeom prst="rect">
            <a:avLst/>
          </a:prstGeom>
          <a:noFill/>
          <a:ln>
            <a:noFill/>
          </a:ln>
        </p:spPr>
        <p:txBody>
          <a:bodyPr spcFirstLastPara="1" wrap="square" lIns="60950" tIns="30467" rIns="60950" bIns="30467" anchor="t" anchorCtr="0">
            <a:normAutofit/>
          </a:bodyPr>
          <a:lstStyle>
            <a:defPPr marR="0" lvl="0" algn="l" rtl="0">
              <a:lnSpc>
                <a:spcPct val="100000"/>
              </a:lnSpc>
              <a:spcBef>
                <a:spcPts val="0"/>
              </a:spcBef>
              <a:spcAft>
                <a:spcPts val="0"/>
              </a:spcAft>
            </a:defPPr>
            <a:lvl1pPr marL="304815" marR="0" lvl="0" indent="-152408"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pPr marL="0" indent="0">
              <a:spcBef>
                <a:spcPts val="0"/>
              </a:spcBef>
              <a:spcAft>
                <a:spcPts val="1200"/>
              </a:spcAft>
              <a:buClr>
                <a:schemeClr val="lt1"/>
              </a:buClr>
            </a:pPr>
            <a:r>
              <a:rPr lang="pt-BR" sz="1800" dirty="0"/>
              <a:t>Você já se perguntou como seus dados viajam na internet sem se perder? Descubra os guardiões da informação, TCP e UDP, e domine os segredos da camada de transporte, assistindo a esse vídeo incrível.</a:t>
            </a:r>
          </a:p>
          <a:p>
            <a:pPr marL="0" indent="0">
              <a:spcBef>
                <a:spcPts val="0"/>
              </a:spcBef>
              <a:spcAft>
                <a:spcPts val="1200"/>
              </a:spcAft>
              <a:buClr>
                <a:schemeClr val="lt1"/>
              </a:buClr>
            </a:pPr>
            <a:r>
              <a:rPr lang="pt-BR" sz="1800" dirty="0"/>
              <a:t>DICIONÁRIO DE INFORMÁTICA. TCP UDP e os protocolos da camada de transporte. YouTube, 4 ago. 2021. Disponível em: </a:t>
            </a:r>
            <a:r>
              <a:rPr lang="pt-BR" sz="1800" dirty="0">
                <a:hlinkClick r:id="rId3"/>
              </a:rPr>
              <a:t>https://www.youtube.com/watch?v=Wo7GOmuN-og</a:t>
            </a:r>
            <a:r>
              <a:rPr lang="pt-BR" sz="1800" dirty="0"/>
              <a:t>. Acesso em: 14 out. 2025.</a:t>
            </a:r>
          </a:p>
        </p:txBody>
      </p:sp>
    </p:spTree>
    <p:extLst>
      <p:ext uri="{BB962C8B-B14F-4D97-AF65-F5344CB8AC3E}">
        <p14:creationId xmlns:p14="http://schemas.microsoft.com/office/powerpoint/2010/main" val="2981978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Texto 4">
            <a:extLst>
              <a:ext uri="{FF2B5EF4-FFF2-40B4-BE49-F238E27FC236}">
                <a16:creationId xmlns:a16="http://schemas.microsoft.com/office/drawing/2014/main" id="{5FA7FE17-1B51-A703-C60C-82294C88914A}"/>
              </a:ext>
            </a:extLst>
          </p:cNvPr>
          <p:cNvSpPr>
            <a:spLocks noGrp="1"/>
          </p:cNvSpPr>
          <p:nvPr>
            <p:ph type="body" idx="5"/>
          </p:nvPr>
        </p:nvSpPr>
        <p:spPr>
          <a:xfrm>
            <a:off x="1376281" y="2031511"/>
            <a:ext cx="10639872" cy="3587750"/>
          </a:xfrm>
        </p:spPr>
        <p:txBody>
          <a:bodyPr>
            <a:normAutofit/>
          </a:bodyPr>
          <a:lstStyle/>
          <a:p>
            <a:pPr>
              <a:spcBef>
                <a:spcPts val="0"/>
              </a:spcBef>
              <a:spcAft>
                <a:spcPts val="1200"/>
              </a:spcAft>
            </a:pPr>
            <a:r>
              <a:rPr lang="pt-BR" i="0" u="none" strike="noStrike" dirty="0">
                <a:effectLst/>
                <a:latin typeface="Poppins" panose="00000500000000000000" pitchFamily="2" charset="0"/>
                <a:cs typeface="Poppins" panose="00000500000000000000" pitchFamily="2" charset="0"/>
              </a:rPr>
              <a:t>BROOKSHEAR, J. G. </a:t>
            </a:r>
            <a:r>
              <a:rPr lang="pt-BR" b="1" i="0" u="none" strike="noStrike" dirty="0">
                <a:effectLst/>
                <a:latin typeface="Poppins" panose="00000500000000000000" pitchFamily="2" charset="0"/>
                <a:cs typeface="Poppins" panose="00000500000000000000" pitchFamily="2" charset="0"/>
              </a:rPr>
              <a:t>Ciência da </a:t>
            </a:r>
            <a:r>
              <a:rPr lang="pt-BR" b="1" dirty="0">
                <a:latin typeface="Poppins" panose="00000500000000000000" pitchFamily="2" charset="0"/>
                <a:cs typeface="Poppins" panose="00000500000000000000" pitchFamily="2" charset="0"/>
              </a:rPr>
              <a:t>computação</a:t>
            </a:r>
            <a:r>
              <a:rPr lang="pt-BR" i="0" u="none" strike="noStrike" dirty="0">
                <a:effectLst/>
                <a:latin typeface="Poppins" panose="00000500000000000000" pitchFamily="2" charset="0"/>
                <a:cs typeface="Poppins" panose="00000500000000000000" pitchFamily="2" charset="0"/>
              </a:rPr>
              <a:t>: uma visão abrangente. Porto Alegre: Bookman, 2013.</a:t>
            </a:r>
            <a:r>
              <a:rPr lang="en-US" dirty="0">
                <a:latin typeface="Poppins" panose="00000500000000000000" pitchFamily="2" charset="0"/>
                <a:cs typeface="Poppins" panose="00000500000000000000" pitchFamily="2" charset="0"/>
              </a:rPr>
              <a:t> </a:t>
            </a:r>
            <a:endParaRPr lang="pt-BR" dirty="0">
              <a:latin typeface="Poppins" panose="00000500000000000000" pitchFamily="2" charset="0"/>
              <a:cs typeface="Poppins" panose="00000500000000000000" pitchFamily="2" charset="0"/>
            </a:endParaRPr>
          </a:p>
          <a:p>
            <a:pPr>
              <a:spcBef>
                <a:spcPts val="0"/>
              </a:spcBef>
              <a:spcAft>
                <a:spcPts val="1200"/>
              </a:spcAft>
            </a:pPr>
            <a:r>
              <a:rPr lang="pt-BR" i="0" u="none" strike="noStrike" dirty="0">
                <a:effectLst/>
                <a:latin typeface="Poppins" panose="00000500000000000000" pitchFamily="2" charset="0"/>
                <a:cs typeface="Poppins" panose="00000500000000000000" pitchFamily="2" charset="0"/>
              </a:rPr>
              <a:t>MONTEIRO, M. A. </a:t>
            </a:r>
            <a:r>
              <a:rPr lang="pt-BR" b="1" i="0" u="none" strike="noStrike" dirty="0">
                <a:effectLst/>
                <a:latin typeface="Poppins" panose="00000500000000000000" pitchFamily="2" charset="0"/>
                <a:cs typeface="Poppins" panose="00000500000000000000" pitchFamily="2" charset="0"/>
              </a:rPr>
              <a:t>Introdução à </a:t>
            </a:r>
            <a:r>
              <a:rPr lang="pt-BR" b="1" dirty="0">
                <a:latin typeface="Poppins" panose="00000500000000000000" pitchFamily="2" charset="0"/>
                <a:cs typeface="Poppins" panose="00000500000000000000" pitchFamily="2" charset="0"/>
              </a:rPr>
              <a:t>organização </a:t>
            </a:r>
            <a:r>
              <a:rPr lang="pt-BR" b="1" i="0" u="none" strike="noStrike" dirty="0">
                <a:effectLst/>
                <a:latin typeface="Poppins" panose="00000500000000000000" pitchFamily="2" charset="0"/>
                <a:cs typeface="Poppins" panose="00000500000000000000" pitchFamily="2" charset="0"/>
              </a:rPr>
              <a:t>de </a:t>
            </a:r>
            <a:r>
              <a:rPr lang="pt-BR" b="1" dirty="0">
                <a:latin typeface="Poppins" panose="00000500000000000000" pitchFamily="2" charset="0"/>
                <a:cs typeface="Poppins" panose="00000500000000000000" pitchFamily="2" charset="0"/>
              </a:rPr>
              <a:t>computadores</a:t>
            </a:r>
            <a:r>
              <a:rPr lang="pt-BR" i="0" u="none" strike="noStrike" dirty="0">
                <a:effectLst/>
                <a:latin typeface="Poppins" panose="00000500000000000000" pitchFamily="2" charset="0"/>
                <a:cs typeface="Poppins" panose="00000500000000000000" pitchFamily="2" charset="0"/>
              </a:rPr>
              <a:t>. Rio de Janeiro: LTC, </a:t>
            </a:r>
            <a:r>
              <a:rPr lang="pt-BR" dirty="0">
                <a:latin typeface="Poppins" panose="00000500000000000000" pitchFamily="2" charset="0"/>
                <a:cs typeface="Poppins" panose="00000500000000000000" pitchFamily="2" charset="0"/>
              </a:rPr>
              <a:t>2019</a:t>
            </a:r>
            <a:r>
              <a:rPr lang="pt-BR" i="0" u="none" strike="noStrike" dirty="0">
                <a:effectLst/>
                <a:latin typeface="Poppins" panose="00000500000000000000" pitchFamily="2" charset="0"/>
                <a:cs typeface="Poppins" panose="00000500000000000000" pitchFamily="2" charset="0"/>
              </a:rPr>
              <a:t>.</a:t>
            </a:r>
            <a:r>
              <a:rPr lang="en-US" dirty="0">
                <a:latin typeface="Poppins" panose="00000500000000000000" pitchFamily="2" charset="0"/>
                <a:cs typeface="Poppins" panose="00000500000000000000" pitchFamily="2" charset="0"/>
              </a:rPr>
              <a:t> </a:t>
            </a:r>
            <a:endParaRPr lang="pt-BR" dirty="0">
              <a:latin typeface="Poppins" panose="00000500000000000000" pitchFamily="2" charset="0"/>
              <a:cs typeface="Poppins" panose="00000500000000000000" pitchFamily="2" charset="0"/>
            </a:endParaRPr>
          </a:p>
          <a:p>
            <a:pPr>
              <a:spcBef>
                <a:spcPts val="0"/>
              </a:spcBef>
              <a:spcAft>
                <a:spcPts val="1200"/>
              </a:spcAft>
            </a:pPr>
            <a:r>
              <a:rPr lang="pt-BR" i="0" u="none" strike="noStrike" dirty="0">
                <a:effectLst/>
                <a:latin typeface="Poppins" panose="00000500000000000000" pitchFamily="2" charset="0"/>
                <a:cs typeface="Poppins" panose="00000500000000000000" pitchFamily="2" charset="0"/>
              </a:rPr>
              <a:t>STALLINGS, W. </a:t>
            </a:r>
            <a:r>
              <a:rPr lang="pt-BR" b="1" i="0" u="none" strike="noStrike" dirty="0">
                <a:effectLst/>
                <a:latin typeface="Poppins" panose="00000500000000000000" pitchFamily="2" charset="0"/>
                <a:cs typeface="Poppins" panose="00000500000000000000" pitchFamily="2" charset="0"/>
              </a:rPr>
              <a:t>Arquitetura e </a:t>
            </a:r>
            <a:r>
              <a:rPr lang="pt-BR" b="1" dirty="0">
                <a:latin typeface="Poppins" panose="00000500000000000000" pitchFamily="2" charset="0"/>
                <a:cs typeface="Poppins" panose="00000500000000000000" pitchFamily="2" charset="0"/>
              </a:rPr>
              <a:t>organização </a:t>
            </a:r>
            <a:r>
              <a:rPr lang="pt-BR" b="1" i="0" u="none" strike="noStrike" dirty="0">
                <a:effectLst/>
                <a:latin typeface="Poppins" panose="00000500000000000000" pitchFamily="2" charset="0"/>
                <a:cs typeface="Poppins" panose="00000500000000000000" pitchFamily="2" charset="0"/>
              </a:rPr>
              <a:t>de </a:t>
            </a:r>
            <a:r>
              <a:rPr lang="pt-BR" b="1" dirty="0">
                <a:latin typeface="Poppins" panose="00000500000000000000" pitchFamily="2" charset="0"/>
                <a:cs typeface="Poppins" panose="00000500000000000000" pitchFamily="2" charset="0"/>
              </a:rPr>
              <a:t>computadores</a:t>
            </a:r>
            <a:r>
              <a:rPr lang="pt-BR" i="0" u="none" strike="noStrike" dirty="0">
                <a:effectLst/>
                <a:latin typeface="Poppins" panose="00000500000000000000" pitchFamily="2" charset="0"/>
                <a:cs typeface="Poppins" panose="00000500000000000000" pitchFamily="2" charset="0"/>
              </a:rPr>
              <a:t>. São Paulo: Pearson</a:t>
            </a:r>
            <a:r>
              <a:rPr lang="pt-BR" dirty="0">
                <a:latin typeface="Poppins" panose="00000500000000000000" pitchFamily="2" charset="0"/>
                <a:cs typeface="Poppins" panose="00000500000000000000" pitchFamily="2" charset="0"/>
              </a:rPr>
              <a:t> Education do Brasil</a:t>
            </a:r>
            <a:r>
              <a:rPr lang="pt-BR" i="0" u="none" strike="noStrike" dirty="0">
                <a:effectLst/>
                <a:latin typeface="Poppins" panose="00000500000000000000" pitchFamily="2" charset="0"/>
                <a:cs typeface="Poppins" panose="00000500000000000000" pitchFamily="2" charset="0"/>
              </a:rPr>
              <a:t>, 2017.</a:t>
            </a:r>
            <a:r>
              <a:rPr lang="en-US" dirty="0">
                <a:latin typeface="Poppins" panose="00000500000000000000" pitchFamily="2" charset="0"/>
                <a:cs typeface="Poppins" panose="00000500000000000000" pitchFamily="2" charset="0"/>
              </a:rPr>
              <a:t> </a:t>
            </a:r>
            <a:endParaRPr lang="pt-BR" dirty="0">
              <a:latin typeface="Poppins" panose="00000500000000000000" pitchFamily="2" charset="0"/>
              <a:cs typeface="Poppins" panose="00000500000000000000" pitchFamily="2" charset="0"/>
            </a:endParaRPr>
          </a:p>
          <a:p>
            <a:pPr>
              <a:spcBef>
                <a:spcPts val="0"/>
              </a:spcBef>
              <a:spcAft>
                <a:spcPts val="1200"/>
              </a:spcAft>
            </a:pPr>
            <a:r>
              <a:rPr lang="pt-BR" i="0" u="none" strike="noStrike" dirty="0">
                <a:effectLst/>
                <a:latin typeface="Poppins" panose="00000500000000000000" pitchFamily="2" charset="0"/>
                <a:cs typeface="Poppins" panose="00000500000000000000" pitchFamily="2" charset="0"/>
              </a:rPr>
              <a:t>TANENBAUM, A. S.; AUSTIN, T. </a:t>
            </a:r>
            <a:r>
              <a:rPr lang="pt-BR" b="1" i="0" u="none" strike="noStrike" dirty="0">
                <a:effectLst/>
                <a:latin typeface="Poppins" panose="00000500000000000000" pitchFamily="2" charset="0"/>
                <a:cs typeface="Poppins" panose="00000500000000000000" pitchFamily="2" charset="0"/>
              </a:rPr>
              <a:t>Organização estruturada de computadores</a:t>
            </a:r>
            <a:r>
              <a:rPr lang="pt-BR" i="0" u="none" strike="noStrike" dirty="0">
                <a:effectLst/>
                <a:latin typeface="Poppins" panose="00000500000000000000" pitchFamily="2" charset="0"/>
                <a:cs typeface="Poppins" panose="00000500000000000000" pitchFamily="2" charset="0"/>
              </a:rPr>
              <a:t>. São Paulo: Pearson</a:t>
            </a:r>
            <a:r>
              <a:rPr lang="pt-BR" dirty="0">
                <a:latin typeface="Poppins" panose="00000500000000000000" pitchFamily="2" charset="0"/>
                <a:cs typeface="Poppins" panose="00000500000000000000" pitchFamily="2" charset="0"/>
              </a:rPr>
              <a:t> Prentice Hall</a:t>
            </a:r>
            <a:r>
              <a:rPr lang="pt-BR" i="0" u="none" strike="noStrike" dirty="0">
                <a:effectLst/>
                <a:latin typeface="Poppins" panose="00000500000000000000" pitchFamily="2" charset="0"/>
                <a:cs typeface="Poppins" panose="00000500000000000000" pitchFamily="2" charset="0"/>
              </a:rPr>
              <a:t>, 2013.</a:t>
            </a:r>
            <a:r>
              <a:rPr lang="en-US" dirty="0">
                <a:latin typeface="Poppins" panose="00000500000000000000" pitchFamily="2" charset="0"/>
                <a:cs typeface="Poppins" panose="00000500000000000000" pitchFamily="2" charset="0"/>
              </a:rPr>
              <a:t> </a:t>
            </a:r>
            <a:endParaRPr lang="pt-BR" dirty="0">
              <a:latin typeface="Poppins" panose="00000500000000000000" pitchFamily="2" charset="0"/>
              <a:cs typeface="Poppins" panose="00000500000000000000" pitchFamily="2" charset="0"/>
            </a:endParaRPr>
          </a:p>
          <a:p>
            <a:pPr>
              <a:spcBef>
                <a:spcPts val="0"/>
              </a:spcBef>
              <a:spcAft>
                <a:spcPts val="1200"/>
              </a:spcAft>
            </a:pPr>
            <a:r>
              <a:rPr lang="pt-BR" i="0" u="none" strike="noStrike" dirty="0">
                <a:effectLst/>
                <a:latin typeface="Poppins" panose="00000500000000000000" pitchFamily="2" charset="0"/>
                <a:cs typeface="Poppins" panose="00000500000000000000" pitchFamily="2" charset="0"/>
              </a:rPr>
              <a:t>Identidade visual: imagens ©</a:t>
            </a:r>
            <a:r>
              <a:rPr lang="pt-BR" dirty="0">
                <a:latin typeface="Poppins" panose="00000500000000000000" pitchFamily="2" charset="0"/>
                <a:cs typeface="Poppins" panose="00000500000000000000" pitchFamily="2" charset="0"/>
              </a:rPr>
              <a:t> </a:t>
            </a:r>
            <a:r>
              <a:rPr lang="pt-BR" i="0" u="none" strike="noStrike" dirty="0">
                <a:effectLst/>
                <a:latin typeface="Poppins" panose="00000500000000000000" pitchFamily="2" charset="0"/>
                <a:cs typeface="Poppins" panose="00000500000000000000" pitchFamily="2" charset="0"/>
              </a:rPr>
              <a:t>Getty Images</a:t>
            </a:r>
            <a:endParaRPr lang="pt-BR" dirty="0">
              <a:latin typeface="Poppins" panose="00000500000000000000" pitchFamily="2" charset="0"/>
              <a:cs typeface="Poppins" panose="00000500000000000000" pitchFamily="2" charset="0"/>
            </a:endParaRPr>
          </a:p>
        </p:txBody>
      </p:sp>
      <p:sp>
        <p:nvSpPr>
          <p:cNvPr id="2" name="CaixaDeTexto 1">
            <a:extLst>
              <a:ext uri="{FF2B5EF4-FFF2-40B4-BE49-F238E27FC236}">
                <a16:creationId xmlns:a16="http://schemas.microsoft.com/office/drawing/2014/main" id="{7262BEEF-0307-48FF-6E67-C6CA173D0375}"/>
              </a:ext>
            </a:extLst>
          </p:cNvPr>
          <p:cNvSpPr txBox="1"/>
          <p:nvPr/>
        </p:nvSpPr>
        <p:spPr>
          <a:xfrm>
            <a:off x="3245708" y="139219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extLst>
      <p:ext uri="{BB962C8B-B14F-4D97-AF65-F5344CB8AC3E}">
        <p14:creationId xmlns:p14="http://schemas.microsoft.com/office/powerpoint/2010/main" val="7139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30302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F23FFFF-9D1D-F9D2-3DD3-E33E2355FADA}"/>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797BC38A-CD9A-D3B9-4B07-29699B7C792B}"/>
              </a:ext>
            </a:extLst>
          </p:cNvPr>
          <p:cNvSpPr txBox="1"/>
          <p:nvPr/>
        </p:nvSpPr>
        <p:spPr>
          <a:xfrm>
            <a:off x="916332" y="3191938"/>
            <a:ext cx="10251440" cy="2944909"/>
          </a:xfrm>
          <a:prstGeom prst="rect">
            <a:avLst/>
          </a:prstGeom>
          <a:noFill/>
          <a:ln>
            <a:noFill/>
          </a:ln>
        </p:spPr>
        <p:txBody>
          <a:bodyPr wrap="square" lIns="60960" tIns="30480" rIns="60960" bIns="30480" anchor="t">
            <a:spAutoFit/>
          </a:bodyPr>
          <a:lstStyle/>
          <a:p>
            <a:pPr rtl="0" fontAlgn="base"/>
            <a:r>
              <a:rPr lang="pt-BR" sz="1000" b="1" dirty="0">
                <a:latin typeface="Poppins" panose="00000500000000000000" pitchFamily="2" charset="0"/>
                <a:cs typeface="Poppins" panose="00000500000000000000" pitchFamily="2" charset="0"/>
              </a:rPr>
              <a:t>Tempo previsto: </a:t>
            </a:r>
            <a:r>
              <a:rPr lang="pt-BR" sz="1000" dirty="0">
                <a:latin typeface="Poppins" panose="00000500000000000000" pitchFamily="2" charset="0"/>
                <a:cs typeface="Poppins" panose="00000500000000000000" pitchFamily="2" charset="0"/>
              </a:rPr>
              <a:t>8 minutos.</a:t>
            </a:r>
          </a:p>
          <a:p>
            <a:pPr marL="230400">
              <a:lnSpc>
                <a:spcPct val="107000"/>
              </a:lnSpc>
              <a:spcAft>
                <a:spcPts val="800"/>
              </a:spcAft>
            </a:pPr>
            <a:endParaRPr lang="pt-BR" sz="1000"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Gestão de sala de aula:</a:t>
            </a:r>
            <a:r>
              <a:rPr lang="pt-BR" sz="1000" dirty="0">
                <a:latin typeface="Poppins" panose="00000500000000000000" pitchFamily="2" charset="0"/>
                <a:cs typeface="Poppins" panose="00000500000000000000" pitchFamily="2" charset="0"/>
              </a:rPr>
              <a:t> </a:t>
            </a:r>
            <a:r>
              <a:rPr lang="pt-BR" sz="1000" kern="100" dirty="0">
                <a:latin typeface="Poppins" panose="00000500000000000000" pitchFamily="2" charset="0"/>
                <a:ea typeface="Aptos" panose="020B0004020202020204" pitchFamily="34" charset="0"/>
                <a:cs typeface="Poppins" panose="00000500000000000000" pitchFamily="2" charset="0"/>
              </a:rPr>
              <a:t>assegure que todos os estudantes tenham a oportunidade de participar. Se necessário, faça rodízio ou direcione perguntas a estudantes que estejam menos ativos, para garantir a participação de todos. Mantenha um ambiente de respeito, no qual todas as opiniões sejam valorizadas, garantindo que todos se sintam confortáveis para expressar seus pontos de vista.</a:t>
            </a:r>
          </a:p>
          <a:p>
            <a:pPr rtl="0" fontAlgn="base"/>
            <a:endParaRPr lang="pt-BR" sz="1000" b="1" dirty="0">
              <a:latin typeface="Poppins" panose="00000500000000000000" pitchFamily="2" charset="0"/>
              <a:cs typeface="Poppins" panose="00000500000000000000" pitchFamily="2" charset="0"/>
            </a:endParaRPr>
          </a:p>
          <a:p>
            <a:pPr rtl="0" fontAlgn="base"/>
            <a:endParaRPr lang="pt-BR" sz="1000" b="1" dirty="0">
              <a:latin typeface="Poppins" panose="00000500000000000000" pitchFamily="2" charset="0"/>
              <a:cs typeface="Poppins" panose="00000500000000000000" pitchFamily="2" charset="0"/>
            </a:endParaRPr>
          </a:p>
          <a:p>
            <a:pPr rtl="0" fontAlgn="base"/>
            <a:endParaRPr lang="pt-BR" sz="1000" b="1" dirty="0">
              <a:latin typeface="Poppins" panose="00000500000000000000" pitchFamily="2" charset="0"/>
              <a:cs typeface="Poppins" panose="00000500000000000000" pitchFamily="2" charset="0"/>
            </a:endParaRPr>
          </a:p>
          <a:p>
            <a:pPr rtl="0" fontAlgn="base"/>
            <a:r>
              <a:rPr lang="pt-BR" sz="1000" b="1" dirty="0">
                <a:latin typeface="Poppins" panose="00000500000000000000" pitchFamily="2" charset="0"/>
                <a:cs typeface="Poppins" panose="00000500000000000000" pitchFamily="2" charset="0"/>
              </a:rPr>
              <a:t>Condução da dinâmica: </a:t>
            </a:r>
            <a:r>
              <a:rPr lang="pt-BR" sz="1000" kern="100" dirty="0">
                <a:latin typeface="Poppins" panose="00000500000000000000" pitchFamily="2" charset="0"/>
                <a:ea typeface="Aptos" panose="020B0004020202020204" pitchFamily="34" charset="0"/>
                <a:cs typeface="Poppins" panose="00000500000000000000" pitchFamily="2" charset="0"/>
              </a:rPr>
              <a:t>faça as perguntas da seção </a:t>
            </a:r>
            <a:r>
              <a:rPr lang="pt-BR" sz="1000" b="1" kern="100" dirty="0">
                <a:latin typeface="Poppins" panose="00000500000000000000" pitchFamily="2" charset="0"/>
                <a:ea typeface="Aptos" panose="020B0004020202020204" pitchFamily="34" charset="0"/>
                <a:cs typeface="Poppins" panose="00000500000000000000" pitchFamily="2" charset="0"/>
              </a:rPr>
              <a:t>Relembre</a:t>
            </a:r>
            <a:r>
              <a:rPr lang="pt-BR" sz="1000" kern="100" dirty="0">
                <a:latin typeface="Poppins" panose="00000500000000000000" pitchFamily="2" charset="0"/>
                <a:ea typeface="Aptos" panose="020B0004020202020204" pitchFamily="34" charset="0"/>
                <a:cs typeface="Poppins" panose="00000500000000000000" pitchFamily="2" charset="0"/>
              </a:rPr>
              <a:t> para os alunos e incentive-os a participar e a relembrar os conceitos apresentados nas aulas anteriores. É importante reforçar bem os conceitos aprendidos, pois os alunos precisarão estar com eles bem fixados para as demais aulas. </a:t>
            </a:r>
          </a:p>
          <a:p>
            <a:endParaRPr lang="pt-BR" sz="1000" b="1"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Expectativas de respostas: </a:t>
            </a:r>
          </a:p>
          <a:p>
            <a:r>
              <a:rPr lang="pt-BR" sz="1000" b="1" kern="100" dirty="0">
                <a:latin typeface="Poppins" panose="00000500000000000000" pitchFamily="2" charset="0"/>
                <a:ea typeface="Aptos" panose="020B0004020202020204" pitchFamily="34" charset="0"/>
                <a:cs typeface="Poppins" panose="00000500000000000000" pitchFamily="2" charset="0"/>
              </a:rPr>
              <a:t>Resposta 1: </a:t>
            </a:r>
          </a:p>
          <a:p>
            <a:r>
              <a:rPr lang="pt-BR" sz="1000" dirty="0">
                <a:latin typeface="Poppins" panose="00000500000000000000" pitchFamily="2" charset="0"/>
                <a:cs typeface="Poppins" panose="00000500000000000000" pitchFamily="2" charset="0"/>
              </a:rPr>
              <a:t>O endereço IP é a identidade digital de cada dispositivo, permitindo a comunicação dentro da rede.</a:t>
            </a:r>
          </a:p>
          <a:p>
            <a:pPr lvl="1"/>
            <a:r>
              <a:rPr lang="pt-BR" sz="1000" b="1" dirty="0">
                <a:latin typeface="Poppins" panose="00000500000000000000" pitchFamily="2" charset="0"/>
                <a:cs typeface="Poppins" panose="00000500000000000000" pitchFamily="2" charset="0"/>
              </a:rPr>
              <a:t>Resposta 2: </a:t>
            </a:r>
            <a:endParaRPr lang="pt-BR" sz="1000" dirty="0">
              <a:latin typeface="Poppins" panose="00000500000000000000" pitchFamily="2" charset="0"/>
              <a:cs typeface="Poppins" panose="00000500000000000000" pitchFamily="2" charset="0"/>
            </a:endParaRPr>
          </a:p>
          <a:p>
            <a:r>
              <a:rPr lang="pt-BR" sz="1000" dirty="0">
                <a:latin typeface="Poppins" panose="00000500000000000000" pitchFamily="2" charset="0"/>
                <a:cs typeface="Poppins" panose="00000500000000000000" pitchFamily="2" charset="0"/>
              </a:rPr>
              <a:t>O IPv4 (32 bits) já está quase esgotado; o IPv6 (128 bits) garante praticamente infinitos endereços.</a:t>
            </a:r>
          </a:p>
          <a:p>
            <a:r>
              <a:rPr lang="pt-BR" sz="1000" b="1" dirty="0">
                <a:latin typeface="Poppins" panose="00000500000000000000" pitchFamily="2" charset="0"/>
                <a:cs typeface="Poppins" panose="00000500000000000000" pitchFamily="2" charset="0"/>
              </a:rPr>
              <a:t>Resposta 3:</a:t>
            </a:r>
          </a:p>
          <a:p>
            <a:r>
              <a:rPr lang="pt-BR" sz="1000" dirty="0">
                <a:latin typeface="Poppins" panose="00000500000000000000" pitchFamily="2" charset="0"/>
                <a:cs typeface="Poppins" panose="00000500000000000000" pitchFamily="2" charset="0"/>
              </a:rPr>
              <a:t>A máscara de sub-rede separa a parte da rede da parte do dispositivo, indicando quem pode se comunicar diretamente.</a:t>
            </a:r>
          </a:p>
        </p:txBody>
      </p:sp>
      <p:sp>
        <p:nvSpPr>
          <p:cNvPr id="5" name="Retângulo 4">
            <a:extLst>
              <a:ext uri="{FF2B5EF4-FFF2-40B4-BE49-F238E27FC236}">
                <a16:creationId xmlns:a16="http://schemas.microsoft.com/office/drawing/2014/main" id="{36AE687D-951B-0029-2B29-525BC626723D}"/>
              </a:ext>
            </a:extLst>
          </p:cNvPr>
          <p:cNvSpPr/>
          <p:nvPr/>
        </p:nvSpPr>
        <p:spPr>
          <a:xfrm>
            <a:off x="0" y="2568404"/>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dirty="0"/>
          </a:p>
        </p:txBody>
      </p:sp>
      <p:sp>
        <p:nvSpPr>
          <p:cNvPr id="6" name="CaixaDeTexto 5">
            <a:extLst>
              <a:ext uri="{FF2B5EF4-FFF2-40B4-BE49-F238E27FC236}">
                <a16:creationId xmlns:a16="http://schemas.microsoft.com/office/drawing/2014/main" id="{3951B019-2EBE-EE38-B8E1-64338F8C861F}"/>
              </a:ext>
            </a:extLst>
          </p:cNvPr>
          <p:cNvSpPr txBox="1"/>
          <p:nvPr/>
        </p:nvSpPr>
        <p:spPr>
          <a:xfrm>
            <a:off x="985520" y="2578564"/>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pitchFamily="2" charset="77"/>
                <a:cs typeface="Poppins" pitchFamily="2" charset="77"/>
              </a:rPr>
              <a:t>Slide 6</a:t>
            </a:r>
          </a:p>
        </p:txBody>
      </p:sp>
      <p:cxnSp>
        <p:nvCxnSpPr>
          <p:cNvPr id="7" name="Conector Reto 6">
            <a:extLst>
              <a:ext uri="{FF2B5EF4-FFF2-40B4-BE49-F238E27FC236}">
                <a16:creationId xmlns:a16="http://schemas.microsoft.com/office/drawing/2014/main" id="{D82A2E5C-0EF6-F5C0-F248-2C4ACDC3CA85}"/>
              </a:ext>
            </a:extLst>
          </p:cNvPr>
          <p:cNvCxnSpPr>
            <a:cxnSpLocks/>
          </p:cNvCxnSpPr>
          <p:nvPr/>
        </p:nvCxnSpPr>
        <p:spPr>
          <a:xfrm flipV="1">
            <a:off x="697908" y="2819132"/>
            <a:ext cx="0" cy="331771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9" name="Oval 8">
            <a:extLst>
              <a:ext uri="{FF2B5EF4-FFF2-40B4-BE49-F238E27FC236}">
                <a16:creationId xmlns:a16="http://schemas.microsoft.com/office/drawing/2014/main" id="{2AD75CD4-9BBC-3ACA-7AEA-0B035F5DECB8}"/>
              </a:ext>
            </a:extLst>
          </p:cNvPr>
          <p:cNvSpPr/>
          <p:nvPr/>
        </p:nvSpPr>
        <p:spPr>
          <a:xfrm>
            <a:off x="504869" y="4983608"/>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11" name="Oval 10">
            <a:extLst>
              <a:ext uri="{FF2B5EF4-FFF2-40B4-BE49-F238E27FC236}">
                <a16:creationId xmlns:a16="http://schemas.microsoft.com/office/drawing/2014/main" id="{08E3D21D-9AA5-3E35-6C87-FF5183BD85D7}"/>
              </a:ext>
            </a:extLst>
          </p:cNvPr>
          <p:cNvSpPr/>
          <p:nvPr/>
        </p:nvSpPr>
        <p:spPr>
          <a:xfrm>
            <a:off x="504869" y="3616062"/>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12" name="Oval 11">
            <a:extLst>
              <a:ext uri="{FF2B5EF4-FFF2-40B4-BE49-F238E27FC236}">
                <a16:creationId xmlns:a16="http://schemas.microsoft.com/office/drawing/2014/main" id="{27AAFC7D-5EC5-50D4-AA8B-CB7D84C7E7C2}"/>
              </a:ext>
            </a:extLst>
          </p:cNvPr>
          <p:cNvSpPr/>
          <p:nvPr/>
        </p:nvSpPr>
        <p:spPr>
          <a:xfrm>
            <a:off x="504869" y="3109232"/>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pic>
        <p:nvPicPr>
          <p:cNvPr id="15" name="Imagem 14">
            <a:extLst>
              <a:ext uri="{FF2B5EF4-FFF2-40B4-BE49-F238E27FC236}">
                <a16:creationId xmlns:a16="http://schemas.microsoft.com/office/drawing/2014/main" id="{FD2CFA9A-89D8-3349-64E4-11461BC9ECDA}"/>
              </a:ext>
            </a:extLst>
          </p:cNvPr>
          <p:cNvPicPr>
            <a:picLocks noChangeAspect="1"/>
          </p:cNvPicPr>
          <p:nvPr/>
        </p:nvPicPr>
        <p:blipFill>
          <a:blip r:embed="rId3"/>
          <a:srcRect/>
          <a:stretch/>
        </p:blipFill>
        <p:spPr>
          <a:xfrm>
            <a:off x="620686" y="3202938"/>
            <a:ext cx="154445" cy="193056"/>
          </a:xfrm>
          <a:prstGeom prst="rect">
            <a:avLst/>
          </a:prstGeom>
        </p:spPr>
      </p:pic>
      <p:sp>
        <p:nvSpPr>
          <p:cNvPr id="16" name="Google Shape;2223;p100">
            <a:extLst>
              <a:ext uri="{FF2B5EF4-FFF2-40B4-BE49-F238E27FC236}">
                <a16:creationId xmlns:a16="http://schemas.microsoft.com/office/drawing/2014/main" id="{F5EC79B2-F531-97E1-6182-2DD95CDDB947}"/>
              </a:ext>
            </a:extLst>
          </p:cNvPr>
          <p:cNvSpPr>
            <a:spLocks/>
          </p:cNvSpPr>
          <p:nvPr/>
        </p:nvSpPr>
        <p:spPr>
          <a:xfrm>
            <a:off x="575036" y="3694492"/>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pic>
        <p:nvPicPr>
          <p:cNvPr id="18" name="Gráfico 17">
            <a:extLst>
              <a:ext uri="{FF2B5EF4-FFF2-40B4-BE49-F238E27FC236}">
                <a16:creationId xmlns:a16="http://schemas.microsoft.com/office/drawing/2014/main" id="{B1D49B9D-36BB-F83D-3A37-C0CC382EFFD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3895" y="5037729"/>
            <a:ext cx="208026" cy="266700"/>
          </a:xfrm>
          <a:prstGeom prst="rect">
            <a:avLst/>
          </a:prstGeom>
        </p:spPr>
      </p:pic>
      <p:sp>
        <p:nvSpPr>
          <p:cNvPr id="17" name="Oval 9">
            <a:extLst>
              <a:ext uri="{FF2B5EF4-FFF2-40B4-BE49-F238E27FC236}">
                <a16:creationId xmlns:a16="http://schemas.microsoft.com/office/drawing/2014/main" id="{F18F7818-58BB-9692-0ED7-DAA666EA9617}"/>
              </a:ext>
            </a:extLst>
          </p:cNvPr>
          <p:cNvSpPr/>
          <p:nvPr/>
        </p:nvSpPr>
        <p:spPr>
          <a:xfrm>
            <a:off x="504869" y="4491067"/>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pic>
        <p:nvPicPr>
          <p:cNvPr id="19" name="Gráfico 18">
            <a:extLst>
              <a:ext uri="{FF2B5EF4-FFF2-40B4-BE49-F238E27FC236}">
                <a16:creationId xmlns:a16="http://schemas.microsoft.com/office/drawing/2014/main" id="{6FFAE67A-3FCA-68D7-079C-5925F538067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0260" y="4561522"/>
            <a:ext cx="235296" cy="240643"/>
          </a:xfrm>
          <a:prstGeom prst="rect">
            <a:avLst/>
          </a:prstGeom>
        </p:spPr>
      </p:pic>
      <p:sp>
        <p:nvSpPr>
          <p:cNvPr id="2" name="Retângulo 1">
            <a:extLst>
              <a:ext uri="{FF2B5EF4-FFF2-40B4-BE49-F238E27FC236}">
                <a16:creationId xmlns:a16="http://schemas.microsoft.com/office/drawing/2014/main" id="{6D5B27F8-028B-91D1-6F97-7B69D6D4D5A1}"/>
              </a:ext>
            </a:extLst>
          </p:cNvPr>
          <p:cNvSpPr/>
          <p:nvPr/>
        </p:nvSpPr>
        <p:spPr>
          <a:xfrm>
            <a:off x="0" y="512775"/>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dirty="0"/>
          </a:p>
        </p:txBody>
      </p:sp>
      <p:sp>
        <p:nvSpPr>
          <p:cNvPr id="13" name="CaixaDeTexto 12">
            <a:extLst>
              <a:ext uri="{FF2B5EF4-FFF2-40B4-BE49-F238E27FC236}">
                <a16:creationId xmlns:a16="http://schemas.microsoft.com/office/drawing/2014/main" id="{B3006434-3799-D464-5AE1-775C22852186}"/>
              </a:ext>
            </a:extLst>
          </p:cNvPr>
          <p:cNvSpPr txBox="1"/>
          <p:nvPr/>
        </p:nvSpPr>
        <p:spPr>
          <a:xfrm>
            <a:off x="985520" y="512775"/>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a:cs typeface="Poppins"/>
              </a:rPr>
              <a:t>Slide 5</a:t>
            </a:r>
            <a:endParaRPr lang="pt-BR" sz="3000" b="1" dirty="0">
              <a:solidFill>
                <a:schemeClr val="bg1"/>
              </a:solidFill>
              <a:latin typeface="Poppins" pitchFamily="2" charset="77"/>
              <a:cs typeface="Poppins" pitchFamily="2" charset="77"/>
            </a:endParaRPr>
          </a:p>
        </p:txBody>
      </p:sp>
      <p:cxnSp>
        <p:nvCxnSpPr>
          <p:cNvPr id="14" name="Conector Reto 7">
            <a:extLst>
              <a:ext uri="{FF2B5EF4-FFF2-40B4-BE49-F238E27FC236}">
                <a16:creationId xmlns:a16="http://schemas.microsoft.com/office/drawing/2014/main" id="{2EC19155-5047-2A98-8CB4-FE601F25F0F3}"/>
              </a:ext>
            </a:extLst>
          </p:cNvPr>
          <p:cNvCxnSpPr>
            <a:cxnSpLocks/>
          </p:cNvCxnSpPr>
          <p:nvPr/>
        </p:nvCxnSpPr>
        <p:spPr>
          <a:xfrm flipV="1">
            <a:off x="697908" y="789744"/>
            <a:ext cx="0" cy="1611933"/>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6" name="CaixaDeTexto 25">
            <a:extLst>
              <a:ext uri="{FF2B5EF4-FFF2-40B4-BE49-F238E27FC236}">
                <a16:creationId xmlns:a16="http://schemas.microsoft.com/office/drawing/2014/main" id="{C55E7871-4030-5CF0-0970-B27DFC09A20D}"/>
              </a:ext>
            </a:extLst>
          </p:cNvPr>
          <p:cNvSpPr txBox="1"/>
          <p:nvPr/>
        </p:nvSpPr>
        <p:spPr>
          <a:xfrm>
            <a:off x="944738" y="1118478"/>
            <a:ext cx="10958576" cy="1308050"/>
          </a:xfrm>
          <a:prstGeom prst="rect">
            <a:avLst/>
          </a:prstGeom>
          <a:noFill/>
          <a:ln>
            <a:noFill/>
          </a:ln>
        </p:spPr>
        <p:txBody>
          <a:bodyPr wrap="square" lIns="60960" tIns="30480" rIns="60960" bIns="30480" anchor="t">
            <a:spAutoFit/>
          </a:bodyPr>
          <a:lstStyle/>
          <a:p>
            <a:pPr fontAlgn="base"/>
            <a:r>
              <a:rPr lang="pt-BR" sz="1000" b="1" dirty="0">
                <a:latin typeface="Poppins" panose="00000500000000000000" pitchFamily="2" charset="0"/>
                <a:cs typeface="Poppins" panose="00000500000000000000" pitchFamily="2" charset="0"/>
              </a:rPr>
              <a:t>Tempo previsto: </a:t>
            </a:r>
          </a:p>
          <a:p>
            <a:pPr fontAlgn="base"/>
            <a:r>
              <a:rPr lang="pt-BR" sz="1000" b="1" dirty="0">
                <a:latin typeface="Poppins" panose="00000500000000000000" pitchFamily="2" charset="0"/>
                <a:cs typeface="Poppins" panose="00000500000000000000" pitchFamily="2" charset="0"/>
              </a:rPr>
              <a:t>Relembre: </a:t>
            </a:r>
            <a:r>
              <a:rPr lang="pt-BR" sz="1000" dirty="0">
                <a:latin typeface="Poppins" panose="00000500000000000000" pitchFamily="2" charset="0"/>
                <a:cs typeface="Poppins" panose="00000500000000000000" pitchFamily="2" charset="0"/>
              </a:rPr>
              <a:t>8 minutos</a:t>
            </a:r>
          </a:p>
          <a:p>
            <a:pPr fontAlgn="base"/>
            <a:r>
              <a:rPr lang="pt-BR" sz="1000" b="1" dirty="0">
                <a:latin typeface="Poppins" panose="00000500000000000000" pitchFamily="2" charset="0"/>
                <a:cs typeface="Poppins" panose="00000500000000000000" pitchFamily="2" charset="0"/>
              </a:rPr>
              <a:t>Construindo o conceito:</a:t>
            </a:r>
            <a:r>
              <a:rPr lang="pt-BR" sz="1000" dirty="0">
                <a:latin typeface="Poppins" panose="00000500000000000000" pitchFamily="2" charset="0"/>
                <a:cs typeface="Poppins" panose="00000500000000000000" pitchFamily="2" charset="0"/>
              </a:rPr>
              <a:t> 20 minutos</a:t>
            </a:r>
            <a:r>
              <a:rPr lang="en-US" sz="1000" dirty="0">
                <a:solidFill>
                  <a:srgbClr val="444444"/>
                </a:solidFill>
                <a:latin typeface="Poppins" panose="00000500000000000000" pitchFamily="2" charset="0"/>
                <a:cs typeface="Poppins" panose="00000500000000000000" pitchFamily="2" charset="0"/>
              </a:rPr>
              <a:t>​</a:t>
            </a:r>
          </a:p>
          <a:p>
            <a:pPr fontAlgn="base"/>
            <a:r>
              <a:rPr lang="pt-BR" sz="1000" b="1" dirty="0">
                <a:latin typeface="Poppins" panose="00000500000000000000" pitchFamily="2" charset="0"/>
                <a:cs typeface="Poppins" panose="00000500000000000000" pitchFamily="2" charset="0"/>
              </a:rPr>
              <a:t>Pause e responda: </a:t>
            </a:r>
            <a:r>
              <a:rPr lang="pt-BR" sz="1000" dirty="0">
                <a:latin typeface="Poppins" panose="00000500000000000000" pitchFamily="2" charset="0"/>
                <a:cs typeface="Poppins" panose="00000500000000000000" pitchFamily="2" charset="0"/>
              </a:rPr>
              <a:t>2 minutos</a:t>
            </a:r>
          </a:p>
          <a:p>
            <a:pPr fontAlgn="base"/>
            <a:r>
              <a:rPr lang="pt-BR" sz="1000" b="1" dirty="0">
                <a:latin typeface="Poppins" panose="00000500000000000000" pitchFamily="2" charset="0"/>
                <a:cs typeface="Poppins" panose="00000500000000000000" pitchFamily="2" charset="0"/>
              </a:rPr>
              <a:t>Colocando em prática: </a:t>
            </a:r>
            <a:r>
              <a:rPr lang="pt-BR" sz="1000" dirty="0">
                <a:latin typeface="Poppins" panose="00000500000000000000" pitchFamily="2" charset="0"/>
                <a:cs typeface="Poppins" panose="00000500000000000000" pitchFamily="2" charset="0"/>
              </a:rPr>
              <a:t>18 minutos</a:t>
            </a:r>
            <a:r>
              <a:rPr lang="en-US" sz="1000" dirty="0">
                <a:solidFill>
                  <a:srgbClr val="444444"/>
                </a:solidFill>
                <a:latin typeface="Poppins" panose="00000500000000000000" pitchFamily="2" charset="0"/>
                <a:cs typeface="Poppins" panose="00000500000000000000" pitchFamily="2" charset="0"/>
              </a:rPr>
              <a:t>​</a:t>
            </a:r>
          </a:p>
          <a:p>
            <a:pPr fontAlgn="base"/>
            <a:r>
              <a:rPr lang="pt-BR" sz="1000" b="1" dirty="0">
                <a:latin typeface="Poppins" panose="00000500000000000000" pitchFamily="2" charset="0"/>
                <a:cs typeface="Poppins" panose="00000500000000000000" pitchFamily="2" charset="0"/>
              </a:rPr>
              <a:t>O que nós aprendemos hoje?: </a:t>
            </a:r>
            <a:r>
              <a:rPr lang="pt-BR" sz="1000" dirty="0">
                <a:latin typeface="Poppins" panose="00000500000000000000" pitchFamily="2" charset="0"/>
                <a:cs typeface="Poppins" panose="00000500000000000000" pitchFamily="2" charset="0"/>
              </a:rPr>
              <a:t>1 minuto</a:t>
            </a:r>
            <a:r>
              <a:rPr lang="en-US" sz="1000" dirty="0">
                <a:solidFill>
                  <a:srgbClr val="444444"/>
                </a:solidFill>
                <a:latin typeface="Poppins" panose="00000500000000000000" pitchFamily="2" charset="0"/>
                <a:cs typeface="Poppins" panose="00000500000000000000" pitchFamily="2" charset="0"/>
              </a:rPr>
              <a:t>​</a:t>
            </a:r>
          </a:p>
          <a:p>
            <a:pPr fontAlgn="base"/>
            <a:r>
              <a:rPr lang="pt-BR" sz="1000" b="1" dirty="0">
                <a:latin typeface="Poppins" panose="00000500000000000000" pitchFamily="2" charset="0"/>
                <a:cs typeface="Poppins" panose="00000500000000000000" pitchFamily="2" charset="0"/>
              </a:rPr>
              <a:t>Saiba mais: </a:t>
            </a:r>
            <a:r>
              <a:rPr lang="pt-BR" sz="1000" dirty="0">
                <a:latin typeface="Poppins" panose="00000500000000000000" pitchFamily="2" charset="0"/>
                <a:cs typeface="Poppins" panose="00000500000000000000" pitchFamily="2" charset="0"/>
              </a:rPr>
              <a:t>1 minuto</a:t>
            </a:r>
          </a:p>
          <a:p>
            <a:pPr fontAlgn="base"/>
            <a:endParaRPr lang="pt-BR" sz="1100" dirty="0">
              <a:latin typeface="Poppins" panose="00000500000000000000" pitchFamily="2" charset="0"/>
              <a:cs typeface="Poppins" panose="00000500000000000000" pitchFamily="2" charset="0"/>
            </a:endParaRPr>
          </a:p>
        </p:txBody>
      </p:sp>
      <p:sp>
        <p:nvSpPr>
          <p:cNvPr id="30" name="Oval 20">
            <a:extLst>
              <a:ext uri="{FF2B5EF4-FFF2-40B4-BE49-F238E27FC236}">
                <a16:creationId xmlns:a16="http://schemas.microsoft.com/office/drawing/2014/main" id="{CC04E784-FCF6-24EE-CE6D-B3BB1B6A9643}"/>
              </a:ext>
            </a:extLst>
          </p:cNvPr>
          <p:cNvSpPr/>
          <p:nvPr/>
        </p:nvSpPr>
        <p:spPr>
          <a:xfrm>
            <a:off x="504869" y="1064209"/>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pic>
        <p:nvPicPr>
          <p:cNvPr id="32" name="Imagem 31">
            <a:extLst>
              <a:ext uri="{FF2B5EF4-FFF2-40B4-BE49-F238E27FC236}">
                <a16:creationId xmlns:a16="http://schemas.microsoft.com/office/drawing/2014/main" id="{B2474E44-DC1D-6CD1-C363-5420A2FA67CE}"/>
              </a:ext>
            </a:extLst>
          </p:cNvPr>
          <p:cNvPicPr>
            <a:picLocks noChangeAspect="1"/>
          </p:cNvPicPr>
          <p:nvPr/>
        </p:nvPicPr>
        <p:blipFill>
          <a:blip r:embed="rId3"/>
          <a:srcRect/>
          <a:stretch/>
        </p:blipFill>
        <p:spPr>
          <a:xfrm>
            <a:off x="620686" y="1153839"/>
            <a:ext cx="154445" cy="193056"/>
          </a:xfrm>
          <a:prstGeom prst="rect">
            <a:avLst/>
          </a:prstGeom>
        </p:spPr>
      </p:pic>
    </p:spTree>
    <p:extLst>
      <p:ext uri="{BB962C8B-B14F-4D97-AF65-F5344CB8AC3E}">
        <p14:creationId xmlns:p14="http://schemas.microsoft.com/office/powerpoint/2010/main" val="6384745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AB4E053-3FE3-5819-1254-69B74BBF5478}"/>
            </a:ext>
          </a:extLst>
        </p:cNvPr>
        <p:cNvGrpSpPr/>
        <p:nvPr/>
      </p:nvGrpSpPr>
      <p:grpSpPr>
        <a:xfrm>
          <a:off x="0" y="0"/>
          <a:ext cx="0" cy="0"/>
          <a:chOff x="0" y="0"/>
          <a:chExt cx="0" cy="0"/>
        </a:xfrm>
      </p:grpSpPr>
      <p:sp>
        <p:nvSpPr>
          <p:cNvPr id="3" name="Retângulo 2">
            <a:extLst>
              <a:ext uri="{FF2B5EF4-FFF2-40B4-BE49-F238E27FC236}">
                <a16:creationId xmlns:a16="http://schemas.microsoft.com/office/drawing/2014/main" id="{B892D39C-0ADC-9705-B579-3884CAA72045}"/>
              </a:ext>
            </a:extLst>
          </p:cNvPr>
          <p:cNvSpPr/>
          <p:nvPr/>
        </p:nvSpPr>
        <p:spPr>
          <a:xfrm>
            <a:off x="0" y="-18652"/>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dirty="0"/>
          </a:p>
        </p:txBody>
      </p:sp>
      <p:cxnSp>
        <p:nvCxnSpPr>
          <p:cNvPr id="8" name="Conector Reto 7">
            <a:extLst>
              <a:ext uri="{FF2B5EF4-FFF2-40B4-BE49-F238E27FC236}">
                <a16:creationId xmlns:a16="http://schemas.microsoft.com/office/drawing/2014/main" id="{6235F0AA-F664-F006-0542-487BB9C93C63}"/>
              </a:ext>
            </a:extLst>
          </p:cNvPr>
          <p:cNvCxnSpPr>
            <a:cxnSpLocks/>
          </p:cNvCxnSpPr>
          <p:nvPr/>
        </p:nvCxnSpPr>
        <p:spPr>
          <a:xfrm flipV="1">
            <a:off x="689275" y="201596"/>
            <a:ext cx="0" cy="28493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0" name="CaixaDeTexto 19">
            <a:extLst>
              <a:ext uri="{FF2B5EF4-FFF2-40B4-BE49-F238E27FC236}">
                <a16:creationId xmlns:a16="http://schemas.microsoft.com/office/drawing/2014/main" id="{9C407C40-1262-8945-B74B-002108B92D3D}"/>
              </a:ext>
            </a:extLst>
          </p:cNvPr>
          <p:cNvSpPr txBox="1"/>
          <p:nvPr/>
        </p:nvSpPr>
        <p:spPr>
          <a:xfrm>
            <a:off x="970280" y="0"/>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a:cs typeface="Poppins"/>
              </a:rPr>
              <a:t>Slides 7 a 12</a:t>
            </a:r>
          </a:p>
          <a:p>
            <a:pPr algn="l"/>
            <a:r>
              <a:rPr lang="pt-BR" sz="3200" b="1" dirty="0">
                <a:solidFill>
                  <a:schemeClr val="bg1"/>
                </a:solidFill>
                <a:latin typeface="Poppins" pitchFamily="2" charset="77"/>
                <a:cs typeface="Poppins" pitchFamily="2" charset="77"/>
              </a:rPr>
              <a:t> </a:t>
            </a:r>
          </a:p>
        </p:txBody>
      </p:sp>
      <p:sp>
        <p:nvSpPr>
          <p:cNvPr id="21" name="CaixaDeTexto 20">
            <a:extLst>
              <a:ext uri="{FF2B5EF4-FFF2-40B4-BE49-F238E27FC236}">
                <a16:creationId xmlns:a16="http://schemas.microsoft.com/office/drawing/2014/main" id="{88DA0103-5DB3-B658-15C1-EF50A74C1238}"/>
              </a:ext>
            </a:extLst>
          </p:cNvPr>
          <p:cNvSpPr txBox="1"/>
          <p:nvPr/>
        </p:nvSpPr>
        <p:spPr>
          <a:xfrm>
            <a:off x="919947" y="613374"/>
            <a:ext cx="11018519" cy="2369880"/>
          </a:xfrm>
          <a:prstGeom prst="rect">
            <a:avLst/>
          </a:prstGeom>
          <a:noFill/>
          <a:ln>
            <a:noFill/>
          </a:ln>
        </p:spPr>
        <p:txBody>
          <a:bodyPr wrap="square" lIns="60960" tIns="30480" rIns="60960" bIns="30480" anchor="t">
            <a:spAutoFit/>
          </a:bodyPr>
          <a:lstStyle/>
          <a:p>
            <a:pPr defTabSz="609630">
              <a:buClrTx/>
              <a:defRPr/>
            </a:pPr>
            <a:r>
              <a:rPr lang="pt-BR" sz="1000" b="1" dirty="0">
                <a:latin typeface="Poppins" panose="00000500000000000000" pitchFamily="2" charset="0"/>
                <a:cs typeface="Poppins" panose="00000500000000000000" pitchFamily="2" charset="0"/>
              </a:rPr>
              <a:t>Tempo previsto: </a:t>
            </a:r>
            <a:r>
              <a:rPr lang="pt-BR" sz="1000" dirty="0">
                <a:latin typeface="Poppins" panose="00000500000000000000" pitchFamily="2" charset="0"/>
                <a:cs typeface="Poppins" panose="00000500000000000000" pitchFamily="2" charset="0"/>
              </a:rPr>
              <a:t>20 minutos.</a:t>
            </a:r>
          </a:p>
          <a:p>
            <a:pPr defTabSz="609630">
              <a:buClrTx/>
              <a:defRPr/>
            </a:pPr>
            <a:endParaRPr lang="pt-BR" sz="1000" dirty="0">
              <a:latin typeface="Poppins" panose="00000500000000000000" pitchFamily="2" charset="0"/>
              <a:cs typeface="Poppins" panose="00000500000000000000" pitchFamily="2" charset="0"/>
            </a:endParaRPr>
          </a:p>
          <a:p>
            <a:endParaRPr lang="pt-BR" sz="1000" b="1"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Gestão de sala de aula: </a:t>
            </a:r>
            <a:r>
              <a:rPr lang="pt-BR" sz="1000" dirty="0">
                <a:latin typeface="Poppins" panose="00000500000000000000" pitchFamily="2" charset="0"/>
                <a:cs typeface="Poppins" panose="00000500000000000000" pitchFamily="2" charset="0"/>
              </a:rPr>
              <a:t>inicie a seção </a:t>
            </a:r>
            <a:r>
              <a:rPr lang="pt-BR" sz="1000" b="1" dirty="0">
                <a:latin typeface="Poppins" panose="00000500000000000000" pitchFamily="2" charset="0"/>
                <a:cs typeface="Poppins" panose="00000500000000000000" pitchFamily="2" charset="0"/>
              </a:rPr>
              <a:t>Construindo</a:t>
            </a:r>
            <a:r>
              <a:rPr lang="pt-BR" sz="1000" dirty="0">
                <a:latin typeface="Poppins" panose="00000500000000000000" pitchFamily="2" charset="0"/>
                <a:cs typeface="Poppins" panose="00000500000000000000" pitchFamily="2" charset="0"/>
              </a:rPr>
              <a:t> </a:t>
            </a:r>
            <a:r>
              <a:rPr lang="pt-BR" sz="1000" b="1" dirty="0">
                <a:latin typeface="Poppins" panose="00000500000000000000" pitchFamily="2" charset="0"/>
                <a:cs typeface="Poppins" panose="00000500000000000000" pitchFamily="2" charset="0"/>
              </a:rPr>
              <a:t>o</a:t>
            </a:r>
            <a:r>
              <a:rPr lang="pt-BR" sz="1000" dirty="0">
                <a:latin typeface="Poppins" panose="00000500000000000000" pitchFamily="2" charset="0"/>
                <a:cs typeface="Poppins" panose="00000500000000000000" pitchFamily="2" charset="0"/>
              </a:rPr>
              <a:t> </a:t>
            </a:r>
            <a:r>
              <a:rPr lang="pt-BR" sz="1000" b="1" dirty="0">
                <a:latin typeface="Poppins" panose="00000500000000000000" pitchFamily="2" charset="0"/>
                <a:cs typeface="Poppins" panose="00000500000000000000" pitchFamily="2" charset="0"/>
              </a:rPr>
              <a:t>conceito</a:t>
            </a:r>
            <a:r>
              <a:rPr lang="pt-BR" sz="1000" dirty="0">
                <a:latin typeface="Poppins" panose="00000500000000000000" pitchFamily="2" charset="0"/>
                <a:cs typeface="Poppins" panose="00000500000000000000" pitchFamily="2" charset="0"/>
              </a:rPr>
              <a:t> criando um ambiente relaxado e convidativo para um diálogo aberto. Encoraje a participação de todos os estudantes, garantindo que cada voz possa ser ouvida. Caso surjam respostas longas ou debates paralelos, delicadamente redirecione a conversa para o tópico original.</a:t>
            </a:r>
          </a:p>
          <a:p>
            <a:pPr defTabSz="609630">
              <a:buClrTx/>
              <a:defRPr/>
            </a:pPr>
            <a:endParaRPr lang="pt-BR" sz="1000" b="1"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Aprofundamento: </a:t>
            </a:r>
            <a:r>
              <a:rPr lang="pt-BR" sz="1000" dirty="0">
                <a:latin typeface="Poppins" panose="00000500000000000000" pitchFamily="2" charset="0"/>
                <a:cs typeface="Poppins" panose="00000500000000000000" pitchFamily="2" charset="0"/>
              </a:rPr>
              <a:t>o objetivo desta aula é fazer os alunos compreenderem que a internet depende de </a:t>
            </a:r>
            <a:r>
              <a:rPr lang="pt-BR" sz="1000" b="1" dirty="0">
                <a:latin typeface="Poppins" panose="00000500000000000000" pitchFamily="2" charset="0"/>
                <a:cs typeface="Poppins" panose="00000500000000000000" pitchFamily="2" charset="0"/>
              </a:rPr>
              <a:t>protocolos de comunicação</a:t>
            </a:r>
            <a:r>
              <a:rPr lang="pt-BR" sz="1000" dirty="0">
                <a:latin typeface="Poppins" panose="00000500000000000000" pitchFamily="2" charset="0"/>
                <a:cs typeface="Poppins" panose="00000500000000000000" pitchFamily="2" charset="0"/>
              </a:rPr>
              <a:t>, regras comuns que permitem que diferentes dispositivos e redes funcionem de forma integrada. </a:t>
            </a:r>
          </a:p>
          <a:p>
            <a:r>
              <a:rPr lang="pt-BR" sz="1000" dirty="0">
                <a:latin typeface="Poppins" panose="00000500000000000000" pitchFamily="2" charset="0"/>
                <a:cs typeface="Poppins" panose="00000500000000000000" pitchFamily="2" charset="0"/>
              </a:rPr>
              <a:t>O </a:t>
            </a:r>
            <a:r>
              <a:rPr lang="pt-BR" sz="1000" b="1" dirty="0">
                <a:latin typeface="Poppins" panose="00000500000000000000" pitchFamily="2" charset="0"/>
                <a:cs typeface="Poppins" panose="00000500000000000000" pitchFamily="2" charset="0"/>
              </a:rPr>
              <a:t>conjunto TCP/IP</a:t>
            </a:r>
            <a:r>
              <a:rPr lang="pt-BR" sz="1000" dirty="0">
                <a:latin typeface="Poppins" panose="00000500000000000000" pitchFamily="2" charset="0"/>
                <a:cs typeface="Poppins" panose="00000500000000000000" pitchFamily="2" charset="0"/>
              </a:rPr>
              <a:t> organiza essa comunicação em camadas, distribuindo responsabilidades de modo que a troca de dados ocorra de forma padronizada em qualquer parte do mundo. </a:t>
            </a:r>
          </a:p>
          <a:p>
            <a:r>
              <a:rPr lang="pt-BR" sz="1000" dirty="0">
                <a:latin typeface="Poppins" panose="00000500000000000000" pitchFamily="2" charset="0"/>
                <a:cs typeface="Poppins" panose="00000500000000000000" pitchFamily="2" charset="0"/>
              </a:rPr>
              <a:t>A distinção entre </a:t>
            </a:r>
            <a:r>
              <a:rPr lang="pt-BR" sz="1000" b="1" dirty="0">
                <a:latin typeface="Poppins" panose="00000500000000000000" pitchFamily="2" charset="0"/>
                <a:cs typeface="Poppins" panose="00000500000000000000" pitchFamily="2" charset="0"/>
              </a:rPr>
              <a:t>TCP e UDP</a:t>
            </a:r>
            <a:r>
              <a:rPr lang="pt-BR" sz="1000" dirty="0">
                <a:latin typeface="Poppins" panose="00000500000000000000" pitchFamily="2" charset="0"/>
                <a:cs typeface="Poppins" panose="00000500000000000000" pitchFamily="2" charset="0"/>
              </a:rPr>
              <a:t> mostra que existem abordagens diferentes para atender a necessidades específicas: o TCP garante confiabilidade, reenvio de pacotes e entrega correta, enquanto o UDP prioriza a rapidez, aceitando pequenas perdas em favor da agilidade. </a:t>
            </a:r>
          </a:p>
          <a:p>
            <a:r>
              <a:rPr lang="pt-BR" sz="1000" dirty="0">
                <a:latin typeface="Poppins" panose="00000500000000000000" pitchFamily="2" charset="0"/>
                <a:cs typeface="Poppins" panose="00000500000000000000" pitchFamily="2" charset="0"/>
              </a:rPr>
              <a:t>Ao introduzir o </a:t>
            </a:r>
            <a:r>
              <a:rPr lang="pt-BR" sz="1000" b="1" dirty="0">
                <a:latin typeface="Poppins" panose="00000500000000000000" pitchFamily="2" charset="0"/>
                <a:cs typeface="Poppins" panose="00000500000000000000" pitchFamily="2" charset="0"/>
              </a:rPr>
              <a:t>DNS</a:t>
            </a:r>
            <a:r>
              <a:rPr lang="pt-BR" sz="1000" dirty="0">
                <a:latin typeface="Poppins" panose="00000500000000000000" pitchFamily="2" charset="0"/>
                <a:cs typeface="Poppins" panose="00000500000000000000" pitchFamily="2" charset="0"/>
              </a:rPr>
              <a:t>, a intencionalidade é mostrar como a tecnologia aproxima a complexidade da rede do cotidiano, tornando possível usar nomes simples em vez de longas sequências numéricas. </a:t>
            </a:r>
          </a:p>
          <a:p>
            <a:r>
              <a:rPr lang="pt-BR" sz="1000" dirty="0">
                <a:latin typeface="Poppins" panose="00000500000000000000" pitchFamily="2" charset="0"/>
                <a:cs typeface="Poppins" panose="00000500000000000000" pitchFamily="2" charset="0"/>
              </a:rPr>
              <a:t>A conexão desses elementos evidencia que a internet é resultado de um </a:t>
            </a:r>
            <a:r>
              <a:rPr lang="pt-BR" sz="1000" b="1" dirty="0">
                <a:latin typeface="Poppins" panose="00000500000000000000" pitchFamily="2" charset="0"/>
                <a:cs typeface="Poppins" panose="00000500000000000000" pitchFamily="2" charset="0"/>
              </a:rPr>
              <a:t>trabalho conjunto de protocolos</a:t>
            </a:r>
            <a:r>
              <a:rPr lang="pt-BR" sz="1000" dirty="0">
                <a:latin typeface="Poppins" panose="00000500000000000000" pitchFamily="2" charset="0"/>
                <a:cs typeface="Poppins" panose="00000500000000000000" pitchFamily="2" charset="0"/>
              </a:rPr>
              <a:t>, que equilibra confiabilidade, velocidade e facilidade de uso.</a:t>
            </a:r>
          </a:p>
        </p:txBody>
      </p:sp>
      <p:sp>
        <p:nvSpPr>
          <p:cNvPr id="23" name="Oval 15">
            <a:extLst>
              <a:ext uri="{FF2B5EF4-FFF2-40B4-BE49-F238E27FC236}">
                <a16:creationId xmlns:a16="http://schemas.microsoft.com/office/drawing/2014/main" id="{C185AA46-6229-80D2-2478-C0F3D41F8335}"/>
              </a:ext>
            </a:extLst>
          </p:cNvPr>
          <p:cNvSpPr/>
          <p:nvPr/>
        </p:nvSpPr>
        <p:spPr>
          <a:xfrm>
            <a:off x="496236" y="541651"/>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25" name="Oval 16">
            <a:extLst>
              <a:ext uri="{FF2B5EF4-FFF2-40B4-BE49-F238E27FC236}">
                <a16:creationId xmlns:a16="http://schemas.microsoft.com/office/drawing/2014/main" id="{E9C3EA4E-5157-2D00-C022-D788F6BAAFD9}"/>
              </a:ext>
            </a:extLst>
          </p:cNvPr>
          <p:cNvSpPr/>
          <p:nvPr/>
        </p:nvSpPr>
        <p:spPr>
          <a:xfrm>
            <a:off x="496236" y="1019171"/>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pic>
        <p:nvPicPr>
          <p:cNvPr id="28" name="Imagem 27">
            <a:extLst>
              <a:ext uri="{FF2B5EF4-FFF2-40B4-BE49-F238E27FC236}">
                <a16:creationId xmlns:a16="http://schemas.microsoft.com/office/drawing/2014/main" id="{5EB78980-D458-0348-3AF6-3AF28000042F}"/>
              </a:ext>
            </a:extLst>
          </p:cNvPr>
          <p:cNvPicPr>
            <a:picLocks noChangeAspect="1"/>
          </p:cNvPicPr>
          <p:nvPr/>
        </p:nvPicPr>
        <p:blipFill>
          <a:blip r:embed="rId3"/>
          <a:srcRect/>
          <a:stretch/>
        </p:blipFill>
        <p:spPr>
          <a:xfrm>
            <a:off x="612053" y="629754"/>
            <a:ext cx="154445" cy="193056"/>
          </a:xfrm>
          <a:prstGeom prst="rect">
            <a:avLst/>
          </a:prstGeom>
        </p:spPr>
      </p:pic>
      <p:sp>
        <p:nvSpPr>
          <p:cNvPr id="31" name="Google Shape;2223;p100">
            <a:extLst>
              <a:ext uri="{FF2B5EF4-FFF2-40B4-BE49-F238E27FC236}">
                <a16:creationId xmlns:a16="http://schemas.microsoft.com/office/drawing/2014/main" id="{04B377FE-5C88-28C4-0306-26F4B816E6A3}"/>
              </a:ext>
            </a:extLst>
          </p:cNvPr>
          <p:cNvSpPr>
            <a:spLocks/>
          </p:cNvSpPr>
          <p:nvPr/>
        </p:nvSpPr>
        <p:spPr>
          <a:xfrm>
            <a:off x="566403" y="1102908"/>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2" name="Retângulo 1">
            <a:extLst>
              <a:ext uri="{FF2B5EF4-FFF2-40B4-BE49-F238E27FC236}">
                <a16:creationId xmlns:a16="http://schemas.microsoft.com/office/drawing/2014/main" id="{DD5DDE8C-9544-C520-8799-31F48617ED56}"/>
              </a:ext>
            </a:extLst>
          </p:cNvPr>
          <p:cNvSpPr/>
          <p:nvPr/>
        </p:nvSpPr>
        <p:spPr>
          <a:xfrm>
            <a:off x="0" y="3935838"/>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dirty="0"/>
          </a:p>
        </p:txBody>
      </p:sp>
      <p:sp>
        <p:nvSpPr>
          <p:cNvPr id="13" name="CaixaDeTexto 12">
            <a:extLst>
              <a:ext uri="{FF2B5EF4-FFF2-40B4-BE49-F238E27FC236}">
                <a16:creationId xmlns:a16="http://schemas.microsoft.com/office/drawing/2014/main" id="{C76F5200-B8E5-2815-954F-70FF98CD2E55}"/>
              </a:ext>
            </a:extLst>
          </p:cNvPr>
          <p:cNvSpPr txBox="1"/>
          <p:nvPr/>
        </p:nvSpPr>
        <p:spPr>
          <a:xfrm>
            <a:off x="926212" y="4592235"/>
            <a:ext cx="9741787" cy="1600438"/>
          </a:xfrm>
          <a:prstGeom prst="rect">
            <a:avLst/>
          </a:prstGeom>
          <a:noFill/>
          <a:ln>
            <a:noFill/>
          </a:ln>
        </p:spPr>
        <p:txBody>
          <a:bodyPr wrap="square" lIns="60960" tIns="30480" rIns="60960" bIns="30480" anchor="t">
            <a:spAutoFit/>
          </a:bodyPr>
          <a:lstStyle/>
          <a:p>
            <a:r>
              <a:rPr lang="pt-BR" sz="1000" b="1" dirty="0">
                <a:latin typeface="Poppins" panose="00000500000000000000" pitchFamily="2" charset="0"/>
                <a:cs typeface="Poppins" panose="00000500000000000000" pitchFamily="2" charset="0"/>
              </a:rPr>
              <a:t>Orientações: </a:t>
            </a:r>
            <a:r>
              <a:rPr lang="pt-BR" sz="1000" dirty="0">
                <a:latin typeface="Poppins" panose="00000500000000000000" pitchFamily="2" charset="0"/>
                <a:cs typeface="Poppins" panose="00000500000000000000" pitchFamily="2" charset="0"/>
              </a:rPr>
              <a:t>responder ao quiz. Há apenas uma alternativa correta.</a:t>
            </a:r>
          </a:p>
          <a:p>
            <a:pPr>
              <a:buClrTx/>
              <a:defRPr/>
            </a:pPr>
            <a:endParaRPr lang="pt-BR" sz="1000" b="1" dirty="0">
              <a:latin typeface="Poppins" panose="00000500000000000000" pitchFamily="2" charset="0"/>
              <a:cs typeface="Poppins" panose="00000500000000000000" pitchFamily="2" charset="0"/>
            </a:endParaRPr>
          </a:p>
          <a:p>
            <a:pPr defTabSz="609630">
              <a:buClrTx/>
              <a:defRPr/>
            </a:pPr>
            <a:endParaRPr lang="pt-BR" sz="1000" b="1" dirty="0">
              <a:latin typeface="Poppins" panose="00000500000000000000" pitchFamily="2" charset="0"/>
              <a:cs typeface="Poppins" panose="00000500000000000000" pitchFamily="2" charset="0"/>
            </a:endParaRPr>
          </a:p>
          <a:p>
            <a:pPr defTabSz="609630">
              <a:buClrTx/>
              <a:defRPr/>
            </a:pPr>
            <a:r>
              <a:rPr lang="pt-BR" sz="1000" b="1" dirty="0">
                <a:latin typeface="Poppins" panose="00000500000000000000" pitchFamily="2" charset="0"/>
                <a:cs typeface="Poppins" panose="00000500000000000000" pitchFamily="2" charset="0"/>
              </a:rPr>
              <a:t>Tempo previsto</a:t>
            </a:r>
            <a:r>
              <a:rPr lang="pt-BR" sz="1000" dirty="0">
                <a:latin typeface="Poppins" panose="00000500000000000000" pitchFamily="2" charset="0"/>
                <a:cs typeface="Poppins" panose="00000500000000000000" pitchFamily="2" charset="0"/>
              </a:rPr>
              <a:t>: 2 minutos.</a:t>
            </a:r>
          </a:p>
          <a:p>
            <a:pPr defTabSz="609630">
              <a:buClrTx/>
              <a:defRPr/>
            </a:pPr>
            <a:endParaRPr lang="pt-BR" sz="1000" dirty="0">
              <a:latin typeface="Poppins" panose="00000500000000000000" pitchFamily="2" charset="0"/>
              <a:cs typeface="Poppins" panose="00000500000000000000" pitchFamily="2" charset="0"/>
            </a:endParaRPr>
          </a:p>
          <a:p>
            <a:pPr defTabSz="609630">
              <a:buClrTx/>
              <a:defRPr/>
            </a:pPr>
            <a:endParaRPr lang="pt-BR" sz="1000" dirty="0">
              <a:latin typeface="Poppins" panose="00000500000000000000" pitchFamily="2" charset="0"/>
              <a:cs typeface="Poppins" panose="00000500000000000000" pitchFamily="2" charset="0"/>
            </a:endParaRPr>
          </a:p>
          <a:p>
            <a:pPr defTabSz="609630">
              <a:buClrTx/>
              <a:defRPr/>
            </a:pPr>
            <a:r>
              <a:rPr lang="pt-BR" sz="1000" b="1" dirty="0">
                <a:solidFill>
                  <a:schemeClr val="tx1"/>
                </a:solidFill>
                <a:latin typeface="Poppins" panose="00000500000000000000" pitchFamily="2" charset="0"/>
                <a:cs typeface="Poppins" panose="00000500000000000000" pitchFamily="2" charset="0"/>
              </a:rPr>
              <a:t>Pergunta: </a:t>
            </a:r>
            <a:r>
              <a:rPr lang="pt-BR" sz="1000" dirty="0">
                <a:solidFill>
                  <a:schemeClr val="tx1"/>
                </a:solidFill>
                <a:latin typeface="Poppins" panose="00000500000000000000" pitchFamily="2" charset="0"/>
                <a:cs typeface="Poppins" panose="00000500000000000000" pitchFamily="2" charset="0"/>
              </a:rPr>
              <a:t>Qual protocolo é usado quando a prioridade é transmitir dados rapidamente, mesmo que alguns pacotes se percam no caminho?</a:t>
            </a:r>
          </a:p>
          <a:p>
            <a:pPr defTabSz="609630">
              <a:buClrTx/>
              <a:defRPr/>
            </a:pPr>
            <a:r>
              <a:rPr lang="pt-BR" sz="1000" b="1" dirty="0">
                <a:solidFill>
                  <a:schemeClr val="tx1"/>
                </a:solidFill>
                <a:latin typeface="Poppins" panose="00000500000000000000" pitchFamily="2" charset="0"/>
                <a:cs typeface="Poppins" panose="00000500000000000000" pitchFamily="2" charset="0"/>
              </a:rPr>
              <a:t>Resposta correta: </a:t>
            </a:r>
            <a:r>
              <a:rPr lang="pt-BR" sz="1000" dirty="0">
                <a:solidFill>
                  <a:schemeClr val="tx1"/>
                </a:solidFill>
                <a:latin typeface="Poppins" panose="00000500000000000000" pitchFamily="2" charset="0"/>
                <a:cs typeface="Poppins" panose="00000500000000000000" pitchFamily="2" charset="0"/>
              </a:rPr>
              <a:t>UDP</a:t>
            </a:r>
          </a:p>
          <a:p>
            <a:pPr defTabSz="609630">
              <a:buClrTx/>
              <a:defRPr/>
            </a:pPr>
            <a:r>
              <a:rPr lang="pt-BR" sz="1000" b="1" dirty="0">
                <a:solidFill>
                  <a:schemeClr val="tx1"/>
                </a:solidFill>
                <a:latin typeface="Poppins" panose="00000500000000000000" pitchFamily="2" charset="0"/>
                <a:cs typeface="Poppins" panose="00000500000000000000" pitchFamily="2" charset="0"/>
              </a:rPr>
              <a:t>Feedback: </a:t>
            </a:r>
            <a:r>
              <a:rPr lang="pt-BR" sz="1000" dirty="0">
                <a:latin typeface="Poppins" panose="00000500000000000000" pitchFamily="2" charset="0"/>
                <a:cs typeface="Poppins" panose="00000500000000000000" pitchFamily="2" charset="0"/>
              </a:rPr>
              <a:t>o UDP prioriza a velocidade da transmissão, sem verificar se todos os pacotes chegaram. O TCP garante confiabilidade, o DNS traduz nomes em endereços e o IP identifica os dispositivos.</a:t>
            </a:r>
          </a:p>
        </p:txBody>
      </p:sp>
      <p:sp>
        <p:nvSpPr>
          <p:cNvPr id="14" name="CaixaDeTexto 13">
            <a:extLst>
              <a:ext uri="{FF2B5EF4-FFF2-40B4-BE49-F238E27FC236}">
                <a16:creationId xmlns:a16="http://schemas.microsoft.com/office/drawing/2014/main" id="{94E7F4D8-8D8A-6C41-96C8-E2BC9587A222}"/>
              </a:ext>
            </a:extLst>
          </p:cNvPr>
          <p:cNvSpPr txBox="1"/>
          <p:nvPr/>
        </p:nvSpPr>
        <p:spPr>
          <a:xfrm>
            <a:off x="970280" y="3949238"/>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a:cs typeface="Poppins"/>
              </a:rPr>
              <a:t>Slides 13 e 14</a:t>
            </a:r>
          </a:p>
        </p:txBody>
      </p:sp>
      <p:cxnSp>
        <p:nvCxnSpPr>
          <p:cNvPr id="26" name="Conector Reto 18">
            <a:extLst>
              <a:ext uri="{FF2B5EF4-FFF2-40B4-BE49-F238E27FC236}">
                <a16:creationId xmlns:a16="http://schemas.microsoft.com/office/drawing/2014/main" id="{D4ECE921-664F-C5D8-CB13-F4B4B6D40BF7}"/>
              </a:ext>
            </a:extLst>
          </p:cNvPr>
          <p:cNvCxnSpPr>
            <a:cxnSpLocks/>
          </p:cNvCxnSpPr>
          <p:nvPr/>
        </p:nvCxnSpPr>
        <p:spPr>
          <a:xfrm flipV="1">
            <a:off x="689275" y="4206886"/>
            <a:ext cx="0" cy="2147620"/>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7" name="Oval 19">
            <a:extLst>
              <a:ext uri="{FF2B5EF4-FFF2-40B4-BE49-F238E27FC236}">
                <a16:creationId xmlns:a16="http://schemas.microsoft.com/office/drawing/2014/main" id="{E58F82B6-35FF-BCDB-D7C3-84D344E0CCCB}"/>
              </a:ext>
            </a:extLst>
          </p:cNvPr>
          <p:cNvSpPr/>
          <p:nvPr/>
        </p:nvSpPr>
        <p:spPr>
          <a:xfrm>
            <a:off x="496236" y="4500793"/>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30" name="Oval 20">
            <a:extLst>
              <a:ext uri="{FF2B5EF4-FFF2-40B4-BE49-F238E27FC236}">
                <a16:creationId xmlns:a16="http://schemas.microsoft.com/office/drawing/2014/main" id="{D020F54A-6E97-7AB6-144E-694BF934086B}"/>
              </a:ext>
            </a:extLst>
          </p:cNvPr>
          <p:cNvSpPr/>
          <p:nvPr/>
        </p:nvSpPr>
        <p:spPr>
          <a:xfrm>
            <a:off x="496236" y="4980350"/>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33" name="Google Shape;2216;p100">
            <a:extLst>
              <a:ext uri="{FF2B5EF4-FFF2-40B4-BE49-F238E27FC236}">
                <a16:creationId xmlns:a16="http://schemas.microsoft.com/office/drawing/2014/main" id="{857B680D-C15F-3C99-DDC1-B2F96C5CDEA2}"/>
              </a:ext>
            </a:extLst>
          </p:cNvPr>
          <p:cNvSpPr/>
          <p:nvPr/>
        </p:nvSpPr>
        <p:spPr>
          <a:xfrm>
            <a:off x="570658" y="4597886"/>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pic>
        <p:nvPicPr>
          <p:cNvPr id="35" name="Imagem 34">
            <a:extLst>
              <a:ext uri="{FF2B5EF4-FFF2-40B4-BE49-F238E27FC236}">
                <a16:creationId xmlns:a16="http://schemas.microsoft.com/office/drawing/2014/main" id="{0B8B348C-FCA8-C331-0E49-802456B937F9}"/>
              </a:ext>
            </a:extLst>
          </p:cNvPr>
          <p:cNvPicPr>
            <a:picLocks noChangeAspect="1"/>
          </p:cNvPicPr>
          <p:nvPr/>
        </p:nvPicPr>
        <p:blipFill>
          <a:blip r:embed="rId3"/>
          <a:srcRect/>
          <a:stretch/>
        </p:blipFill>
        <p:spPr>
          <a:xfrm>
            <a:off x="612053" y="5069980"/>
            <a:ext cx="154445" cy="193056"/>
          </a:xfrm>
          <a:prstGeom prst="rect">
            <a:avLst/>
          </a:prstGeom>
        </p:spPr>
      </p:pic>
      <p:sp>
        <p:nvSpPr>
          <p:cNvPr id="6" name="Oval 16">
            <a:extLst>
              <a:ext uri="{FF2B5EF4-FFF2-40B4-BE49-F238E27FC236}">
                <a16:creationId xmlns:a16="http://schemas.microsoft.com/office/drawing/2014/main" id="{89749481-EED8-FDD3-3E5C-D2DA0ED90B1D}"/>
              </a:ext>
            </a:extLst>
          </p:cNvPr>
          <p:cNvSpPr/>
          <p:nvPr/>
        </p:nvSpPr>
        <p:spPr>
          <a:xfrm>
            <a:off x="496236" y="1516215"/>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sp>
        <p:nvSpPr>
          <p:cNvPr id="7" name="Google Shape;2237;p100">
            <a:extLst>
              <a:ext uri="{FF2B5EF4-FFF2-40B4-BE49-F238E27FC236}">
                <a16:creationId xmlns:a16="http://schemas.microsoft.com/office/drawing/2014/main" id="{00EB547F-9893-B8DA-BE63-C97398CA5C63}"/>
              </a:ext>
            </a:extLst>
          </p:cNvPr>
          <p:cNvSpPr/>
          <p:nvPr/>
        </p:nvSpPr>
        <p:spPr>
          <a:xfrm>
            <a:off x="548493" y="1560696"/>
            <a:ext cx="281565" cy="305087"/>
          </a:xfrm>
          <a:custGeom>
            <a:avLst/>
            <a:gdLst/>
            <a:ahLst/>
            <a:cxnLst/>
            <a:rect l="l" t="t" r="r" b="b"/>
            <a:pathLst>
              <a:path w="457200" h="495395" extrusionOk="0">
                <a:moveTo>
                  <a:pt x="266700" y="95"/>
                </a:moveTo>
                <a:cubicBezTo>
                  <a:pt x="162973" y="95"/>
                  <a:pt x="78391" y="83439"/>
                  <a:pt x="76200" y="186690"/>
                </a:cubicBezTo>
                <a:cubicBezTo>
                  <a:pt x="65532" y="197453"/>
                  <a:pt x="25241" y="238220"/>
                  <a:pt x="8573" y="254984"/>
                </a:cubicBezTo>
                <a:cubicBezTo>
                  <a:pt x="95" y="263557"/>
                  <a:pt x="-2286" y="275749"/>
                  <a:pt x="2286" y="286893"/>
                </a:cubicBezTo>
                <a:cubicBezTo>
                  <a:pt x="6858" y="297942"/>
                  <a:pt x="17145" y="304895"/>
                  <a:pt x="29147" y="304895"/>
                </a:cubicBezTo>
                <a:lnTo>
                  <a:pt x="57055" y="304895"/>
                </a:lnTo>
                <a:lnTo>
                  <a:pt x="57055" y="390620"/>
                </a:lnTo>
                <a:cubicBezTo>
                  <a:pt x="57055" y="416909"/>
                  <a:pt x="78391" y="438245"/>
                  <a:pt x="104680" y="438245"/>
                </a:cubicBezTo>
                <a:lnTo>
                  <a:pt x="171355" y="438245"/>
                </a:lnTo>
                <a:lnTo>
                  <a:pt x="171355" y="485870"/>
                </a:lnTo>
                <a:cubicBezTo>
                  <a:pt x="171355" y="491109"/>
                  <a:pt x="175641" y="495395"/>
                  <a:pt x="180880" y="495395"/>
                </a:cubicBezTo>
                <a:cubicBezTo>
                  <a:pt x="186119" y="495395"/>
                  <a:pt x="190405" y="491109"/>
                  <a:pt x="190405" y="485870"/>
                </a:cubicBezTo>
                <a:lnTo>
                  <a:pt x="190405" y="428720"/>
                </a:lnTo>
                <a:cubicBezTo>
                  <a:pt x="190405" y="423481"/>
                  <a:pt x="186119" y="419195"/>
                  <a:pt x="180880" y="419195"/>
                </a:cubicBezTo>
                <a:lnTo>
                  <a:pt x="104680" y="419195"/>
                </a:lnTo>
                <a:cubicBezTo>
                  <a:pt x="88964" y="419195"/>
                  <a:pt x="76105" y="406336"/>
                  <a:pt x="76105" y="390620"/>
                </a:cubicBezTo>
                <a:lnTo>
                  <a:pt x="76105" y="295370"/>
                </a:lnTo>
                <a:cubicBezTo>
                  <a:pt x="76105" y="290131"/>
                  <a:pt x="71819" y="285845"/>
                  <a:pt x="66580" y="285845"/>
                </a:cubicBezTo>
                <a:lnTo>
                  <a:pt x="29147" y="285845"/>
                </a:lnTo>
                <a:cubicBezTo>
                  <a:pt x="22955" y="285845"/>
                  <a:pt x="20479" y="281083"/>
                  <a:pt x="19907" y="279559"/>
                </a:cubicBezTo>
                <a:cubicBezTo>
                  <a:pt x="19336" y="278035"/>
                  <a:pt x="17621" y="272891"/>
                  <a:pt x="22098" y="268319"/>
                </a:cubicBezTo>
                <a:cubicBezTo>
                  <a:pt x="70866" y="219103"/>
                  <a:pt x="95250" y="193167"/>
                  <a:pt x="95250" y="190500"/>
                </a:cubicBezTo>
                <a:cubicBezTo>
                  <a:pt x="95250" y="96012"/>
                  <a:pt x="172117" y="19050"/>
                  <a:pt x="266700" y="19050"/>
                </a:cubicBezTo>
                <a:cubicBezTo>
                  <a:pt x="361283" y="19050"/>
                  <a:pt x="438150" y="96012"/>
                  <a:pt x="438150" y="190500"/>
                </a:cubicBezTo>
                <a:cubicBezTo>
                  <a:pt x="438150" y="233267"/>
                  <a:pt x="422243" y="274225"/>
                  <a:pt x="393287" y="305848"/>
                </a:cubicBezTo>
                <a:cubicBezTo>
                  <a:pt x="385382" y="314515"/>
                  <a:pt x="381000" y="325850"/>
                  <a:pt x="381000" y="337661"/>
                </a:cubicBezTo>
                <a:lnTo>
                  <a:pt x="381000" y="485680"/>
                </a:lnTo>
                <a:cubicBezTo>
                  <a:pt x="381000" y="490918"/>
                  <a:pt x="385286" y="495205"/>
                  <a:pt x="390525" y="495205"/>
                </a:cubicBezTo>
                <a:cubicBezTo>
                  <a:pt x="395764" y="495205"/>
                  <a:pt x="400050" y="490918"/>
                  <a:pt x="400050" y="485680"/>
                </a:cubicBezTo>
                <a:lnTo>
                  <a:pt x="400050" y="337661"/>
                </a:lnTo>
                <a:cubicBezTo>
                  <a:pt x="400050" y="330613"/>
                  <a:pt x="402622" y="323850"/>
                  <a:pt x="407384" y="318706"/>
                </a:cubicBezTo>
                <a:cubicBezTo>
                  <a:pt x="439484" y="283464"/>
                  <a:pt x="457200" y="237934"/>
                  <a:pt x="457200" y="190500"/>
                </a:cubicBezTo>
                <a:cubicBezTo>
                  <a:pt x="457200" y="85439"/>
                  <a:pt x="371761" y="0"/>
                  <a:pt x="266700" y="0"/>
                </a:cubicBezTo>
                <a:close/>
                <a:moveTo>
                  <a:pt x="266700" y="95345"/>
                </a:moveTo>
                <a:cubicBezTo>
                  <a:pt x="214217" y="95345"/>
                  <a:pt x="171450" y="138113"/>
                  <a:pt x="171450" y="190595"/>
                </a:cubicBezTo>
                <a:cubicBezTo>
                  <a:pt x="171450" y="217360"/>
                  <a:pt x="182880" y="243078"/>
                  <a:pt x="202692" y="261080"/>
                </a:cubicBezTo>
                <a:cubicBezTo>
                  <a:pt x="207074" y="265081"/>
                  <a:pt x="209550" y="270224"/>
                  <a:pt x="209550" y="275653"/>
                </a:cubicBezTo>
                <a:lnTo>
                  <a:pt x="209550" y="323850"/>
                </a:lnTo>
                <a:cubicBezTo>
                  <a:pt x="209550" y="344900"/>
                  <a:pt x="226600" y="361950"/>
                  <a:pt x="247650" y="361950"/>
                </a:cubicBezTo>
                <a:lnTo>
                  <a:pt x="285750" y="361950"/>
                </a:lnTo>
                <a:cubicBezTo>
                  <a:pt x="306800" y="361950"/>
                  <a:pt x="323850" y="344900"/>
                  <a:pt x="323850" y="323850"/>
                </a:cubicBezTo>
                <a:lnTo>
                  <a:pt x="323850" y="275653"/>
                </a:lnTo>
                <a:cubicBezTo>
                  <a:pt x="323850" y="270224"/>
                  <a:pt x="326327" y="265081"/>
                  <a:pt x="330708" y="261080"/>
                </a:cubicBezTo>
                <a:cubicBezTo>
                  <a:pt x="350520" y="243078"/>
                  <a:pt x="361950" y="217360"/>
                  <a:pt x="361950" y="190595"/>
                </a:cubicBezTo>
                <a:cubicBezTo>
                  <a:pt x="361950" y="138113"/>
                  <a:pt x="319183" y="95345"/>
                  <a:pt x="266700" y="95345"/>
                </a:cubicBezTo>
                <a:close/>
                <a:moveTo>
                  <a:pt x="304800" y="323945"/>
                </a:moveTo>
                <a:cubicBezTo>
                  <a:pt x="304800" y="334423"/>
                  <a:pt x="296228" y="342995"/>
                  <a:pt x="285750" y="342995"/>
                </a:cubicBezTo>
                <a:lnTo>
                  <a:pt x="247650" y="342995"/>
                </a:lnTo>
                <a:cubicBezTo>
                  <a:pt x="237173" y="342995"/>
                  <a:pt x="228600" y="334423"/>
                  <a:pt x="228600" y="323945"/>
                </a:cubicBezTo>
                <a:lnTo>
                  <a:pt x="228600" y="304895"/>
                </a:lnTo>
                <a:lnTo>
                  <a:pt x="304800" y="304895"/>
                </a:lnTo>
                <a:lnTo>
                  <a:pt x="304800" y="323945"/>
                </a:lnTo>
                <a:close/>
                <a:moveTo>
                  <a:pt x="317849" y="246983"/>
                </a:moveTo>
                <a:cubicBezTo>
                  <a:pt x="309563" y="254508"/>
                  <a:pt x="304800" y="264985"/>
                  <a:pt x="304800" y="275653"/>
                </a:cubicBezTo>
                <a:lnTo>
                  <a:pt x="304800" y="285750"/>
                </a:lnTo>
                <a:lnTo>
                  <a:pt x="276225" y="285750"/>
                </a:lnTo>
                <a:lnTo>
                  <a:pt x="276225" y="203930"/>
                </a:lnTo>
                <a:lnTo>
                  <a:pt x="285750" y="194405"/>
                </a:lnTo>
                <a:lnTo>
                  <a:pt x="298037" y="206692"/>
                </a:lnTo>
                <a:cubicBezTo>
                  <a:pt x="299942" y="208597"/>
                  <a:pt x="302324" y="209455"/>
                  <a:pt x="304800" y="209455"/>
                </a:cubicBezTo>
                <a:cubicBezTo>
                  <a:pt x="307277" y="209455"/>
                  <a:pt x="309658" y="208502"/>
                  <a:pt x="311563" y="206692"/>
                </a:cubicBezTo>
                <a:cubicBezTo>
                  <a:pt x="315278" y="202978"/>
                  <a:pt x="315278" y="196977"/>
                  <a:pt x="311563" y="193262"/>
                </a:cubicBezTo>
                <a:lnTo>
                  <a:pt x="292513" y="174212"/>
                </a:lnTo>
                <a:cubicBezTo>
                  <a:pt x="288798" y="170497"/>
                  <a:pt x="282797" y="170497"/>
                  <a:pt x="279083" y="174212"/>
                </a:cubicBezTo>
                <a:lnTo>
                  <a:pt x="266795" y="186500"/>
                </a:lnTo>
                <a:lnTo>
                  <a:pt x="254508" y="174212"/>
                </a:lnTo>
                <a:cubicBezTo>
                  <a:pt x="250793" y="170497"/>
                  <a:pt x="244793" y="170497"/>
                  <a:pt x="241078" y="174212"/>
                </a:cubicBezTo>
                <a:lnTo>
                  <a:pt x="222028" y="193262"/>
                </a:lnTo>
                <a:cubicBezTo>
                  <a:pt x="218313" y="196977"/>
                  <a:pt x="218313" y="202978"/>
                  <a:pt x="222028" y="206692"/>
                </a:cubicBezTo>
                <a:cubicBezTo>
                  <a:pt x="225743" y="210407"/>
                  <a:pt x="231743" y="210407"/>
                  <a:pt x="235458" y="206692"/>
                </a:cubicBezTo>
                <a:lnTo>
                  <a:pt x="247745" y="194405"/>
                </a:lnTo>
                <a:lnTo>
                  <a:pt x="257270" y="203930"/>
                </a:lnTo>
                <a:lnTo>
                  <a:pt x="257270" y="285750"/>
                </a:lnTo>
                <a:lnTo>
                  <a:pt x="228695" y="285750"/>
                </a:lnTo>
                <a:lnTo>
                  <a:pt x="228695" y="275653"/>
                </a:lnTo>
                <a:cubicBezTo>
                  <a:pt x="228695" y="264985"/>
                  <a:pt x="223933" y="254508"/>
                  <a:pt x="215551" y="246983"/>
                </a:cubicBezTo>
                <a:cubicBezTo>
                  <a:pt x="199644" y="232600"/>
                  <a:pt x="190595" y="212026"/>
                  <a:pt x="190595" y="190595"/>
                </a:cubicBezTo>
                <a:cubicBezTo>
                  <a:pt x="190595" y="148590"/>
                  <a:pt x="224790" y="114395"/>
                  <a:pt x="266795" y="114395"/>
                </a:cubicBezTo>
                <a:cubicBezTo>
                  <a:pt x="308801" y="114395"/>
                  <a:pt x="342995" y="148590"/>
                  <a:pt x="342995" y="190595"/>
                </a:cubicBezTo>
                <a:cubicBezTo>
                  <a:pt x="342995" y="212026"/>
                  <a:pt x="333851" y="232600"/>
                  <a:pt x="317945" y="246983"/>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sp>
        <p:nvSpPr>
          <p:cNvPr id="9" name="Oval 8">
            <a:extLst>
              <a:ext uri="{FF2B5EF4-FFF2-40B4-BE49-F238E27FC236}">
                <a16:creationId xmlns:a16="http://schemas.microsoft.com/office/drawing/2014/main" id="{8BE2F6B6-17A5-B3BF-1105-AAC2F294DB66}"/>
              </a:ext>
            </a:extLst>
          </p:cNvPr>
          <p:cNvSpPr/>
          <p:nvPr/>
        </p:nvSpPr>
        <p:spPr>
          <a:xfrm>
            <a:off x="496236" y="5507038"/>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dirty="0"/>
          </a:p>
        </p:txBody>
      </p:sp>
      <p:pic>
        <p:nvPicPr>
          <p:cNvPr id="11" name="Gráfico 10">
            <a:extLst>
              <a:ext uri="{FF2B5EF4-FFF2-40B4-BE49-F238E27FC236}">
                <a16:creationId xmlns:a16="http://schemas.microsoft.com/office/drawing/2014/main" id="{A75BE4CC-D17F-AD50-E830-E6027A7FDC0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5262" y="5561159"/>
            <a:ext cx="208026" cy="266700"/>
          </a:xfrm>
          <a:prstGeom prst="rect">
            <a:avLst/>
          </a:prstGeom>
        </p:spPr>
      </p:pic>
    </p:spTree>
    <p:extLst>
      <p:ext uri="{BB962C8B-B14F-4D97-AF65-F5344CB8AC3E}">
        <p14:creationId xmlns:p14="http://schemas.microsoft.com/office/powerpoint/2010/main" val="7947416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F2740C8-C7E2-1053-F63E-AE09AABBEFB0}"/>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79774C0C-4DC2-FD8F-49B4-3C2FD9320904}"/>
              </a:ext>
            </a:extLst>
          </p:cNvPr>
          <p:cNvSpPr txBox="1"/>
          <p:nvPr/>
        </p:nvSpPr>
        <p:spPr>
          <a:xfrm>
            <a:off x="903382" y="1409126"/>
            <a:ext cx="10910663" cy="3754874"/>
          </a:xfrm>
          <a:prstGeom prst="rect">
            <a:avLst/>
          </a:prstGeom>
          <a:noFill/>
          <a:ln>
            <a:noFill/>
          </a:ln>
        </p:spPr>
        <p:txBody>
          <a:bodyPr wrap="square" lIns="60960" tIns="30480" rIns="60960" bIns="30480" anchor="t">
            <a:spAutoFit/>
          </a:bodyPr>
          <a:lstStyle/>
          <a:p>
            <a:r>
              <a:rPr lang="pt-BR" sz="1000" b="1" dirty="0">
                <a:latin typeface="Poppins" panose="00000500000000000000" pitchFamily="2" charset="0"/>
                <a:cs typeface="Poppins" panose="00000500000000000000" pitchFamily="2" charset="0"/>
              </a:rPr>
              <a:t>Orientações: </a:t>
            </a:r>
            <a:r>
              <a:rPr lang="pt-BR" sz="1000" kern="100" dirty="0">
                <a:latin typeface="Poppins" panose="00000500000000000000" pitchFamily="2" charset="0"/>
                <a:ea typeface="Aptos" panose="020B0004020202020204" pitchFamily="34" charset="0"/>
                <a:cs typeface="Poppins" panose="00000500000000000000" pitchFamily="2" charset="0"/>
              </a:rPr>
              <a:t>professor, a seção</a:t>
            </a:r>
            <a:r>
              <a:rPr lang="pt-BR" sz="1000" b="1" kern="100" dirty="0">
                <a:latin typeface="Poppins" panose="00000500000000000000" pitchFamily="2" charset="0"/>
                <a:ea typeface="Aptos" panose="020B0004020202020204" pitchFamily="34" charset="0"/>
                <a:cs typeface="Poppins" panose="00000500000000000000" pitchFamily="2" charset="0"/>
              </a:rPr>
              <a:t> Colocando em prática</a:t>
            </a:r>
            <a:r>
              <a:rPr lang="pt-BR" sz="1000" kern="100" dirty="0">
                <a:latin typeface="Poppins" panose="00000500000000000000" pitchFamily="2" charset="0"/>
                <a:ea typeface="Aptos" panose="020B0004020202020204" pitchFamily="34" charset="0"/>
                <a:cs typeface="Poppins" panose="00000500000000000000" pitchFamily="2" charset="0"/>
              </a:rPr>
              <a:t> tem como objetivo aplicar os conhecimentos construídos durante a aula, incentivando os estudantes a pensar criticamente e de forma prática. </a:t>
            </a:r>
          </a:p>
          <a:p>
            <a:pPr rtl="0" fontAlgn="base"/>
            <a:endParaRPr lang="pt-BR" sz="1000" b="1" dirty="0">
              <a:latin typeface="Poppins" panose="00000500000000000000" pitchFamily="2" charset="0"/>
              <a:cs typeface="Poppins" panose="00000500000000000000" pitchFamily="2" charset="0"/>
            </a:endParaRPr>
          </a:p>
          <a:p>
            <a:pPr rtl="0" fontAlgn="base"/>
            <a:r>
              <a:rPr lang="pt-BR" sz="1000" b="1" dirty="0">
                <a:latin typeface="Poppins" panose="00000500000000000000" pitchFamily="2" charset="0"/>
                <a:cs typeface="Poppins" panose="00000500000000000000" pitchFamily="2" charset="0"/>
              </a:rPr>
              <a:t>Tempo previsto:</a:t>
            </a:r>
            <a:r>
              <a:rPr lang="pt-BR" sz="1000" dirty="0">
                <a:latin typeface="Poppins" panose="00000500000000000000" pitchFamily="2" charset="0"/>
                <a:cs typeface="Poppins" panose="00000500000000000000" pitchFamily="2" charset="0"/>
              </a:rPr>
              <a:t> 18 minutos.</a:t>
            </a:r>
          </a:p>
          <a:p>
            <a:pPr marL="230400"/>
            <a:endParaRPr lang="pt-BR" sz="1000"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Gestão de sala de aula:</a:t>
            </a:r>
            <a:r>
              <a:rPr lang="pt-BR" sz="1000" dirty="0">
                <a:latin typeface="Poppins" panose="00000500000000000000" pitchFamily="2" charset="0"/>
                <a:cs typeface="Poppins" panose="00000500000000000000" pitchFamily="2" charset="0"/>
              </a:rPr>
              <a:t> </a:t>
            </a:r>
            <a:r>
              <a:rPr lang="pt-BR" sz="1000" b="1" dirty="0">
                <a:latin typeface="Poppins" panose="00000500000000000000" pitchFamily="2" charset="0"/>
                <a:cs typeface="Poppins" panose="00000500000000000000" pitchFamily="2" charset="0"/>
              </a:rPr>
              <a:t>Introdução (2 minutos): </a:t>
            </a:r>
            <a:r>
              <a:rPr lang="pt-BR" sz="1000" dirty="0">
                <a:latin typeface="Poppins" panose="00000500000000000000" pitchFamily="2" charset="0"/>
                <a:cs typeface="Poppins" panose="00000500000000000000" pitchFamily="2" charset="0"/>
              </a:rPr>
              <a:t>apresente o cenário: em uma empresa, diferentes serviços dependem de protocolos específicos. A equipe de TI precisa saber identificar </a:t>
            </a:r>
            <a:r>
              <a:rPr lang="pt-BR" sz="1000" b="1" dirty="0">
                <a:latin typeface="Poppins" panose="00000500000000000000" pitchFamily="2" charset="0"/>
                <a:cs typeface="Poppins" panose="00000500000000000000" pitchFamily="2" charset="0"/>
              </a:rPr>
              <a:t>qual protocolo suporta melhor cada necessidade</a:t>
            </a:r>
            <a:r>
              <a:rPr lang="pt-BR" sz="1000" dirty="0">
                <a:latin typeface="Poppins" panose="00000500000000000000" pitchFamily="2" charset="0"/>
                <a:cs typeface="Poppins" panose="00000500000000000000" pitchFamily="2" charset="0"/>
              </a:rPr>
              <a:t>, garantindo que a comunicação seja eficiente.</a:t>
            </a:r>
            <a:endParaRPr lang="pt-BR" sz="1000" b="1" dirty="0">
              <a:latin typeface="Poppins" panose="00000500000000000000" pitchFamily="2" charset="0"/>
              <a:cs typeface="Poppins" panose="00000500000000000000" pitchFamily="2" charset="0"/>
            </a:endParaRPr>
          </a:p>
          <a:p>
            <a:endParaRPr lang="pt-BR" sz="1000" b="1" dirty="0">
              <a:latin typeface="Poppins" panose="00000500000000000000" pitchFamily="2" charset="0"/>
              <a:cs typeface="Poppins" panose="00000500000000000000" pitchFamily="2" charset="0"/>
            </a:endParaRPr>
          </a:p>
          <a:p>
            <a:endParaRPr lang="pt-BR" sz="1000" b="1"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Condução da dinâmica: </a:t>
            </a:r>
          </a:p>
          <a:p>
            <a:r>
              <a:rPr lang="pt-BR" sz="1000" b="1" dirty="0">
                <a:latin typeface="Poppins" panose="00000500000000000000" pitchFamily="2" charset="0"/>
                <a:cs typeface="Poppins" panose="00000500000000000000" pitchFamily="2" charset="0"/>
              </a:rPr>
              <a:t>Atividade em duplas (12 minutos):</a:t>
            </a:r>
          </a:p>
          <a:p>
            <a:r>
              <a:rPr lang="pt-BR" sz="1000" dirty="0">
                <a:latin typeface="Poppins" panose="00000500000000000000" pitchFamily="2" charset="0"/>
                <a:cs typeface="Poppins" panose="00000500000000000000" pitchFamily="2" charset="0"/>
              </a:rPr>
              <a:t>Os alunos devem analisar os três cenários propostos e associar cada um ao protocolo correto.</a:t>
            </a:r>
            <a:br>
              <a:rPr lang="pt-BR" sz="1000" dirty="0">
                <a:latin typeface="Poppins" panose="00000500000000000000" pitchFamily="2" charset="0"/>
                <a:cs typeface="Poppins" panose="00000500000000000000" pitchFamily="2" charset="0"/>
              </a:rPr>
            </a:br>
            <a:r>
              <a:rPr lang="pt-BR" sz="1000" dirty="0">
                <a:latin typeface="Poppins" panose="00000500000000000000" pitchFamily="2" charset="0"/>
                <a:cs typeface="Poppins" panose="00000500000000000000" pitchFamily="2" charset="0"/>
              </a:rPr>
              <a:t>Oriente-os a escrever as justificativas, destacando a </a:t>
            </a:r>
            <a:r>
              <a:rPr lang="pt-BR" sz="1000" b="1" dirty="0">
                <a:latin typeface="Poppins" panose="00000500000000000000" pitchFamily="2" charset="0"/>
                <a:cs typeface="Poppins" panose="00000500000000000000" pitchFamily="2" charset="0"/>
              </a:rPr>
              <a:t>característica central</a:t>
            </a:r>
            <a:r>
              <a:rPr lang="pt-BR" sz="1000" dirty="0">
                <a:latin typeface="Poppins" panose="00000500000000000000" pitchFamily="2" charset="0"/>
                <a:cs typeface="Poppins" panose="00000500000000000000" pitchFamily="2" charset="0"/>
              </a:rPr>
              <a:t> de cada protocolo (confiabilidade, velocidade, tradução de nomes).</a:t>
            </a:r>
            <a:br>
              <a:rPr lang="pt-BR" sz="1000" dirty="0">
                <a:latin typeface="Poppins" panose="00000500000000000000" pitchFamily="2" charset="0"/>
                <a:cs typeface="Poppins" panose="00000500000000000000" pitchFamily="2" charset="0"/>
              </a:rPr>
            </a:br>
            <a:r>
              <a:rPr lang="pt-BR" sz="1000" dirty="0">
                <a:latin typeface="Poppins" panose="00000500000000000000" pitchFamily="2" charset="0"/>
                <a:cs typeface="Poppins" panose="00000500000000000000" pitchFamily="2" charset="0"/>
              </a:rPr>
              <a:t>Os alunos devem trabalhar em duplas, discutir as opções e justificar suas respostas.</a:t>
            </a:r>
            <a:br>
              <a:rPr lang="pt-BR" sz="1000" dirty="0">
                <a:latin typeface="Poppins" panose="00000500000000000000" pitchFamily="2" charset="0"/>
                <a:cs typeface="Poppins" panose="00000500000000000000" pitchFamily="2" charset="0"/>
              </a:rPr>
            </a:br>
            <a:r>
              <a:rPr lang="pt-BR" sz="1000" dirty="0">
                <a:latin typeface="Poppins" panose="00000500000000000000" pitchFamily="2" charset="0"/>
                <a:cs typeface="Poppins" panose="00000500000000000000" pitchFamily="2" charset="0"/>
              </a:rPr>
              <a:t>Circule pela sala para observar e auxiliar nas discussões.</a:t>
            </a:r>
          </a:p>
          <a:p>
            <a:r>
              <a:rPr lang="pt-BR" sz="1000" b="1" dirty="0">
                <a:latin typeface="Poppins" panose="00000500000000000000" pitchFamily="2" charset="0"/>
                <a:cs typeface="Poppins" panose="00000500000000000000" pitchFamily="2" charset="0"/>
              </a:rPr>
              <a:t>Sorteio e apresentação das respostas</a:t>
            </a:r>
            <a:r>
              <a:rPr lang="pt-BR" sz="1000" dirty="0">
                <a:latin typeface="Poppins" panose="00000500000000000000" pitchFamily="2" charset="0"/>
                <a:cs typeface="Poppins" panose="00000500000000000000" pitchFamily="2" charset="0"/>
              </a:rPr>
              <a:t> </a:t>
            </a:r>
            <a:r>
              <a:rPr lang="pt-BR" sz="1000" b="1" dirty="0">
                <a:latin typeface="Poppins" panose="00000500000000000000" pitchFamily="2" charset="0"/>
                <a:cs typeface="Poppins" panose="00000500000000000000" pitchFamily="2" charset="0"/>
              </a:rPr>
              <a:t>(4 minutos):</a:t>
            </a:r>
          </a:p>
          <a:p>
            <a:r>
              <a:rPr lang="pt-BR" sz="1000" dirty="0">
                <a:latin typeface="Poppins" panose="00000500000000000000" pitchFamily="2" charset="0"/>
                <a:cs typeface="Poppins" panose="00000500000000000000" pitchFamily="2" charset="0"/>
              </a:rPr>
              <a:t>Escolha duas ou três duplas para compartilharem suas respostas oralmente. </a:t>
            </a:r>
          </a:p>
          <a:p>
            <a:endParaRPr lang="pt-BR" sz="1000" dirty="0">
              <a:latin typeface="Poppins" panose="00000500000000000000" pitchFamily="2" charset="0"/>
              <a:cs typeface="Poppins" panose="00000500000000000000" pitchFamily="2" charset="0"/>
            </a:endParaRPr>
          </a:p>
          <a:p>
            <a:r>
              <a:rPr lang="pt-BR" sz="1000" dirty="0">
                <a:latin typeface="Poppins" panose="00000500000000000000" pitchFamily="2" charset="0"/>
                <a:cs typeface="Poppins" panose="00000500000000000000" pitchFamily="2" charset="0"/>
              </a:rPr>
              <a:t>A Atividade deve ser </a:t>
            </a:r>
            <a:r>
              <a:rPr lang="pt-BR" sz="1000" b="1" dirty="0">
                <a:latin typeface="Poppins" panose="00000500000000000000" pitchFamily="2" charset="0"/>
                <a:cs typeface="Poppins" panose="00000500000000000000" pitchFamily="2" charset="0"/>
              </a:rPr>
              <a:t>entregue no AVA </a:t>
            </a:r>
            <a:r>
              <a:rPr lang="pt-BR" sz="1000" dirty="0">
                <a:latin typeface="Poppins" panose="00000500000000000000" pitchFamily="2" charset="0"/>
                <a:cs typeface="Poppins" panose="00000500000000000000" pitchFamily="2" charset="0"/>
              </a:rPr>
              <a:t>em um local indicado pelo professor.</a:t>
            </a:r>
          </a:p>
          <a:p>
            <a:endParaRPr lang="pt-BR" sz="1000" dirty="0">
              <a:solidFill>
                <a:schemeClr val="dk1"/>
              </a:solidFill>
              <a:latin typeface="Poppins" panose="00000500000000000000" pitchFamily="2" charset="0"/>
              <a:ea typeface="Calibri"/>
              <a:cs typeface="Poppins" panose="00000500000000000000" pitchFamily="2" charset="0"/>
              <a:sym typeface="Calibri"/>
            </a:endParaRPr>
          </a:p>
          <a:p>
            <a:r>
              <a:rPr lang="pt-BR" sz="1000" b="1" dirty="0">
                <a:latin typeface="Poppins" panose="00000500000000000000" pitchFamily="2" charset="0"/>
                <a:cs typeface="Poppins" panose="00000500000000000000" pitchFamily="2" charset="0"/>
              </a:rPr>
              <a:t>Expectativas de respostas:</a:t>
            </a:r>
            <a:endParaRPr lang="pt-BR" sz="1000" dirty="0">
              <a:latin typeface="Poppins" panose="00000500000000000000" pitchFamily="2" charset="0"/>
              <a:cs typeface="Poppins" panose="00000500000000000000" pitchFamily="2" charset="0"/>
            </a:endParaRPr>
          </a:p>
          <a:p>
            <a:pPr marL="228600" indent="-228600">
              <a:buFont typeface="+mj-lt"/>
              <a:buAutoNum type="arabicPeriod"/>
            </a:pPr>
            <a:r>
              <a:rPr lang="pt-BR" sz="1000" b="1" dirty="0">
                <a:latin typeface="Poppins" panose="00000500000000000000" pitchFamily="2" charset="0"/>
                <a:cs typeface="Poppins" panose="00000500000000000000" pitchFamily="2" charset="0"/>
              </a:rPr>
              <a:t>Reunião on-line em vídeo</a:t>
            </a:r>
            <a:r>
              <a:rPr lang="pt-BR" sz="1000" dirty="0">
                <a:latin typeface="Poppins" panose="00000500000000000000" pitchFamily="2" charset="0"/>
                <a:cs typeface="Poppins" panose="00000500000000000000" pitchFamily="2" charset="0"/>
              </a:rPr>
              <a:t> → </a:t>
            </a:r>
            <a:r>
              <a:rPr lang="pt-BR" sz="1000" b="1" dirty="0">
                <a:latin typeface="Poppins" panose="00000500000000000000" pitchFamily="2" charset="0"/>
                <a:cs typeface="Poppins" panose="00000500000000000000" pitchFamily="2" charset="0"/>
              </a:rPr>
              <a:t>UDP</a:t>
            </a:r>
            <a:r>
              <a:rPr lang="pt-BR" sz="1000" dirty="0">
                <a:latin typeface="Poppins" panose="00000500000000000000" pitchFamily="2" charset="0"/>
                <a:cs typeface="Poppins" panose="00000500000000000000" pitchFamily="2" charset="0"/>
              </a:rPr>
              <a:t>, porque a prioridade é manter a transmissão fluida e sem atrasos perceptíveis, mesmo com pequenas perdas de pacotes.</a:t>
            </a:r>
          </a:p>
          <a:p>
            <a:pPr marL="228600" indent="-228600">
              <a:buFont typeface="+mj-lt"/>
              <a:buAutoNum type="arabicPeriod"/>
            </a:pPr>
            <a:r>
              <a:rPr lang="pt-BR" sz="1000" b="1" dirty="0">
                <a:latin typeface="Poppins" panose="00000500000000000000" pitchFamily="2" charset="0"/>
                <a:cs typeface="Poppins" panose="00000500000000000000" pitchFamily="2" charset="0"/>
              </a:rPr>
              <a:t>Envio de relatórios financeiros</a:t>
            </a:r>
            <a:r>
              <a:rPr lang="pt-BR" sz="1000" dirty="0">
                <a:latin typeface="Poppins" panose="00000500000000000000" pitchFamily="2" charset="0"/>
                <a:cs typeface="Poppins" panose="00000500000000000000" pitchFamily="2" charset="0"/>
              </a:rPr>
              <a:t> → </a:t>
            </a:r>
            <a:r>
              <a:rPr lang="pt-BR" sz="1000" b="1" dirty="0">
                <a:latin typeface="Poppins" panose="00000500000000000000" pitchFamily="2" charset="0"/>
                <a:cs typeface="Poppins" panose="00000500000000000000" pitchFamily="2" charset="0"/>
              </a:rPr>
              <a:t>TCP</a:t>
            </a:r>
            <a:r>
              <a:rPr lang="pt-BR" sz="1000" dirty="0">
                <a:latin typeface="Poppins" panose="00000500000000000000" pitchFamily="2" charset="0"/>
                <a:cs typeface="Poppins" panose="00000500000000000000" pitchFamily="2" charset="0"/>
              </a:rPr>
              <a:t>, porque é indispensável que os arquivos cheguem completos, sem falhas ou perdas de informação.</a:t>
            </a:r>
          </a:p>
          <a:p>
            <a:pPr marL="228600" indent="-228600">
              <a:buFont typeface="+mj-lt"/>
              <a:buAutoNum type="arabicPeriod"/>
            </a:pPr>
            <a:r>
              <a:rPr lang="pt-BR" sz="1000" b="1" dirty="0">
                <a:latin typeface="Poppins" panose="00000500000000000000" pitchFamily="2" charset="0"/>
                <a:cs typeface="Poppins" panose="00000500000000000000" pitchFamily="2" charset="0"/>
              </a:rPr>
              <a:t>Acesso ao portal da empresa</a:t>
            </a:r>
            <a:r>
              <a:rPr lang="pt-BR" sz="1000" dirty="0">
                <a:latin typeface="Poppins" panose="00000500000000000000" pitchFamily="2" charset="0"/>
                <a:cs typeface="Poppins" panose="00000500000000000000" pitchFamily="2" charset="0"/>
              </a:rPr>
              <a:t> → </a:t>
            </a:r>
            <a:r>
              <a:rPr lang="pt-BR" sz="1000" b="1" dirty="0">
                <a:latin typeface="Poppins" panose="00000500000000000000" pitchFamily="2" charset="0"/>
                <a:cs typeface="Poppins" panose="00000500000000000000" pitchFamily="2" charset="0"/>
              </a:rPr>
              <a:t>DNS</a:t>
            </a:r>
            <a:r>
              <a:rPr lang="pt-BR" sz="1000" dirty="0">
                <a:latin typeface="Poppins" panose="00000500000000000000" pitchFamily="2" charset="0"/>
                <a:cs typeface="Poppins" panose="00000500000000000000" pitchFamily="2" charset="0"/>
              </a:rPr>
              <a:t>, porque traduz o nome digitado no navegador no endereço IP do servidor, facilitando o acesso de todos os funcionários.</a:t>
            </a:r>
          </a:p>
        </p:txBody>
      </p:sp>
      <p:sp>
        <p:nvSpPr>
          <p:cNvPr id="5" name="Retângulo 4">
            <a:extLst>
              <a:ext uri="{FF2B5EF4-FFF2-40B4-BE49-F238E27FC236}">
                <a16:creationId xmlns:a16="http://schemas.microsoft.com/office/drawing/2014/main" id="{7870682F-2F2D-3CE5-6BED-FBD72D16C1DD}"/>
              </a:ext>
            </a:extLst>
          </p:cNvPr>
          <p:cNvSpPr/>
          <p:nvPr/>
        </p:nvSpPr>
        <p:spPr>
          <a:xfrm>
            <a:off x="0" y="785592"/>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endParaRPr lang="pt-BR" dirty="0">
              <a:solidFill>
                <a:srgbClr val="FFFFFF"/>
              </a:solidFill>
              <a:latin typeface="Arial"/>
            </a:endParaRPr>
          </a:p>
        </p:txBody>
      </p:sp>
      <p:sp>
        <p:nvSpPr>
          <p:cNvPr id="6" name="CaixaDeTexto 5">
            <a:extLst>
              <a:ext uri="{FF2B5EF4-FFF2-40B4-BE49-F238E27FC236}">
                <a16:creationId xmlns:a16="http://schemas.microsoft.com/office/drawing/2014/main" id="{FF6AC6DC-F3D4-8E82-A636-FA4ED1FFCBFC}"/>
              </a:ext>
            </a:extLst>
          </p:cNvPr>
          <p:cNvSpPr txBox="1"/>
          <p:nvPr/>
        </p:nvSpPr>
        <p:spPr>
          <a:xfrm>
            <a:off x="985520" y="795752"/>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a:cs typeface="Poppins"/>
              </a:rPr>
              <a:t>Slide 15</a:t>
            </a:r>
            <a:endParaRPr lang="pt-BR" sz="3000" b="1" dirty="0">
              <a:solidFill>
                <a:schemeClr val="bg1"/>
              </a:solidFill>
              <a:latin typeface="Poppins" pitchFamily="2" charset="77"/>
              <a:cs typeface="Poppins" pitchFamily="2" charset="77"/>
            </a:endParaRPr>
          </a:p>
        </p:txBody>
      </p:sp>
      <p:cxnSp>
        <p:nvCxnSpPr>
          <p:cNvPr id="7" name="Conector Reto 6">
            <a:extLst>
              <a:ext uri="{FF2B5EF4-FFF2-40B4-BE49-F238E27FC236}">
                <a16:creationId xmlns:a16="http://schemas.microsoft.com/office/drawing/2014/main" id="{D69702BA-9972-5D52-3E74-9255CB7D6B18}"/>
              </a:ext>
            </a:extLst>
          </p:cNvPr>
          <p:cNvCxnSpPr>
            <a:cxnSpLocks/>
          </p:cNvCxnSpPr>
          <p:nvPr/>
        </p:nvCxnSpPr>
        <p:spPr>
          <a:xfrm flipV="1">
            <a:off x="690880" y="1036320"/>
            <a:ext cx="0" cy="4389120"/>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9" name="Oval 8">
            <a:extLst>
              <a:ext uri="{FF2B5EF4-FFF2-40B4-BE49-F238E27FC236}">
                <a16:creationId xmlns:a16="http://schemas.microsoft.com/office/drawing/2014/main" id="{9A457794-0DBC-79BA-B56A-2D4B5055CB12}"/>
              </a:ext>
            </a:extLst>
          </p:cNvPr>
          <p:cNvSpPr/>
          <p:nvPr/>
        </p:nvSpPr>
        <p:spPr>
          <a:xfrm>
            <a:off x="497840" y="4388831"/>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1" name="Oval 10">
            <a:extLst>
              <a:ext uri="{FF2B5EF4-FFF2-40B4-BE49-F238E27FC236}">
                <a16:creationId xmlns:a16="http://schemas.microsoft.com/office/drawing/2014/main" id="{E5283E0B-C76E-4ED9-740F-61D074FFE49B}"/>
              </a:ext>
            </a:extLst>
          </p:cNvPr>
          <p:cNvSpPr/>
          <p:nvPr/>
        </p:nvSpPr>
        <p:spPr>
          <a:xfrm>
            <a:off x="496895" y="2234752"/>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2" name="Oval 11">
            <a:extLst>
              <a:ext uri="{FF2B5EF4-FFF2-40B4-BE49-F238E27FC236}">
                <a16:creationId xmlns:a16="http://schemas.microsoft.com/office/drawing/2014/main" id="{A8C034D5-C549-5FDB-5F6B-CED323EBAF76}"/>
              </a:ext>
            </a:extLst>
          </p:cNvPr>
          <p:cNvSpPr/>
          <p:nvPr/>
        </p:nvSpPr>
        <p:spPr>
          <a:xfrm>
            <a:off x="485862" y="1804182"/>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3" name="Oval 12">
            <a:extLst>
              <a:ext uri="{FF2B5EF4-FFF2-40B4-BE49-F238E27FC236}">
                <a16:creationId xmlns:a16="http://schemas.microsoft.com/office/drawing/2014/main" id="{7A0E9BEC-1120-1C8C-75BA-808967B7DC4C}"/>
              </a:ext>
            </a:extLst>
          </p:cNvPr>
          <p:cNvSpPr/>
          <p:nvPr/>
        </p:nvSpPr>
        <p:spPr>
          <a:xfrm>
            <a:off x="497841" y="1338924"/>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4" name="Google Shape;2216;p100">
            <a:extLst>
              <a:ext uri="{FF2B5EF4-FFF2-40B4-BE49-F238E27FC236}">
                <a16:creationId xmlns:a16="http://schemas.microsoft.com/office/drawing/2014/main" id="{2FBCD06E-EB5E-7264-CEA7-50C840C21F02}"/>
              </a:ext>
            </a:extLst>
          </p:cNvPr>
          <p:cNvSpPr/>
          <p:nvPr/>
        </p:nvSpPr>
        <p:spPr>
          <a:xfrm>
            <a:off x="569897" y="1437480"/>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pic>
        <p:nvPicPr>
          <p:cNvPr id="15" name="Imagem 14">
            <a:extLst>
              <a:ext uri="{FF2B5EF4-FFF2-40B4-BE49-F238E27FC236}">
                <a16:creationId xmlns:a16="http://schemas.microsoft.com/office/drawing/2014/main" id="{F15A8884-4782-A723-65C9-36B6073B4F3F}"/>
              </a:ext>
            </a:extLst>
          </p:cNvPr>
          <p:cNvPicPr>
            <a:picLocks noChangeAspect="1"/>
          </p:cNvPicPr>
          <p:nvPr/>
        </p:nvPicPr>
        <p:blipFill>
          <a:blip r:embed="rId3"/>
          <a:srcRect/>
          <a:stretch/>
        </p:blipFill>
        <p:spPr>
          <a:xfrm>
            <a:off x="604093" y="1897888"/>
            <a:ext cx="154445" cy="193056"/>
          </a:xfrm>
          <a:prstGeom prst="rect">
            <a:avLst/>
          </a:prstGeom>
        </p:spPr>
      </p:pic>
      <p:sp>
        <p:nvSpPr>
          <p:cNvPr id="16" name="Google Shape;2223;p100">
            <a:extLst>
              <a:ext uri="{FF2B5EF4-FFF2-40B4-BE49-F238E27FC236}">
                <a16:creationId xmlns:a16="http://schemas.microsoft.com/office/drawing/2014/main" id="{7CE8F5E3-6008-E1A4-FA2F-69C34C435CB0}"/>
              </a:ext>
            </a:extLst>
          </p:cNvPr>
          <p:cNvSpPr>
            <a:spLocks/>
          </p:cNvSpPr>
          <p:nvPr/>
        </p:nvSpPr>
        <p:spPr>
          <a:xfrm>
            <a:off x="565906" y="2313182"/>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pic>
        <p:nvPicPr>
          <p:cNvPr id="18" name="Gráfico 17">
            <a:extLst>
              <a:ext uri="{FF2B5EF4-FFF2-40B4-BE49-F238E27FC236}">
                <a16:creationId xmlns:a16="http://schemas.microsoft.com/office/drawing/2014/main" id="{85D4C67E-4C8F-9F10-3810-1D70C42D421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1781" y="4442952"/>
            <a:ext cx="208026" cy="266700"/>
          </a:xfrm>
          <a:prstGeom prst="rect">
            <a:avLst/>
          </a:prstGeom>
        </p:spPr>
      </p:pic>
      <p:sp>
        <p:nvSpPr>
          <p:cNvPr id="2" name="Oval 9">
            <a:extLst>
              <a:ext uri="{FF2B5EF4-FFF2-40B4-BE49-F238E27FC236}">
                <a16:creationId xmlns:a16="http://schemas.microsoft.com/office/drawing/2014/main" id="{9289BF1A-506A-E270-5584-4D4C94CA1543}"/>
              </a:ext>
            </a:extLst>
          </p:cNvPr>
          <p:cNvSpPr/>
          <p:nvPr/>
        </p:nvSpPr>
        <p:spPr>
          <a:xfrm>
            <a:off x="497840" y="2726782"/>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pic>
        <p:nvPicPr>
          <p:cNvPr id="3" name="Gráfico 2">
            <a:extLst>
              <a:ext uri="{FF2B5EF4-FFF2-40B4-BE49-F238E27FC236}">
                <a16:creationId xmlns:a16="http://schemas.microsoft.com/office/drawing/2014/main" id="{6D8B2305-F4F3-F8B9-D40A-F9A4160A4DF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5905" y="2797237"/>
            <a:ext cx="235296" cy="240643"/>
          </a:xfrm>
          <a:prstGeom prst="rect">
            <a:avLst/>
          </a:prstGeom>
        </p:spPr>
      </p:pic>
    </p:spTree>
    <p:extLst>
      <p:ext uri="{BB962C8B-B14F-4D97-AF65-F5344CB8AC3E}">
        <p14:creationId xmlns:p14="http://schemas.microsoft.com/office/powerpoint/2010/main" val="2167679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E387BE3-F4F7-8A13-CE62-232B2A03A2C8}"/>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343576AD-3A41-DC8C-49C5-0BAF9EE1BE32}"/>
              </a:ext>
            </a:extLst>
          </p:cNvPr>
          <p:cNvSpPr txBox="1"/>
          <p:nvPr/>
        </p:nvSpPr>
        <p:spPr>
          <a:xfrm>
            <a:off x="921695" y="1349018"/>
            <a:ext cx="10791511" cy="4216539"/>
          </a:xfrm>
          <a:prstGeom prst="rect">
            <a:avLst/>
          </a:prstGeom>
          <a:noFill/>
          <a:ln>
            <a:noFill/>
          </a:ln>
        </p:spPr>
        <p:txBody>
          <a:bodyPr wrap="square" lIns="60960" tIns="30480" rIns="60960" bIns="30480" anchor="t">
            <a:spAutoFit/>
          </a:bodyPr>
          <a:lstStyle/>
          <a:p>
            <a:pPr defTabSz="609630">
              <a:buClrTx/>
              <a:defRPr/>
            </a:pPr>
            <a:r>
              <a:rPr lang="pt-BR" sz="1000" b="1" dirty="0">
                <a:latin typeface="Poppins" panose="00000500000000000000" pitchFamily="2" charset="0"/>
                <a:cs typeface="Poppins" panose="00000500000000000000" pitchFamily="2" charset="0"/>
              </a:rPr>
              <a:t>Orientações: </a:t>
            </a:r>
            <a:r>
              <a:rPr lang="pt-BR" sz="1000" kern="100" dirty="0">
                <a:latin typeface="Poppins" panose="00000500000000000000" pitchFamily="2" charset="0"/>
                <a:ea typeface="Aptos" panose="020B0004020202020204" pitchFamily="34" charset="0"/>
                <a:cs typeface="Poppins" panose="00000500000000000000" pitchFamily="2" charset="0"/>
              </a:rPr>
              <a:t>professor, a seção</a:t>
            </a:r>
            <a:r>
              <a:rPr lang="pt-BR" sz="1000" b="1" kern="100" dirty="0">
                <a:latin typeface="Poppins" panose="00000500000000000000" pitchFamily="2" charset="0"/>
                <a:ea typeface="Aptos" panose="020B0004020202020204" pitchFamily="34" charset="0"/>
                <a:cs typeface="Poppins" panose="00000500000000000000" pitchFamily="2" charset="0"/>
              </a:rPr>
              <a:t> O que nós aprendemos hoje?</a:t>
            </a:r>
            <a:r>
              <a:rPr lang="pt-BR" sz="1000" kern="100" dirty="0">
                <a:latin typeface="Poppins" panose="00000500000000000000" pitchFamily="2" charset="0"/>
                <a:ea typeface="Aptos" panose="020B0004020202020204" pitchFamily="34" charset="0"/>
                <a:cs typeface="Poppins" panose="00000500000000000000" pitchFamily="2" charset="0"/>
              </a:rPr>
              <a:t> tem como objetivos reforçar e esclarecer os conceitos principais discutidos na aula. Essa revisão pode ser uma ferramenta de avaliação informal do aprendizado dos estudantes, identificando áreas que possam precisar de mais atenção em aulas futuras. </a:t>
            </a:r>
            <a:endParaRPr lang="pt-BR" sz="1000" dirty="0">
              <a:latin typeface="Poppins" panose="00000500000000000000" pitchFamily="2" charset="0"/>
              <a:cs typeface="Poppins" panose="00000500000000000000" pitchFamily="2" charset="0"/>
            </a:endParaRPr>
          </a:p>
          <a:p>
            <a:pPr>
              <a:buClrTx/>
              <a:buFontTx/>
            </a:pPr>
            <a:endParaRPr lang="pt-BR" sz="1000" b="1" dirty="0">
              <a:latin typeface="Poppins" panose="00000500000000000000" pitchFamily="2" charset="0"/>
              <a:cs typeface="Poppins" panose="00000500000000000000" pitchFamily="2" charset="0"/>
            </a:endParaRPr>
          </a:p>
          <a:p>
            <a:pPr rtl="0" fontAlgn="base"/>
            <a:r>
              <a:rPr lang="pt-BR" sz="1000" b="1" dirty="0">
                <a:latin typeface="Poppins" panose="00000500000000000000" pitchFamily="2" charset="0"/>
                <a:cs typeface="Poppins" panose="00000500000000000000" pitchFamily="2" charset="0"/>
              </a:rPr>
              <a:t>Tempo previsto: </a:t>
            </a:r>
            <a:r>
              <a:rPr lang="pt-BR" sz="1000" dirty="0">
                <a:latin typeface="Poppins" panose="00000500000000000000" pitchFamily="2" charset="0"/>
                <a:cs typeface="Poppins" panose="00000500000000000000" pitchFamily="2" charset="0"/>
              </a:rPr>
              <a:t>1 minuto.</a:t>
            </a:r>
          </a:p>
          <a:p>
            <a:pPr marL="153254" fontAlgn="base"/>
            <a:endParaRPr lang="pt-BR" sz="1000"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Gestão de sala de aula:</a:t>
            </a:r>
            <a:r>
              <a:rPr lang="pt-BR" sz="1000" dirty="0">
                <a:latin typeface="Poppins" panose="00000500000000000000" pitchFamily="2" charset="0"/>
                <a:cs typeface="Poppins" panose="00000500000000000000" pitchFamily="2" charset="0"/>
              </a:rPr>
              <a:t> </a:t>
            </a:r>
          </a:p>
          <a:p>
            <a:r>
              <a:rPr lang="pt-BR" sz="1000" kern="100" dirty="0">
                <a:latin typeface="Poppins" panose="00000500000000000000" pitchFamily="2" charset="0"/>
                <a:ea typeface="Aptos" panose="020B0004020202020204" pitchFamily="34" charset="0"/>
                <a:cs typeface="Poppins" panose="00000500000000000000" pitchFamily="2" charset="0"/>
              </a:rPr>
              <a:t>Mantenha um tom positivo e construtivo, reforçando o aprendizado em vez de focar correções. </a:t>
            </a:r>
          </a:p>
          <a:p>
            <a:r>
              <a:rPr lang="pt-BR" sz="1000" kern="100" dirty="0">
                <a:latin typeface="Poppins" panose="00000500000000000000" pitchFamily="2" charset="0"/>
                <a:ea typeface="Aptos" panose="020B0004020202020204" pitchFamily="34" charset="0"/>
                <a:cs typeface="Poppins" panose="00000500000000000000" pitchFamily="2" charset="0"/>
              </a:rPr>
              <a:t>Seja direto e objetivo nas explicações, para manter a atividade dentro do tempo estipulado. </a:t>
            </a:r>
          </a:p>
          <a:p>
            <a:r>
              <a:rPr lang="pt-BR" sz="1000" kern="100" dirty="0">
                <a:latin typeface="Poppins" panose="00000500000000000000" pitchFamily="2" charset="0"/>
                <a:ea typeface="Aptos" panose="020B0004020202020204" pitchFamily="34" charset="0"/>
                <a:cs typeface="Poppins" panose="00000500000000000000" pitchFamily="2" charset="0"/>
              </a:rPr>
              <a:t>Engaje os estudantes rapidamente, pedindo confirmações ou reações breves às definições apresentadas. </a:t>
            </a:r>
          </a:p>
          <a:p>
            <a:endParaRPr lang="pt-BR" sz="1000" dirty="0">
              <a:latin typeface="Poppins" panose="00000500000000000000" pitchFamily="2" charset="0"/>
              <a:cs typeface="Poppins" panose="00000500000000000000" pitchFamily="2" charset="0"/>
            </a:endParaRPr>
          </a:p>
          <a:p>
            <a:endParaRPr lang="pt-BR" sz="1000" b="1"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Condução da dinâmica: </a:t>
            </a:r>
          </a:p>
          <a:p>
            <a:r>
              <a:rPr lang="pt-BR" sz="1000" kern="100" dirty="0">
                <a:latin typeface="Poppins" panose="00000500000000000000" pitchFamily="2" charset="0"/>
                <a:ea typeface="Aptos" panose="020B0004020202020204" pitchFamily="34" charset="0"/>
                <a:cs typeface="Poppins" panose="00000500000000000000" pitchFamily="2" charset="0"/>
              </a:rPr>
              <a:t>Explique que esta parte da seção, “Então ficamos assim...”, é um momento de reflexão e de esclarecimento sobre os conceitos abordados na aula. </a:t>
            </a:r>
          </a:p>
          <a:p>
            <a:r>
              <a:rPr lang="pt-BR" sz="1000" kern="100" dirty="0">
                <a:latin typeface="Poppins" panose="00000500000000000000" pitchFamily="2" charset="0"/>
                <a:ea typeface="Aptos" panose="020B0004020202020204" pitchFamily="34" charset="0"/>
                <a:cs typeface="Poppins" panose="00000500000000000000" pitchFamily="2" charset="0"/>
              </a:rPr>
              <a:t>Informe que será uma rápida revisão para assegurar que os entendimentos dos estudantes estejam alinhados com as definições corretas dos conceitos. </a:t>
            </a:r>
          </a:p>
          <a:p>
            <a:r>
              <a:rPr lang="pt-BR" sz="1000" kern="100" dirty="0">
                <a:latin typeface="Poppins" panose="00000500000000000000" pitchFamily="2" charset="0"/>
                <a:ea typeface="Aptos" panose="020B0004020202020204" pitchFamily="34" charset="0"/>
                <a:cs typeface="Poppins" panose="00000500000000000000" pitchFamily="2" charset="0"/>
              </a:rPr>
              <a:t>Apresente o slide com a definição sintética de cada conceito principal discutido na aula, ampliando-o em forma de frases completas. </a:t>
            </a:r>
          </a:p>
          <a:p>
            <a:r>
              <a:rPr lang="pt-BR" sz="1000" kern="100" dirty="0">
                <a:latin typeface="Poppins" panose="00000500000000000000" pitchFamily="2" charset="0"/>
                <a:ea typeface="Aptos" panose="020B0004020202020204" pitchFamily="34" charset="0"/>
                <a:cs typeface="Poppins" panose="00000500000000000000" pitchFamily="2" charset="0"/>
              </a:rPr>
              <a:t>Destaque se as contribuições dos estudantes estavam alinhadas com os conceitos e ofereça esclarecimentos rápidos caso haja discrepâncias ou mal-entendidos. </a:t>
            </a:r>
          </a:p>
          <a:p>
            <a:r>
              <a:rPr lang="pt-BR" sz="1000" kern="100" dirty="0">
                <a:latin typeface="Poppins" panose="00000500000000000000" pitchFamily="2" charset="0"/>
                <a:ea typeface="Aptos" panose="020B0004020202020204" pitchFamily="34" charset="0"/>
                <a:cs typeface="Poppins" panose="00000500000000000000" pitchFamily="2" charset="0"/>
              </a:rPr>
              <a:t>Finalize resumindo os pontos principais e reiterando a importância de cada conceito e como ele se encaixa no contexto maior da aula. </a:t>
            </a:r>
          </a:p>
          <a:p>
            <a:r>
              <a:rPr lang="pt-BR" sz="1000" kern="100" dirty="0">
                <a:latin typeface="Poppins" panose="00000500000000000000" pitchFamily="2" charset="0"/>
                <a:ea typeface="Aptos" panose="020B0004020202020204" pitchFamily="34" charset="0"/>
                <a:cs typeface="Poppins" panose="00000500000000000000" pitchFamily="2" charset="0"/>
              </a:rPr>
              <a:t>Reforce a ideia de que essa revisão ajuda a solidificar o entendimento dos estudantes e a prepará-los para aplicar esses conceitos em situações práticas.</a:t>
            </a:r>
          </a:p>
          <a:p>
            <a:r>
              <a:rPr lang="pt-BR" sz="1000" kern="100" dirty="0">
                <a:latin typeface="Poppins" panose="00000500000000000000" pitchFamily="2" charset="0"/>
                <a:ea typeface="Aptos" panose="020B0004020202020204" pitchFamily="34" charset="0"/>
                <a:cs typeface="Poppins" panose="00000500000000000000" pitchFamily="2" charset="0"/>
              </a:rPr>
              <a:t> </a:t>
            </a:r>
            <a:endParaRPr lang="pt-BR" sz="1000" b="1"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Expectativas da atividade: </a:t>
            </a:r>
            <a:endParaRPr lang="pt-BR" sz="1000" dirty="0">
              <a:latin typeface="Poppins" panose="00000500000000000000" pitchFamily="2" charset="0"/>
              <a:cs typeface="Poppins" panose="00000500000000000000" pitchFamily="2" charset="0"/>
            </a:endParaRPr>
          </a:p>
          <a:p>
            <a:r>
              <a:rPr lang="pt-BR" sz="1000" kern="100" dirty="0">
                <a:latin typeface="Poppins" panose="00000500000000000000" pitchFamily="2" charset="0"/>
                <a:ea typeface="Aptos" panose="020B0004020202020204" pitchFamily="34" charset="0"/>
                <a:cs typeface="Poppins" panose="00000500000000000000" pitchFamily="2" charset="0"/>
              </a:rPr>
              <a:t>Os estudantes devem sair da aula com um entendimento claro e preciso dos conceitos principais. </a:t>
            </a:r>
          </a:p>
          <a:p>
            <a:r>
              <a:rPr lang="pt-BR" sz="1000" kern="100" dirty="0">
                <a:latin typeface="Poppins" panose="00000500000000000000" pitchFamily="2" charset="0"/>
                <a:ea typeface="Aptos" panose="020B0004020202020204" pitchFamily="34" charset="0"/>
                <a:cs typeface="Poppins" panose="00000500000000000000" pitchFamily="2" charset="0"/>
              </a:rPr>
              <a:t>A atividade serve como uma verificação rápida do entendimento dos estudantes e uma oportunidade para corrigir quaisquer mal-entendidos.</a:t>
            </a:r>
            <a:endParaRPr lang="pt-BR" sz="1000" b="1" dirty="0">
              <a:latin typeface="Poppins" panose="00000500000000000000" pitchFamily="2" charset="0"/>
              <a:cs typeface="Poppins" panose="00000500000000000000" pitchFamily="2" charset="0"/>
            </a:endParaRPr>
          </a:p>
          <a:p>
            <a:endParaRPr lang="pt-BR" sz="1000" b="1" dirty="0">
              <a:latin typeface="Poppins" panose="00000500000000000000" pitchFamily="2" charset="0"/>
              <a:cs typeface="Poppins" panose="00000500000000000000" pitchFamily="2" charset="0"/>
            </a:endParaRPr>
          </a:p>
          <a:p>
            <a:endParaRPr lang="pt-BR" sz="1000" b="1" dirty="0">
              <a:latin typeface="Poppins" panose="00000500000000000000" pitchFamily="2" charset="0"/>
              <a:cs typeface="Poppins" panose="00000500000000000000" pitchFamily="2" charset="0"/>
            </a:endParaRPr>
          </a:p>
          <a:p>
            <a:endParaRPr lang="pt-BR" sz="1000" b="1" dirty="0">
              <a:latin typeface="Poppins" panose="00000500000000000000" pitchFamily="2" charset="0"/>
              <a:cs typeface="Poppins" panose="00000500000000000000" pitchFamily="2" charset="0"/>
            </a:endParaRPr>
          </a:p>
          <a:p>
            <a:pPr algn="l" rtl="0" fontAlgn="base"/>
            <a:endParaRPr lang="pt-BR" sz="1000" b="1" dirty="0">
              <a:latin typeface="Poppins" panose="00000500000000000000" pitchFamily="2" charset="0"/>
              <a:cs typeface="Poppins" panose="00000500000000000000" pitchFamily="2" charset="0"/>
            </a:endParaRPr>
          </a:p>
        </p:txBody>
      </p:sp>
      <p:sp>
        <p:nvSpPr>
          <p:cNvPr id="5" name="Retângulo 4">
            <a:extLst>
              <a:ext uri="{FF2B5EF4-FFF2-40B4-BE49-F238E27FC236}">
                <a16:creationId xmlns:a16="http://schemas.microsoft.com/office/drawing/2014/main" id="{520AF7CC-679A-C0A9-B19D-895E7801483A}"/>
              </a:ext>
            </a:extLst>
          </p:cNvPr>
          <p:cNvSpPr/>
          <p:nvPr/>
        </p:nvSpPr>
        <p:spPr>
          <a:xfrm>
            <a:off x="0" y="785592"/>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endParaRPr lang="pt-BR" dirty="0">
              <a:solidFill>
                <a:srgbClr val="FFFFFF"/>
              </a:solidFill>
              <a:latin typeface="Arial"/>
            </a:endParaRPr>
          </a:p>
        </p:txBody>
      </p:sp>
      <p:sp>
        <p:nvSpPr>
          <p:cNvPr id="6" name="CaixaDeTexto 5">
            <a:extLst>
              <a:ext uri="{FF2B5EF4-FFF2-40B4-BE49-F238E27FC236}">
                <a16:creationId xmlns:a16="http://schemas.microsoft.com/office/drawing/2014/main" id="{874AACF7-C1E2-F187-9DF6-09104A2E9303}"/>
              </a:ext>
            </a:extLst>
          </p:cNvPr>
          <p:cNvSpPr txBox="1"/>
          <p:nvPr/>
        </p:nvSpPr>
        <p:spPr>
          <a:xfrm>
            <a:off x="985520" y="795752"/>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a:cs typeface="Poppins"/>
              </a:rPr>
              <a:t>Slide 16</a:t>
            </a:r>
            <a:endParaRPr lang="pt-BR" sz="3000" b="1" dirty="0">
              <a:solidFill>
                <a:schemeClr val="bg1"/>
              </a:solidFill>
              <a:latin typeface="Poppins" pitchFamily="2" charset="77"/>
              <a:cs typeface="Poppins" pitchFamily="2" charset="77"/>
            </a:endParaRPr>
          </a:p>
        </p:txBody>
      </p:sp>
      <p:cxnSp>
        <p:nvCxnSpPr>
          <p:cNvPr id="7" name="Conector Reto 6">
            <a:extLst>
              <a:ext uri="{FF2B5EF4-FFF2-40B4-BE49-F238E27FC236}">
                <a16:creationId xmlns:a16="http://schemas.microsoft.com/office/drawing/2014/main" id="{D23ECF10-B05C-E41C-E6C3-B878AAEB0365}"/>
              </a:ext>
            </a:extLst>
          </p:cNvPr>
          <p:cNvCxnSpPr>
            <a:cxnSpLocks/>
          </p:cNvCxnSpPr>
          <p:nvPr/>
        </p:nvCxnSpPr>
        <p:spPr>
          <a:xfrm flipV="1">
            <a:off x="689673" y="1146490"/>
            <a:ext cx="0" cy="3772982"/>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9" name="Oval 8">
            <a:extLst>
              <a:ext uri="{FF2B5EF4-FFF2-40B4-BE49-F238E27FC236}">
                <a16:creationId xmlns:a16="http://schemas.microsoft.com/office/drawing/2014/main" id="{0881F102-1438-6135-17A6-1AAED4CEA7AD}"/>
              </a:ext>
            </a:extLst>
          </p:cNvPr>
          <p:cNvSpPr/>
          <p:nvPr/>
        </p:nvSpPr>
        <p:spPr>
          <a:xfrm>
            <a:off x="496634" y="4175714"/>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0" name="Oval 9">
            <a:extLst>
              <a:ext uri="{FF2B5EF4-FFF2-40B4-BE49-F238E27FC236}">
                <a16:creationId xmlns:a16="http://schemas.microsoft.com/office/drawing/2014/main" id="{664B923C-A6E8-221C-2B4F-A0ED26ED4D37}"/>
              </a:ext>
            </a:extLst>
          </p:cNvPr>
          <p:cNvSpPr/>
          <p:nvPr/>
        </p:nvSpPr>
        <p:spPr>
          <a:xfrm>
            <a:off x="496634" y="2944402"/>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1" name="Oval 10">
            <a:extLst>
              <a:ext uri="{FF2B5EF4-FFF2-40B4-BE49-F238E27FC236}">
                <a16:creationId xmlns:a16="http://schemas.microsoft.com/office/drawing/2014/main" id="{5AF8BA1C-C6AB-A8FA-8936-5E774D0EDC8B}"/>
              </a:ext>
            </a:extLst>
          </p:cNvPr>
          <p:cNvSpPr/>
          <p:nvPr/>
        </p:nvSpPr>
        <p:spPr>
          <a:xfrm>
            <a:off x="496634" y="2201040"/>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2" name="Oval 11">
            <a:extLst>
              <a:ext uri="{FF2B5EF4-FFF2-40B4-BE49-F238E27FC236}">
                <a16:creationId xmlns:a16="http://schemas.microsoft.com/office/drawing/2014/main" id="{0D9F928F-8576-CF00-6B40-A393E918DF4A}"/>
              </a:ext>
            </a:extLst>
          </p:cNvPr>
          <p:cNvSpPr/>
          <p:nvPr/>
        </p:nvSpPr>
        <p:spPr>
          <a:xfrm>
            <a:off x="496634" y="1769982"/>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3" name="Oval 12">
            <a:extLst>
              <a:ext uri="{FF2B5EF4-FFF2-40B4-BE49-F238E27FC236}">
                <a16:creationId xmlns:a16="http://schemas.microsoft.com/office/drawing/2014/main" id="{3F7C1DC2-55D1-6788-740F-AFD256808F19}"/>
              </a:ext>
            </a:extLst>
          </p:cNvPr>
          <p:cNvSpPr/>
          <p:nvPr/>
        </p:nvSpPr>
        <p:spPr>
          <a:xfrm>
            <a:off x="496634" y="1338924"/>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defTabSz="609630"/>
            <a:endParaRPr lang="pt-BR" dirty="0">
              <a:solidFill>
                <a:srgbClr val="000000"/>
              </a:solidFill>
              <a:latin typeface="Arial"/>
            </a:endParaRPr>
          </a:p>
        </p:txBody>
      </p:sp>
      <p:sp>
        <p:nvSpPr>
          <p:cNvPr id="14" name="Google Shape;2216;p100">
            <a:extLst>
              <a:ext uri="{FF2B5EF4-FFF2-40B4-BE49-F238E27FC236}">
                <a16:creationId xmlns:a16="http://schemas.microsoft.com/office/drawing/2014/main" id="{0541030E-30C7-0D11-F9B9-7E424A90C0C5}"/>
              </a:ext>
            </a:extLst>
          </p:cNvPr>
          <p:cNvSpPr/>
          <p:nvPr/>
        </p:nvSpPr>
        <p:spPr>
          <a:xfrm>
            <a:off x="571056" y="1437480"/>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pic>
        <p:nvPicPr>
          <p:cNvPr id="15" name="Imagem 14">
            <a:extLst>
              <a:ext uri="{FF2B5EF4-FFF2-40B4-BE49-F238E27FC236}">
                <a16:creationId xmlns:a16="http://schemas.microsoft.com/office/drawing/2014/main" id="{7A757948-8AA1-AF11-94D5-C06BBEF38575}"/>
              </a:ext>
            </a:extLst>
          </p:cNvPr>
          <p:cNvPicPr>
            <a:picLocks noChangeAspect="1"/>
          </p:cNvPicPr>
          <p:nvPr/>
        </p:nvPicPr>
        <p:blipFill>
          <a:blip r:embed="rId3"/>
          <a:srcRect/>
          <a:stretch/>
        </p:blipFill>
        <p:spPr>
          <a:xfrm>
            <a:off x="612451" y="1863688"/>
            <a:ext cx="154445" cy="193056"/>
          </a:xfrm>
          <a:prstGeom prst="rect">
            <a:avLst/>
          </a:prstGeom>
        </p:spPr>
      </p:pic>
      <p:sp>
        <p:nvSpPr>
          <p:cNvPr id="16" name="Google Shape;2223;p100">
            <a:extLst>
              <a:ext uri="{FF2B5EF4-FFF2-40B4-BE49-F238E27FC236}">
                <a16:creationId xmlns:a16="http://schemas.microsoft.com/office/drawing/2014/main" id="{400D5E64-5EF5-BAD5-4DEF-C5632EAC652D}"/>
              </a:ext>
            </a:extLst>
          </p:cNvPr>
          <p:cNvSpPr>
            <a:spLocks/>
          </p:cNvSpPr>
          <p:nvPr/>
        </p:nvSpPr>
        <p:spPr>
          <a:xfrm>
            <a:off x="566801" y="2279470"/>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dirty="0">
              <a:solidFill>
                <a:schemeClr val="dk1"/>
              </a:solidFill>
              <a:latin typeface="Calibri"/>
              <a:ea typeface="Calibri"/>
              <a:cs typeface="Calibri"/>
              <a:sym typeface="Calibri"/>
            </a:endParaRPr>
          </a:p>
        </p:txBody>
      </p:sp>
      <p:pic>
        <p:nvPicPr>
          <p:cNvPr id="17" name="Gráfico 16">
            <a:extLst>
              <a:ext uri="{FF2B5EF4-FFF2-40B4-BE49-F238E27FC236}">
                <a16:creationId xmlns:a16="http://schemas.microsoft.com/office/drawing/2014/main" id="{0E23D848-92D0-495B-BBCE-07F0A6D9848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2025" y="3014857"/>
            <a:ext cx="235296" cy="240643"/>
          </a:xfrm>
          <a:prstGeom prst="rect">
            <a:avLst/>
          </a:prstGeom>
        </p:spPr>
      </p:pic>
      <p:pic>
        <p:nvPicPr>
          <p:cNvPr id="18" name="Gráfico 17">
            <a:extLst>
              <a:ext uri="{FF2B5EF4-FFF2-40B4-BE49-F238E27FC236}">
                <a16:creationId xmlns:a16="http://schemas.microsoft.com/office/drawing/2014/main" id="{1B8E45BF-CE52-F245-6F7D-9F8B0B3A206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5660" y="4229835"/>
            <a:ext cx="208026" cy="266700"/>
          </a:xfrm>
          <a:prstGeom prst="rect">
            <a:avLst/>
          </a:prstGeom>
        </p:spPr>
      </p:pic>
    </p:spTree>
    <p:extLst>
      <p:ext uri="{BB962C8B-B14F-4D97-AF65-F5344CB8AC3E}">
        <p14:creationId xmlns:p14="http://schemas.microsoft.com/office/powerpoint/2010/main" val="1500531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331578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rmAutofit/>
      </a:bodyPr>
      <a:lstStyle>
        <a:defPPr algn="l">
          <a:defRPr sz="2400" dirty="0"/>
        </a:defPPr>
      </a:lstStyle>
    </a:txDef>
  </a:objectDefaults>
  <a:extraClrSchemeLst/>
</a:theme>
</file>

<file path=ppt/theme/theme2.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B81252851F28942875D89D2C39F1241" ma:contentTypeVersion="19" ma:contentTypeDescription="Create a new document." ma:contentTypeScope="" ma:versionID="1bf68d50405d7ac8e7a341beaf8d3685">
  <xsd:schema xmlns:xsd="http://www.w3.org/2001/XMLSchema" xmlns:xs="http://www.w3.org/2001/XMLSchema" xmlns:p="http://schemas.microsoft.com/office/2006/metadata/properties" xmlns:ns2="aacb3b2f-5927-4b98-82b1-fea2b4072a87" xmlns:ns3="a45d3e5f-3e31-4187-b998-c44ee850df36" targetNamespace="http://schemas.microsoft.com/office/2006/metadata/properties" ma:root="true" ma:fieldsID="d3d2dbf1d52f40b25fbf955356123121" ns2:_="" ns3:_="">
    <xsd:import namespace="aacb3b2f-5927-4b98-82b1-fea2b4072a87"/>
    <xsd:import namespace="a45d3e5f-3e31-4187-b998-c44ee850df3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Location" minOccurs="0"/>
                <xsd:element ref="ns2:Curso" minOccurs="0"/>
                <xsd:element ref="ns2:Semana" minOccurs="0"/>
                <xsd:element ref="ns2:Ano"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cb3b2f-5927-4b98-82b1-fea2b4072a8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85b3961-dbc6-48b8-bc39-d3804789286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Location" ma:index="21" nillable="true" ma:displayName="Location" ma:description="" ma:indexed="true" ma:internalName="MediaServiceLocation" ma:readOnly="true">
      <xsd:simpleType>
        <xsd:restriction base="dms:Text"/>
      </xsd:simpleType>
    </xsd:element>
    <xsd:element name="Curso" ma:index="22" nillable="true" ma:displayName="Curso" ma:format="Dropdown" ma:internalName="Curso">
      <xsd:simpleType>
        <xsd:restriction base="dms:Text">
          <xsd:maxLength value="255"/>
        </xsd:restriction>
      </xsd:simpleType>
    </xsd:element>
    <xsd:element name="Semana" ma:index="23" nillable="true" ma:displayName="Semana" ma:format="Dropdown" ma:internalName="Semana">
      <xsd:simpleType>
        <xsd:restriction base="dms:Text">
          <xsd:maxLength value="255"/>
        </xsd:restriction>
      </xsd:simpleType>
    </xsd:element>
    <xsd:element name="Ano" ma:index="24" nillable="true" ma:displayName="Ano" ma:format="Dropdown" ma:internalName="Ano">
      <xsd:simpleType>
        <xsd:restriction base="dms:Text">
          <xsd:maxLength value="255"/>
        </xsd:restriction>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45d3e5f-3e31-4187-b998-c44ee850df36"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acb3b2f-5927-4b98-82b1-fea2b4072a87">
      <Terms xmlns="http://schemas.microsoft.com/office/infopath/2007/PartnerControls"/>
    </lcf76f155ced4ddcb4097134ff3c332f>
    <Curso xmlns="aacb3b2f-5927-4b98-82b1-fea2b4072a87" xsi:nil="true"/>
    <Semana xmlns="aacb3b2f-5927-4b98-82b1-fea2b4072a87" xsi:nil="true"/>
    <Ano xmlns="aacb3b2f-5927-4b98-82b1-fea2b4072a8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C07DF19-A254-460B-9F0E-0FE36DDCB7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cb3b2f-5927-4b98-82b1-fea2b4072a87"/>
    <ds:schemaRef ds:uri="a45d3e5f-3e31-4187-b998-c44ee850df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C661F7A-1649-4A39-91A5-A3893F5678E5}">
  <ds:schemaRefs>
    <ds:schemaRef ds:uri="http://www.w3.org/XML/1998/namespace"/>
    <ds:schemaRef ds:uri="http://purl.org/dc/dcmitype/"/>
    <ds:schemaRef ds:uri="http://purl.org/dc/terms/"/>
    <ds:schemaRef ds:uri="http://schemas.microsoft.com/office/infopath/2007/PartnerControls"/>
    <ds:schemaRef ds:uri="http://schemas.openxmlformats.org/package/2006/metadata/core-properties"/>
    <ds:schemaRef ds:uri="http://purl.org/dc/elements/1.1/"/>
    <ds:schemaRef ds:uri="http://schemas.microsoft.com/office/2006/documentManagement/types"/>
    <ds:schemaRef ds:uri="a45d3e5f-3e31-4187-b998-c44ee850df36"/>
    <ds:schemaRef ds:uri="aacb3b2f-5927-4b98-82b1-fea2b4072a87"/>
    <ds:schemaRef ds:uri="http://schemas.microsoft.com/office/2006/metadata/properties"/>
  </ds:schemaRefs>
</ds:datastoreItem>
</file>

<file path=customXml/itemProps3.xml><?xml version="1.0" encoding="utf-8"?>
<ds:datastoreItem xmlns:ds="http://schemas.openxmlformats.org/officeDocument/2006/customXml" ds:itemID="{827590F2-902A-4FFC-B993-9715B30E05A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4761</TotalTime>
  <Words>2507</Words>
  <Application>Microsoft Office PowerPoint</Application>
  <PresentationFormat>Widescreen</PresentationFormat>
  <Paragraphs>249</Paragraphs>
  <Slides>24</Slides>
  <Notes>18</Notes>
  <HiddenSlides>6</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24</vt:i4>
      </vt:variant>
    </vt:vector>
  </HeadingPairs>
  <TitlesOfParts>
    <vt:vector size="32" baseType="lpstr">
      <vt:lpstr>Poppins Medium</vt:lpstr>
      <vt:lpstr>Poppins</vt:lpstr>
      <vt:lpstr>Poppins Light</vt:lpstr>
      <vt:lpstr>Wingdings</vt:lpstr>
      <vt:lpstr>Calibri</vt:lpstr>
      <vt:lpstr>Poppins Bold</vt:lpstr>
      <vt:lpstr>Arial</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Caco Bressane Ilustração e Design</dc:creator>
  <cp:lastModifiedBy>Alessandra Reis de Souza</cp:lastModifiedBy>
  <cp:revision>180</cp:revision>
  <dcterms:modified xsi:type="dcterms:W3CDTF">2026-01-28T13:10:53Z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0x0101004B81252851F28942875D89D2C39F1241</vt:lpwstr>
  </property>
  <property fmtid="{D5CDD505-2E9C-101B-9397-08002B2CF9AE}" pid="3" name="MediaServiceImageTags">
    <vt:lpwstr/>
  </property>
  <property fmtid="{D5CDD505-2E9C-101B-9397-08002B2CF9AE}" pid="4" name="Order">
    <vt:lpwstr>378100.000000000</vt:lpwstr>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ies>
</file>